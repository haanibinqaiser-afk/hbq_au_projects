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67" r:id="rId2"/>
    <p:sldId id="269" r:id="rId3"/>
    <p:sldId id="280" r:id="rId4"/>
    <p:sldId id="266" r:id="rId5"/>
    <p:sldId id="270" r:id="rId6"/>
    <p:sldId id="271" r:id="rId7"/>
    <p:sldId id="272" r:id="rId8"/>
    <p:sldId id="256" r:id="rId9"/>
    <p:sldId id="274" r:id="rId10"/>
    <p:sldId id="257" r:id="rId11"/>
    <p:sldId id="258" r:id="rId12"/>
    <p:sldId id="259" r:id="rId13"/>
    <p:sldId id="260" r:id="rId14"/>
    <p:sldId id="264" r:id="rId15"/>
    <p:sldId id="275" r:id="rId16"/>
    <p:sldId id="276" r:id="rId17"/>
    <p:sldId id="283" r:id="rId18"/>
    <p:sldId id="277" r:id="rId19"/>
    <p:sldId id="278" r:id="rId20"/>
    <p:sldId id="279" r:id="rId21"/>
    <p:sldId id="281" r:id="rId22"/>
    <p:sldId id="282" r:id="rId23"/>
    <p:sldId id="284" r:id="rId24"/>
    <p:sldId id="285" r:id="rId25"/>
    <p:sldId id="288" r:id="rId26"/>
    <p:sldId id="289" r:id="rId27"/>
    <p:sldId id="290" r:id="rId28"/>
    <p:sldId id="291" r:id="rId29"/>
    <p:sldId id="294" r:id="rId30"/>
    <p:sldId id="293" r:id="rId31"/>
    <p:sldId id="295" r:id="rId32"/>
    <p:sldId id="296" r:id="rId33"/>
    <p:sldId id="297" r:id="rId34"/>
    <p:sldId id="304" r:id="rId35"/>
    <p:sldId id="298" r:id="rId36"/>
    <p:sldId id="299" r:id="rId37"/>
    <p:sldId id="300" r:id="rId38"/>
    <p:sldId id="301" r:id="rId39"/>
    <p:sldId id="302" r:id="rId40"/>
    <p:sldId id="303" r:id="rId41"/>
    <p:sldId id="3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C2F"/>
    <a:srgbClr val="0B0F12"/>
    <a:srgbClr val="5A5CA6"/>
    <a:srgbClr val="5892C4"/>
    <a:srgbClr val="6958A6"/>
    <a:srgbClr val="CAD7EE"/>
    <a:srgbClr val="BACAE8"/>
    <a:srgbClr val="000032"/>
    <a:srgbClr val="946C3F"/>
    <a:srgbClr val="33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Applications</a:t>
            </a:r>
            <a:r>
              <a:rPr lang="en-US" baseline="0" dirty="0"/>
              <a:t> by Market Sector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458538385826774E-2"/>
          <c:y val="0.11990642717111054"/>
          <c:w val="0.93635396161417328"/>
          <c:h val="0.757818666472769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Stocks (%)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Smart Cities</c:v>
                </c:pt>
                <c:pt idx="1">
                  <c:v>Entertainment</c:v>
                </c:pt>
                <c:pt idx="2">
                  <c:v>Transport</c:v>
                </c:pt>
                <c:pt idx="3">
                  <c:v>Industrial</c:v>
                </c:pt>
                <c:pt idx="4">
                  <c:v>HealthCare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9-4D07-9926-09FCF585C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2736528"/>
        <c:axId val="1792878480"/>
      </c:barChart>
      <c:catAx>
        <c:axId val="1462736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878480"/>
        <c:crosses val="autoZero"/>
        <c:auto val="1"/>
        <c:lblAlgn val="ctr"/>
        <c:lblOffset val="100"/>
        <c:noMultiLvlLbl val="0"/>
      </c:catAx>
      <c:valAx>
        <c:axId val="179287848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73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749999999999997E-3"/>
          <c:y val="0.11450399147982336"/>
          <c:w val="0.78306348425196848"/>
          <c:h val="0.8644022598177744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Infrastucture and Expense Distribution</c:v>
                </c:pt>
              </c:strCache>
            </c:strRef>
          </c:tx>
          <c:explosion val="2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2F8-451F-81E9-ADDEDF921C2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2F8-451F-81E9-ADDEDF921C2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2F8-451F-81E9-ADDEDF921C2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2F8-451F-81E9-ADDEDF921C2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Core Upgrades</c:v>
                </c:pt>
                <c:pt idx="1">
                  <c:v>Energy Costs</c:v>
                </c:pt>
                <c:pt idx="2">
                  <c:v>Spectrum licensing</c:v>
                </c:pt>
                <c:pt idx="3">
                  <c:v>Small Cells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F8-451F-81E9-ADDEDF921C28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Applications</a:t>
            </a:r>
            <a:r>
              <a:rPr lang="en-US" baseline="0" dirty="0"/>
              <a:t> by Market Sector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458538385826774E-2"/>
          <c:y val="0.11990642717111054"/>
          <c:w val="0.93635396161417328"/>
          <c:h val="0.757818666472769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Stocks (%)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Smart Cities</c:v>
                </c:pt>
                <c:pt idx="1">
                  <c:v>Entertainment</c:v>
                </c:pt>
                <c:pt idx="2">
                  <c:v>Transport</c:v>
                </c:pt>
                <c:pt idx="3">
                  <c:v>Industrial</c:v>
                </c:pt>
                <c:pt idx="4">
                  <c:v>HealthCare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9-4D07-9926-09FCF585C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2736528"/>
        <c:axId val="1792878480"/>
      </c:barChart>
      <c:catAx>
        <c:axId val="1462736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878480"/>
        <c:crosses val="autoZero"/>
        <c:auto val="1"/>
        <c:lblAlgn val="ctr"/>
        <c:lblOffset val="100"/>
        <c:noMultiLvlLbl val="0"/>
      </c:catAx>
      <c:valAx>
        <c:axId val="179287848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73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749999999999997E-3"/>
          <c:y val="0.11450399147982336"/>
          <c:w val="0.78306348425196848"/>
          <c:h val="0.8644022598177744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Infrastucture and Expense Distribution</c:v>
                </c:pt>
              </c:strCache>
            </c:strRef>
          </c:tx>
          <c:explosion val="2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F29D-4BFF-B7C6-6945974E899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2E15-491B-BCD2-F7EFBEABC1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2E15-491B-BCD2-F7EFBEABC1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2E15-491B-BCD2-F7EFBEABC1E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Core Upgrades</c:v>
                </c:pt>
                <c:pt idx="1">
                  <c:v>Energy Costs</c:v>
                </c:pt>
                <c:pt idx="2">
                  <c:v>Spectrum licensing</c:v>
                </c:pt>
                <c:pt idx="3">
                  <c:v>Small Cells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9D-4BFF-B7C6-6945974E8997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dk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lt1">
            <a:lumMod val="8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dk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lt1">
            <a:lumMod val="8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C7E49-509F-4E15-93DA-E71E4E163896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F380-120C-40FA-BC30-D9BDE0A6E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36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CDA7-3378-48BA-86C3-1FE64ABB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32CCA-00D4-4FA8-909B-F10605224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DAAC7-03A4-441F-8522-BD40A562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40286-ABF3-47C5-ABBF-9CF3FB17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AFE9A-38E3-4CF8-9FEA-DB35AB60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96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B6B8-5FDC-40D2-8C42-14B14F76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D81B-C8EA-4256-BD27-427CFB77F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5410-059C-429F-9F3F-0342C8BF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52628-06F6-4E0A-8C83-3B86C720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4E9EA-D548-491B-8A57-141155E8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88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AC96-176B-44DA-9D88-D8A9858B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E9814-309D-47A2-A135-DE041E5BA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8B039-B308-4881-94A2-61459C32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E39D5-667B-4D8A-8C16-0126A348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4226-38D2-493E-9EBD-1F08A962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85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E1BA-FCCC-4288-8AB2-0F2765BB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5287-59CA-476B-9EAF-33A40E6B0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D222E-1D2C-4D03-B5B8-6CFFA54C7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96456-D84B-4883-86FC-F0C82FF4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090C7-A21D-4609-8CEE-6C6DBD73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FB54F-2CA6-4663-AC53-449D1D13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0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D10D-C59B-4E4E-A6F1-F24F0C3B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5853D-C4A5-4035-B63C-231098204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C61F3-73EE-4B8B-8F73-FB59E0876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132AD-9453-4BCD-9583-28BAE4438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E0BE1-D20B-4C85-A611-AFA7666F3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89BD7A-69CE-41F8-860D-A3D83822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94D09-3E66-422E-B4FD-BBCAF604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8C6D9-0481-41F4-8379-0D82D1E9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0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D67B-C922-4EB6-979F-3D2462DC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453B3-30B2-4C79-AE12-6513BAD3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01DA9-DF7E-450D-9BE2-B1D93F49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127E-41F1-40F1-9708-1CB0025C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72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A8009-E9B0-4A94-92BC-D8171725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D1961-018D-4E1E-8B59-73E5B937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A6C63-B975-4622-B661-3AE72A76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75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145A-8435-4749-BDB8-C06BC1E2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84A4-9449-4BF9-8606-2DB435C15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288B2-683A-4F83-961A-67F18EF6F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7DE18-86A0-49CE-8EAD-36223375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7150-10A6-4110-BB59-08D27FAC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506C6-5AB1-4904-8677-CD1B839D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27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A08A-7322-476C-BA55-A10FEE5F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30700-A64B-4B69-B2AF-B355CF0E3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898D5-BAE3-45BA-B3FF-60EA9696E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2D604-C654-4E1B-B8B0-F181506A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130C-AE15-4929-BAE4-D2467549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87E49-74C7-4AA3-BBE2-58170D3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7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2C72-937E-4F78-9075-DDF4506A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A5C2A-206B-4AF7-8DD9-5772F0672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345BB-4F9E-4FE8-8B06-043EF5C9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2E0B-A305-4447-98DF-DABCDC13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A1D8-5690-47ED-B1BA-119F56B4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9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E9C9E-F565-4DD1-B82E-8778E047F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9D5DA-9834-4F8D-983A-DCFB4981E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6F45E-8C09-470C-9420-507DD795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0BE41-F1EB-428B-B000-4D389453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9FAD-6D46-4015-B050-C6753CE6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37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92B47-23C0-4740-9BD9-40E90FB8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161C5-5A1A-4FD0-A11F-40D944E60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4C1F0-70CE-4B46-B6C2-D052163EC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D2EDB-2207-4190-B95D-37D542A7BE18}" type="datetimeFigureOut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1007A-8708-4559-8CBF-327C848AD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880C-0BA0-4AA5-BC90-E0370FDEF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A37E6-A707-4DDE-9AA1-0C5C706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7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jpg"/><Relationship Id="rId7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chart" Target="../charts/chart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chart" Target="../charts/chart3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87B8AB-50D4-4549-B413-27860735A6A3}"/>
              </a:ext>
            </a:extLst>
          </p:cNvPr>
          <p:cNvSpPr txBox="1"/>
          <p:nvPr/>
        </p:nvSpPr>
        <p:spPr>
          <a:xfrm>
            <a:off x="1908853" y="1543868"/>
            <a:ext cx="8374293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chemeClr val="bg1"/>
                </a:solidFill>
                <a:latin typeface="Arial Black" panose="020B0A04020102020204" pitchFamily="34" charset="0"/>
              </a:rPr>
              <a:t>2024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B2C4A-960E-4F89-BC18-0BFB01E64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1" y="592976"/>
            <a:ext cx="10128738" cy="56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9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87B8AB-50D4-4549-B413-27860735A6A3}"/>
              </a:ext>
            </a:extLst>
          </p:cNvPr>
          <p:cNvSpPr txBox="1"/>
          <p:nvPr/>
        </p:nvSpPr>
        <p:spPr>
          <a:xfrm>
            <a:off x="1908853" y="1543868"/>
            <a:ext cx="8374293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chemeClr val="bg1"/>
                </a:solidFill>
                <a:latin typeface="Arial Black" panose="020B0A04020102020204" pitchFamily="34" charset="0"/>
              </a:rPr>
              <a:t>1800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28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CCAEA5-8A8F-494D-99E3-2F2665960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ABCF31-1357-4B86-AD9F-71B49B3AEF1E}"/>
              </a:ext>
            </a:extLst>
          </p:cNvPr>
          <p:cNvGrpSpPr/>
          <p:nvPr/>
        </p:nvGrpSpPr>
        <p:grpSpPr>
          <a:xfrm>
            <a:off x="0" y="6561438"/>
            <a:ext cx="12356757" cy="1915297"/>
            <a:chOff x="-1" y="5103341"/>
            <a:chExt cx="12356757" cy="19152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C654C8-9920-498D-B47D-75012BD6C2BB}"/>
                </a:ext>
              </a:extLst>
            </p:cNvPr>
            <p:cNvSpPr/>
            <p:nvPr/>
          </p:nvSpPr>
          <p:spPr>
            <a:xfrm>
              <a:off x="-1" y="5103341"/>
              <a:ext cx="12356757" cy="1915297"/>
            </a:xfrm>
            <a:prstGeom prst="rect">
              <a:avLst/>
            </a:prstGeom>
            <a:solidFill>
              <a:srgbClr val="946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9E766A-D2F7-444F-92C3-CCB13FB7333B}"/>
                </a:ext>
              </a:extLst>
            </p:cNvPr>
            <p:cNvSpPr txBox="1"/>
            <p:nvPr/>
          </p:nvSpPr>
          <p:spPr>
            <a:xfrm>
              <a:off x="3593756" y="5506991"/>
              <a:ext cx="50044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Forte" panose="03060902040502070203" pitchFamily="66" charset="0"/>
                </a:rPr>
                <a:t>Letter Writing</a:t>
              </a:r>
              <a:endParaRPr lang="en-US" sz="4400" b="1" dirty="0">
                <a:solidFill>
                  <a:schemeClr val="bg1"/>
                </a:solidFill>
                <a:latin typeface="Forte" panose="0306090204050207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6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ash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CCAEA5-8A8F-494D-99E3-2F2665960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ABCF31-1357-4B86-AD9F-71B49B3AEF1E}"/>
              </a:ext>
            </a:extLst>
          </p:cNvPr>
          <p:cNvGrpSpPr/>
          <p:nvPr/>
        </p:nvGrpSpPr>
        <p:grpSpPr>
          <a:xfrm>
            <a:off x="-82379" y="5152767"/>
            <a:ext cx="12356757" cy="1915297"/>
            <a:chOff x="-1" y="5103341"/>
            <a:chExt cx="12356757" cy="19152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C654C8-9920-498D-B47D-75012BD6C2BB}"/>
                </a:ext>
              </a:extLst>
            </p:cNvPr>
            <p:cNvSpPr/>
            <p:nvPr/>
          </p:nvSpPr>
          <p:spPr>
            <a:xfrm>
              <a:off x="-1" y="5103341"/>
              <a:ext cx="12356757" cy="1915297"/>
            </a:xfrm>
            <a:prstGeom prst="rect">
              <a:avLst/>
            </a:prstGeom>
            <a:solidFill>
              <a:srgbClr val="946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9E766A-D2F7-444F-92C3-CCB13FB7333B}"/>
                </a:ext>
              </a:extLst>
            </p:cNvPr>
            <p:cNvSpPr txBox="1"/>
            <p:nvPr/>
          </p:nvSpPr>
          <p:spPr>
            <a:xfrm>
              <a:off x="3593756" y="5506991"/>
              <a:ext cx="50044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Forte" panose="03060902040502070203" pitchFamily="66" charset="0"/>
                </a:rPr>
                <a:t>Letter Writing</a:t>
              </a:r>
              <a:endParaRPr lang="en-US" sz="4400" b="1" dirty="0">
                <a:solidFill>
                  <a:schemeClr val="bg1"/>
                </a:solidFill>
                <a:latin typeface="Forte" panose="03060902040502070203" pitchFamily="66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95E9085-9E7A-47B6-8789-3E34847805C3}"/>
              </a:ext>
            </a:extLst>
          </p:cNvPr>
          <p:cNvGrpSpPr/>
          <p:nvPr/>
        </p:nvGrpSpPr>
        <p:grpSpPr>
          <a:xfrm>
            <a:off x="-2903473" y="938437"/>
            <a:ext cx="2594919" cy="1050324"/>
            <a:chOff x="477795" y="654908"/>
            <a:chExt cx="2594919" cy="105032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F6D2942-BCFA-4D3A-9E51-78237221350B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F64E1F-4AD6-4251-B6F5-9811DA781027}"/>
                </a:ext>
              </a:extLst>
            </p:cNvPr>
            <p:cNvSpPr txBox="1"/>
            <p:nvPr/>
          </p:nvSpPr>
          <p:spPr>
            <a:xfrm>
              <a:off x="584522" y="709475"/>
              <a:ext cx="2381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Integrity and Confidentiality were major concerns.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F260EF-B6A5-4CB4-B205-4461F9C08E34}"/>
              </a:ext>
            </a:extLst>
          </p:cNvPr>
          <p:cNvGrpSpPr/>
          <p:nvPr/>
        </p:nvGrpSpPr>
        <p:grpSpPr>
          <a:xfrm>
            <a:off x="-2903474" y="938437"/>
            <a:ext cx="2594919" cy="1050324"/>
            <a:chOff x="477795" y="654908"/>
            <a:chExt cx="2594919" cy="10503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F6F0FA0-1591-4B3F-9D4A-98A45328B4BB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A6294B-C677-477A-A001-E8B5BBAD5441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 suitable for long distances.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167C01-B794-4CC5-A114-A5E523BAB66F}"/>
              </a:ext>
            </a:extLst>
          </p:cNvPr>
          <p:cNvGrpSpPr/>
          <p:nvPr/>
        </p:nvGrpSpPr>
        <p:grpSpPr>
          <a:xfrm>
            <a:off x="-2903474" y="929507"/>
            <a:ext cx="2594919" cy="1050324"/>
            <a:chOff x="477795" y="654908"/>
            <a:chExt cx="2594919" cy="105032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DA07E17-A898-4453-A70A-495F9A208166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2CB2E9-55F6-467B-884F-8AE35707E3A2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Takes time to get to the destination.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09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CCAEA5-8A8F-494D-99E3-2F2665960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ABCF31-1357-4B86-AD9F-71B49B3AEF1E}"/>
              </a:ext>
            </a:extLst>
          </p:cNvPr>
          <p:cNvGrpSpPr/>
          <p:nvPr/>
        </p:nvGrpSpPr>
        <p:grpSpPr>
          <a:xfrm>
            <a:off x="-82379" y="5152767"/>
            <a:ext cx="12356757" cy="1915297"/>
            <a:chOff x="-1" y="5103341"/>
            <a:chExt cx="12356757" cy="19152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C654C8-9920-498D-B47D-75012BD6C2BB}"/>
                </a:ext>
              </a:extLst>
            </p:cNvPr>
            <p:cNvSpPr/>
            <p:nvPr/>
          </p:nvSpPr>
          <p:spPr>
            <a:xfrm>
              <a:off x="-1" y="5103341"/>
              <a:ext cx="12356757" cy="1915297"/>
            </a:xfrm>
            <a:prstGeom prst="rect">
              <a:avLst/>
            </a:prstGeom>
            <a:solidFill>
              <a:srgbClr val="946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9E766A-D2F7-444F-92C3-CCB13FB7333B}"/>
                </a:ext>
              </a:extLst>
            </p:cNvPr>
            <p:cNvSpPr txBox="1"/>
            <p:nvPr/>
          </p:nvSpPr>
          <p:spPr>
            <a:xfrm>
              <a:off x="3593757" y="5506991"/>
              <a:ext cx="500448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Forte" panose="03060902040502070203" pitchFamily="66" charset="0"/>
                </a:rPr>
                <a:t>Letter Writing</a:t>
              </a:r>
              <a:endParaRPr lang="en-US" sz="4400" b="1" dirty="0">
                <a:solidFill>
                  <a:schemeClr val="bg1"/>
                </a:solidFill>
                <a:latin typeface="Forte" panose="03060902040502070203" pitchFamily="66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5E182F-F81F-403E-9B27-86A19B69E6A6}"/>
              </a:ext>
            </a:extLst>
          </p:cNvPr>
          <p:cNvGrpSpPr/>
          <p:nvPr/>
        </p:nvGrpSpPr>
        <p:grpSpPr>
          <a:xfrm>
            <a:off x="477795" y="382382"/>
            <a:ext cx="2594919" cy="1050324"/>
            <a:chOff x="477795" y="654908"/>
            <a:chExt cx="2594919" cy="105032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04BD36A-5673-43A0-860C-E10ABB30B13A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042A71-8B27-40E6-A836-D4AAF1A5F5E2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Not suitable for long distances.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E829D5-4383-4BE7-A97B-05E05321565A}"/>
              </a:ext>
            </a:extLst>
          </p:cNvPr>
          <p:cNvGrpSpPr/>
          <p:nvPr/>
        </p:nvGrpSpPr>
        <p:grpSpPr>
          <a:xfrm>
            <a:off x="3550509" y="382382"/>
            <a:ext cx="2594919" cy="1050324"/>
            <a:chOff x="477795" y="654908"/>
            <a:chExt cx="2594919" cy="105032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27ADCF6-E602-48A9-9428-9261AD70F9F7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47B022-66C4-4F2D-9B76-EC6447C63FC1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Takes time to get to the destination.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D29033-E52B-496C-ABD8-F1A24743DC11}"/>
              </a:ext>
            </a:extLst>
          </p:cNvPr>
          <p:cNvGrpSpPr/>
          <p:nvPr/>
        </p:nvGrpSpPr>
        <p:grpSpPr>
          <a:xfrm>
            <a:off x="955590" y="1555931"/>
            <a:ext cx="2594919" cy="1050324"/>
            <a:chOff x="477795" y="654908"/>
            <a:chExt cx="2594919" cy="10503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F2753EF-63EE-4CBB-AD55-FB76FD6FCC19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38B366-7626-4247-9A9B-EC23AEFB8580}"/>
                </a:ext>
              </a:extLst>
            </p:cNvPr>
            <p:cNvSpPr txBox="1"/>
            <p:nvPr/>
          </p:nvSpPr>
          <p:spPr>
            <a:xfrm>
              <a:off x="584522" y="709475"/>
              <a:ext cx="2381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Integrity and Confidentiality were major concerns.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731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CCAEA5-8A8F-494D-99E3-2F2665960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8044" y="0"/>
            <a:ext cx="15462422" cy="929280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ABCF31-1357-4B86-AD9F-71B49B3AEF1E}"/>
              </a:ext>
            </a:extLst>
          </p:cNvPr>
          <p:cNvGrpSpPr/>
          <p:nvPr/>
        </p:nvGrpSpPr>
        <p:grpSpPr>
          <a:xfrm>
            <a:off x="6252154" y="-308919"/>
            <a:ext cx="6022224" cy="7376983"/>
            <a:chOff x="-1" y="5103341"/>
            <a:chExt cx="12356757" cy="191529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C654C8-9920-498D-B47D-75012BD6C2BB}"/>
                </a:ext>
              </a:extLst>
            </p:cNvPr>
            <p:cNvSpPr/>
            <p:nvPr/>
          </p:nvSpPr>
          <p:spPr>
            <a:xfrm>
              <a:off x="-1" y="5103341"/>
              <a:ext cx="12356757" cy="1915297"/>
            </a:xfrm>
            <a:prstGeom prst="rect">
              <a:avLst/>
            </a:prstGeom>
            <a:solidFill>
              <a:srgbClr val="946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9E766A-D2F7-444F-92C3-CCB13FB7333B}"/>
                </a:ext>
              </a:extLst>
            </p:cNvPr>
            <p:cNvSpPr txBox="1"/>
            <p:nvPr/>
          </p:nvSpPr>
          <p:spPr>
            <a:xfrm>
              <a:off x="202836" y="5584528"/>
              <a:ext cx="11333384" cy="551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Forte" panose="03060902040502070203" pitchFamily="66" charset="0"/>
                </a:rPr>
                <a:t>Disadvantages of that time</a:t>
              </a:r>
              <a:endParaRPr lang="en-US" sz="4400" b="1" dirty="0">
                <a:solidFill>
                  <a:schemeClr val="bg1"/>
                </a:solidFill>
                <a:latin typeface="Forte" panose="03060902040502070203" pitchFamily="66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5E182F-F81F-403E-9B27-86A19B69E6A6}"/>
              </a:ext>
            </a:extLst>
          </p:cNvPr>
          <p:cNvGrpSpPr/>
          <p:nvPr/>
        </p:nvGrpSpPr>
        <p:grpSpPr>
          <a:xfrm>
            <a:off x="477795" y="382382"/>
            <a:ext cx="2594919" cy="1050324"/>
            <a:chOff x="477795" y="654908"/>
            <a:chExt cx="2594919" cy="105032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04BD36A-5673-43A0-860C-E10ABB30B13A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042A71-8B27-40E6-A836-D4AAF1A5F5E2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 Connectivity over distances.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E829D5-4383-4BE7-A97B-05E05321565A}"/>
              </a:ext>
            </a:extLst>
          </p:cNvPr>
          <p:cNvGrpSpPr/>
          <p:nvPr/>
        </p:nvGrpSpPr>
        <p:grpSpPr>
          <a:xfrm>
            <a:off x="3550509" y="382382"/>
            <a:ext cx="2594919" cy="1050324"/>
            <a:chOff x="477795" y="654908"/>
            <a:chExt cx="2594919" cy="105032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27ADCF6-E602-48A9-9428-9261AD70F9F7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47B022-66C4-4F2D-9B76-EC6447C63FC1}"/>
                </a:ext>
              </a:extLst>
            </p:cNvPr>
            <p:cNvSpPr txBox="1"/>
            <p:nvPr/>
          </p:nvSpPr>
          <p:spPr>
            <a:xfrm>
              <a:off x="584521" y="718405"/>
              <a:ext cx="2381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Time taking communication methods.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D29033-E52B-496C-ABD8-F1A24743DC11}"/>
              </a:ext>
            </a:extLst>
          </p:cNvPr>
          <p:cNvGrpSpPr/>
          <p:nvPr/>
        </p:nvGrpSpPr>
        <p:grpSpPr>
          <a:xfrm>
            <a:off x="955590" y="1555931"/>
            <a:ext cx="2594919" cy="1050324"/>
            <a:chOff x="477795" y="654908"/>
            <a:chExt cx="2594919" cy="10503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F2753EF-63EE-4CBB-AD55-FB76FD6FCC19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38B366-7626-4247-9A9B-EC23AEFB8580}"/>
                </a:ext>
              </a:extLst>
            </p:cNvPr>
            <p:cNvSpPr txBox="1"/>
            <p:nvPr/>
          </p:nvSpPr>
          <p:spPr>
            <a:xfrm>
              <a:off x="584522" y="709475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 Medium for any sort of data transfer.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72FC7E5-A4F0-4FB6-8627-7D8C7E101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330" y="-8338064"/>
            <a:ext cx="12307330" cy="812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CD69E8-2A4E-47FF-AAB9-C386D0113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19081"/>
            <a:ext cx="12307330" cy="69228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660D51-AFFF-48A3-A512-0C748F1D1F55}"/>
              </a:ext>
            </a:extLst>
          </p:cNvPr>
          <p:cNvSpPr txBox="1"/>
          <p:nvPr/>
        </p:nvSpPr>
        <p:spPr>
          <a:xfrm rot="5400000">
            <a:off x="-6603306" y="3552873"/>
            <a:ext cx="603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Internet and Mobile Networks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52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8CB7EE-17BC-4FA5-956A-FB5661D8A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CEDADA-D13F-48F3-B323-7EB61696D422}"/>
              </a:ext>
            </a:extLst>
          </p:cNvPr>
          <p:cNvGrpSpPr/>
          <p:nvPr/>
        </p:nvGrpSpPr>
        <p:grpSpPr>
          <a:xfrm>
            <a:off x="-82379" y="5152767"/>
            <a:ext cx="12356757" cy="1915297"/>
            <a:chOff x="-1" y="5103341"/>
            <a:chExt cx="12356757" cy="19152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246880-49C8-430F-9366-5632CDDEA86F}"/>
                </a:ext>
              </a:extLst>
            </p:cNvPr>
            <p:cNvSpPr/>
            <p:nvPr/>
          </p:nvSpPr>
          <p:spPr>
            <a:xfrm>
              <a:off x="-1" y="5103341"/>
              <a:ext cx="12356757" cy="1915297"/>
            </a:xfrm>
            <a:prstGeom prst="rect">
              <a:avLst/>
            </a:prstGeom>
            <a:solidFill>
              <a:srgbClr val="946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3D8960-BD06-4DE5-921F-A118C1EE9B35}"/>
                </a:ext>
              </a:extLst>
            </p:cNvPr>
            <p:cNvSpPr txBox="1"/>
            <p:nvPr/>
          </p:nvSpPr>
          <p:spPr>
            <a:xfrm>
              <a:off x="3593756" y="5506991"/>
              <a:ext cx="50044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  <a:latin typeface="Forte" panose="03060902040502070203" pitchFamily="66" charset="0"/>
                </a:rPr>
                <a:t>Letter Writing</a:t>
              </a:r>
              <a:endParaRPr lang="en-US" sz="4400" b="1" dirty="0">
                <a:solidFill>
                  <a:schemeClr val="bg1"/>
                </a:solidFill>
                <a:latin typeface="Forte" panose="03060902040502070203" pitchFamily="66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CAC5A1-D1D4-4A4F-A7F3-B012DC5604F4}"/>
              </a:ext>
            </a:extLst>
          </p:cNvPr>
          <p:cNvGrpSpPr/>
          <p:nvPr/>
        </p:nvGrpSpPr>
        <p:grpSpPr>
          <a:xfrm>
            <a:off x="477795" y="382382"/>
            <a:ext cx="2594919" cy="1050324"/>
            <a:chOff x="477795" y="654908"/>
            <a:chExt cx="2594919" cy="105032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DFFA289-5A86-4CB8-BC3B-E6A4D1BBE8CA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A858DA-4D96-4605-A3F5-40C1A9AB6DC5}"/>
                </a:ext>
              </a:extLst>
            </p:cNvPr>
            <p:cNvSpPr txBox="1"/>
            <p:nvPr/>
          </p:nvSpPr>
          <p:spPr>
            <a:xfrm>
              <a:off x="584521" y="778476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 Connectivity over distances.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196DD4-98E9-498A-A5B3-262C12AF194F}"/>
              </a:ext>
            </a:extLst>
          </p:cNvPr>
          <p:cNvGrpSpPr/>
          <p:nvPr/>
        </p:nvGrpSpPr>
        <p:grpSpPr>
          <a:xfrm>
            <a:off x="3550509" y="382382"/>
            <a:ext cx="2594919" cy="1050324"/>
            <a:chOff x="477795" y="654908"/>
            <a:chExt cx="2594919" cy="10503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7FC8ACE-89F6-4F0C-8C09-C751CAA66BF9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0BCB23-414B-4F46-9FFB-01630E12B4D8}"/>
                </a:ext>
              </a:extLst>
            </p:cNvPr>
            <p:cNvSpPr txBox="1"/>
            <p:nvPr/>
          </p:nvSpPr>
          <p:spPr>
            <a:xfrm>
              <a:off x="584521" y="718405"/>
              <a:ext cx="2381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Time taking communication methods.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D2E1F1-B4AE-46E3-AF81-6369116A21D0}"/>
              </a:ext>
            </a:extLst>
          </p:cNvPr>
          <p:cNvGrpSpPr/>
          <p:nvPr/>
        </p:nvGrpSpPr>
        <p:grpSpPr>
          <a:xfrm>
            <a:off x="955590" y="1555931"/>
            <a:ext cx="2594919" cy="1050324"/>
            <a:chOff x="477795" y="654908"/>
            <a:chExt cx="2594919" cy="10503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3BB6AA6-33FE-4AA2-843F-6955AFE91D44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D477A0-744B-426E-839A-95D68273E1A1}"/>
                </a:ext>
              </a:extLst>
            </p:cNvPr>
            <p:cNvSpPr txBox="1"/>
            <p:nvPr/>
          </p:nvSpPr>
          <p:spPr>
            <a:xfrm>
              <a:off x="584522" y="709475"/>
              <a:ext cx="23814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 Medium for any sort of data transfer.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6247224-4B1D-4BFB-A1F5-9A0EA085A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90" y="-32437"/>
            <a:ext cx="12307330" cy="69228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95B548-BB78-42B1-8B50-63A27BADB82E}"/>
              </a:ext>
            </a:extLst>
          </p:cNvPr>
          <p:cNvSpPr/>
          <p:nvPr/>
        </p:nvSpPr>
        <p:spPr>
          <a:xfrm>
            <a:off x="679621" y="8983363"/>
            <a:ext cx="10602097" cy="6981568"/>
          </a:xfrm>
          <a:prstGeom prst="rect">
            <a:avLst/>
          </a:prstGeom>
          <a:solidFill>
            <a:srgbClr val="C6D1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8B7DC-E1D5-4BEA-9250-F708838CCDD9}"/>
              </a:ext>
            </a:extLst>
          </p:cNvPr>
          <p:cNvSpPr txBox="1"/>
          <p:nvPr/>
        </p:nvSpPr>
        <p:spPr>
          <a:xfrm>
            <a:off x="0" y="9480851"/>
            <a:ext cx="12307330" cy="6981568"/>
          </a:xfrm>
          <a:custGeom>
            <a:avLst/>
            <a:gdLst/>
            <a:ahLst/>
            <a:cxnLst/>
            <a:rect l="l" t="t" r="r" b="b"/>
            <a:pathLst>
              <a:path w="12307330" h="6981568"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1" y="551270"/>
                </a:moveTo>
                <a:cubicBezTo>
                  <a:pt x="5585104" y="551270"/>
                  <a:pt x="5600842" y="558805"/>
                  <a:pt x="5613567" y="573874"/>
                </a:cubicBezTo>
                <a:cubicBezTo>
                  <a:pt x="5626292" y="588943"/>
                  <a:pt x="5632655" y="611881"/>
                  <a:pt x="5632655" y="642688"/>
                </a:cubicBezTo>
                <a:cubicBezTo>
                  <a:pt x="5632655" y="675728"/>
                  <a:pt x="5626348" y="699726"/>
                  <a:pt x="5613734" y="714684"/>
                </a:cubicBezTo>
                <a:cubicBezTo>
                  <a:pt x="5601122" y="729641"/>
                  <a:pt x="5584992" y="737120"/>
                  <a:pt x="5565347" y="737120"/>
                </a:cubicBezTo>
                <a:cubicBezTo>
                  <a:pt x="5545925" y="737120"/>
                  <a:pt x="5529796" y="729529"/>
                  <a:pt x="5516959" y="714349"/>
                </a:cubicBezTo>
                <a:cubicBezTo>
                  <a:pt x="5504122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6" y="574209"/>
                </a:cubicBezTo>
                <a:cubicBezTo>
                  <a:pt x="5530075" y="558917"/>
                  <a:pt x="5546483" y="551270"/>
                  <a:pt x="5566351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7" y="457509"/>
                  <a:pt x="5452609" y="475089"/>
                  <a:pt x="5415998" y="510250"/>
                </a:cubicBezTo>
                <a:cubicBezTo>
                  <a:pt x="5379386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7" y="829207"/>
                  <a:pt x="5564677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3" y="697048"/>
                  <a:pt x="5769613" y="642353"/>
                </a:cubicBezTo>
                <a:cubicBezTo>
                  <a:pt x="5769613" y="593686"/>
                  <a:pt x="5754991" y="552721"/>
                  <a:pt x="5725746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19" y="457509"/>
                  <a:pt x="4591155" y="462587"/>
                  <a:pt x="4571733" y="472745"/>
                </a:cubicBezTo>
                <a:cubicBezTo>
                  <a:pt x="4552312" y="482903"/>
                  <a:pt x="4533112" y="499813"/>
                  <a:pt x="4514137" y="523477"/>
                </a:cubicBezTo>
                <a:lnTo>
                  <a:pt x="4514137" y="465545"/>
                </a:lnTo>
                <a:lnTo>
                  <a:pt x="4387223" y="465545"/>
                </a:lnTo>
                <a:lnTo>
                  <a:pt x="4387223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0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6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1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2" y="766922"/>
                  <a:pt x="6093147" y="780708"/>
                  <a:pt x="6109332" y="792874"/>
                </a:cubicBezTo>
                <a:cubicBezTo>
                  <a:pt x="6125517" y="805041"/>
                  <a:pt x="6145162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1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0" y="776531"/>
                </a:cubicBezTo>
                <a:cubicBezTo>
                  <a:pt x="5120071" y="794256"/>
                  <a:pt x="5131960" y="807467"/>
                  <a:pt x="5148033" y="816163"/>
                </a:cubicBezTo>
                <a:cubicBezTo>
                  <a:pt x="5164107" y="824859"/>
                  <a:pt x="5189109" y="829207"/>
                  <a:pt x="5223042" y="829207"/>
                </a:cubicBezTo>
                <a:cubicBezTo>
                  <a:pt x="5252287" y="829207"/>
                  <a:pt x="5283764" y="825523"/>
                  <a:pt x="5317473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5" y="732766"/>
                </a:cubicBezTo>
                <a:cubicBezTo>
                  <a:pt x="5254073" y="732766"/>
                  <a:pt x="5246259" y="728978"/>
                  <a:pt x="5241794" y="721402"/>
                </a:cubicBezTo>
                <a:cubicBezTo>
                  <a:pt x="5238892" y="716501"/>
                  <a:pt x="5237441" y="706476"/>
                  <a:pt x="5237441" y="691327"/>
                </a:cubicBezTo>
                <a:lnTo>
                  <a:pt x="5237441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1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3B45FE6-014E-49C9-8760-32D6698BE2B3}"/>
              </a:ext>
            </a:extLst>
          </p:cNvPr>
          <p:cNvSpPr/>
          <p:nvPr/>
        </p:nvSpPr>
        <p:spPr>
          <a:xfrm>
            <a:off x="-172996" y="7154644"/>
            <a:ext cx="12307330" cy="931562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2E979-13CD-408B-9809-F6BD17AC66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35" b="24815"/>
          <a:stretch/>
        </p:blipFill>
        <p:spPr>
          <a:xfrm>
            <a:off x="-8323208" y="-2624693"/>
            <a:ext cx="15636596" cy="95305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F2F528-48C8-4B52-8796-705ED3A5488D}"/>
              </a:ext>
            </a:extLst>
          </p:cNvPr>
          <p:cNvSpPr txBox="1"/>
          <p:nvPr/>
        </p:nvSpPr>
        <p:spPr>
          <a:xfrm rot="5400000">
            <a:off x="3643825" y="3167389"/>
            <a:ext cx="676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 2024, Internet and Mobile Networks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50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B33105D-55E4-445D-BDDB-9A1AF8A51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03892" y="382382"/>
            <a:ext cx="12307330" cy="692287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A196DD4-98E9-498A-A5B3-262C12AF194F}"/>
              </a:ext>
            </a:extLst>
          </p:cNvPr>
          <p:cNvGrpSpPr/>
          <p:nvPr/>
        </p:nvGrpSpPr>
        <p:grpSpPr>
          <a:xfrm>
            <a:off x="3550509" y="382382"/>
            <a:ext cx="2594919" cy="1050324"/>
            <a:chOff x="477795" y="654908"/>
            <a:chExt cx="2594919" cy="10503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7FC8ACE-89F6-4F0C-8C09-C751CAA66BF9}"/>
                </a:ext>
              </a:extLst>
            </p:cNvPr>
            <p:cNvSpPr/>
            <p:nvPr/>
          </p:nvSpPr>
          <p:spPr>
            <a:xfrm>
              <a:off x="477795" y="654908"/>
              <a:ext cx="2594919" cy="1050324"/>
            </a:xfrm>
            <a:prstGeom prst="roundRect">
              <a:avLst>
                <a:gd name="adj" fmla="val 29608"/>
              </a:avLst>
            </a:prstGeom>
            <a:solidFill>
              <a:srgbClr val="946C3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0BCB23-414B-4F46-9FFB-01630E12B4D8}"/>
                </a:ext>
              </a:extLst>
            </p:cNvPr>
            <p:cNvSpPr txBox="1"/>
            <p:nvPr/>
          </p:nvSpPr>
          <p:spPr>
            <a:xfrm>
              <a:off x="584521" y="718405"/>
              <a:ext cx="2381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Time taking communication methods.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2E2E979-13CD-408B-9809-F6BD17AC6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964" y="-301603"/>
            <a:ext cx="12307330" cy="812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95B548-BB78-42B1-8B50-63A27BADB82E}"/>
              </a:ext>
            </a:extLst>
          </p:cNvPr>
          <p:cNvSpPr/>
          <p:nvPr/>
        </p:nvSpPr>
        <p:spPr>
          <a:xfrm>
            <a:off x="679621" y="8983363"/>
            <a:ext cx="10602097" cy="6981568"/>
          </a:xfrm>
          <a:prstGeom prst="rect">
            <a:avLst/>
          </a:prstGeom>
          <a:solidFill>
            <a:srgbClr val="C6D1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8B7DC-E1D5-4BEA-9250-F708838CCDD9}"/>
              </a:ext>
            </a:extLst>
          </p:cNvPr>
          <p:cNvSpPr txBox="1"/>
          <p:nvPr/>
        </p:nvSpPr>
        <p:spPr>
          <a:xfrm>
            <a:off x="0" y="9480851"/>
            <a:ext cx="12307330" cy="6981568"/>
          </a:xfrm>
          <a:custGeom>
            <a:avLst/>
            <a:gdLst/>
            <a:ahLst/>
            <a:cxnLst/>
            <a:rect l="l" t="t" r="r" b="b"/>
            <a:pathLst>
              <a:path w="12307330" h="6981568"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1" y="551270"/>
                </a:moveTo>
                <a:cubicBezTo>
                  <a:pt x="5585104" y="551270"/>
                  <a:pt x="5600842" y="558805"/>
                  <a:pt x="5613567" y="573874"/>
                </a:cubicBezTo>
                <a:cubicBezTo>
                  <a:pt x="5626292" y="588943"/>
                  <a:pt x="5632655" y="611881"/>
                  <a:pt x="5632655" y="642688"/>
                </a:cubicBezTo>
                <a:cubicBezTo>
                  <a:pt x="5632655" y="675728"/>
                  <a:pt x="5626348" y="699726"/>
                  <a:pt x="5613734" y="714684"/>
                </a:cubicBezTo>
                <a:cubicBezTo>
                  <a:pt x="5601122" y="729641"/>
                  <a:pt x="5584992" y="737120"/>
                  <a:pt x="5565347" y="737120"/>
                </a:cubicBezTo>
                <a:cubicBezTo>
                  <a:pt x="5545925" y="737120"/>
                  <a:pt x="5529796" y="729529"/>
                  <a:pt x="5516959" y="714349"/>
                </a:cubicBezTo>
                <a:cubicBezTo>
                  <a:pt x="5504122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6" y="574209"/>
                </a:cubicBezTo>
                <a:cubicBezTo>
                  <a:pt x="5530075" y="558917"/>
                  <a:pt x="5546483" y="551270"/>
                  <a:pt x="5566351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7" y="457509"/>
                  <a:pt x="5452609" y="475089"/>
                  <a:pt x="5415998" y="510250"/>
                </a:cubicBezTo>
                <a:cubicBezTo>
                  <a:pt x="5379386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7" y="829207"/>
                  <a:pt x="5564677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3" y="697048"/>
                  <a:pt x="5769613" y="642353"/>
                </a:cubicBezTo>
                <a:cubicBezTo>
                  <a:pt x="5769613" y="593686"/>
                  <a:pt x="5754991" y="552721"/>
                  <a:pt x="5725746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19" y="457509"/>
                  <a:pt x="4591155" y="462587"/>
                  <a:pt x="4571733" y="472745"/>
                </a:cubicBezTo>
                <a:cubicBezTo>
                  <a:pt x="4552312" y="482903"/>
                  <a:pt x="4533112" y="499813"/>
                  <a:pt x="4514137" y="523477"/>
                </a:cubicBezTo>
                <a:lnTo>
                  <a:pt x="4514137" y="465545"/>
                </a:lnTo>
                <a:lnTo>
                  <a:pt x="4387223" y="465545"/>
                </a:lnTo>
                <a:lnTo>
                  <a:pt x="4387223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0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6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1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2" y="766922"/>
                  <a:pt x="6093147" y="780708"/>
                  <a:pt x="6109332" y="792874"/>
                </a:cubicBezTo>
                <a:cubicBezTo>
                  <a:pt x="6125517" y="805041"/>
                  <a:pt x="6145162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1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0" y="776531"/>
                </a:cubicBezTo>
                <a:cubicBezTo>
                  <a:pt x="5120071" y="794256"/>
                  <a:pt x="5131960" y="807467"/>
                  <a:pt x="5148033" y="816163"/>
                </a:cubicBezTo>
                <a:cubicBezTo>
                  <a:pt x="5164107" y="824859"/>
                  <a:pt x="5189109" y="829207"/>
                  <a:pt x="5223042" y="829207"/>
                </a:cubicBezTo>
                <a:cubicBezTo>
                  <a:pt x="5252287" y="829207"/>
                  <a:pt x="5283764" y="825523"/>
                  <a:pt x="5317473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5" y="732766"/>
                </a:cubicBezTo>
                <a:cubicBezTo>
                  <a:pt x="5254073" y="732766"/>
                  <a:pt x="5246259" y="728978"/>
                  <a:pt x="5241794" y="721402"/>
                </a:cubicBezTo>
                <a:cubicBezTo>
                  <a:pt x="5238892" y="716501"/>
                  <a:pt x="5237441" y="706476"/>
                  <a:pt x="5237441" y="691327"/>
                </a:cubicBezTo>
                <a:lnTo>
                  <a:pt x="5237441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1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3B45FE6-014E-49C9-8760-32D6698BE2B3}"/>
              </a:ext>
            </a:extLst>
          </p:cNvPr>
          <p:cNvSpPr/>
          <p:nvPr/>
        </p:nvSpPr>
        <p:spPr>
          <a:xfrm>
            <a:off x="-57665" y="6235357"/>
            <a:ext cx="12307330" cy="931562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5E0B8-BC24-4BA7-8D1C-C4C0952231FD}"/>
              </a:ext>
            </a:extLst>
          </p:cNvPr>
          <p:cNvSpPr txBox="1"/>
          <p:nvPr/>
        </p:nvSpPr>
        <p:spPr>
          <a:xfrm>
            <a:off x="1654100" y="5663448"/>
            <a:ext cx="8653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2024, Internet and Mobile Networks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0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975F-3B57-42BE-8126-520746A6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FA2F2-B70F-4EAB-9D8F-DDB4016A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63BE4-848E-4127-99D9-DB8C8F09F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854" y="-62706"/>
            <a:ext cx="12307330" cy="812800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6E18F24-A007-4D45-A7B4-32A514A8730D}"/>
              </a:ext>
            </a:extLst>
          </p:cNvPr>
          <p:cNvSpPr/>
          <p:nvPr/>
        </p:nvSpPr>
        <p:spPr>
          <a:xfrm>
            <a:off x="-214184" y="7110326"/>
            <a:ext cx="12307330" cy="746211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2BB2C-14A0-4467-875A-2727BC3C713C}"/>
              </a:ext>
            </a:extLst>
          </p:cNvPr>
          <p:cNvSpPr txBox="1"/>
          <p:nvPr/>
        </p:nvSpPr>
        <p:spPr>
          <a:xfrm>
            <a:off x="-98854" y="5297959"/>
            <a:ext cx="12307330" cy="6981568"/>
          </a:xfrm>
          <a:custGeom>
            <a:avLst/>
            <a:gdLst/>
            <a:ahLst/>
            <a:cxnLst/>
            <a:rect l="l" t="t" r="r" b="b"/>
            <a:pathLst>
              <a:path w="12307330" h="6981568">
                <a:moveTo>
                  <a:pt x="10558308" y="1234497"/>
                </a:moveTo>
                <a:lnTo>
                  <a:pt x="10558308" y="1242659"/>
                </a:lnTo>
                <a:cubicBezTo>
                  <a:pt x="10558308" y="1249022"/>
                  <a:pt x="10557282" y="1254191"/>
                  <a:pt x="10555232" y="1258168"/>
                </a:cubicBezTo>
                <a:cubicBezTo>
                  <a:pt x="10553180" y="1262144"/>
                  <a:pt x="10549706" y="1265514"/>
                  <a:pt x="10544809" y="1268276"/>
                </a:cubicBezTo>
                <a:cubicBezTo>
                  <a:pt x="10539912" y="1271039"/>
                  <a:pt x="10534616" y="1272420"/>
                  <a:pt x="10528924" y="1272420"/>
                </a:cubicBezTo>
                <a:cubicBezTo>
                  <a:pt x="10523482" y="1272420"/>
                  <a:pt x="10519359" y="1271144"/>
                  <a:pt x="10516555" y="1268590"/>
                </a:cubicBezTo>
                <a:cubicBezTo>
                  <a:pt x="10513750" y="1266037"/>
                  <a:pt x="10512348" y="1262751"/>
                  <a:pt x="10512348" y="1258733"/>
                </a:cubicBezTo>
                <a:cubicBezTo>
                  <a:pt x="10512348" y="1255217"/>
                  <a:pt x="10513771" y="1252077"/>
                  <a:pt x="10516618" y="1249315"/>
                </a:cubicBezTo>
                <a:cubicBezTo>
                  <a:pt x="10519380" y="1246636"/>
                  <a:pt x="10525952" y="1243915"/>
                  <a:pt x="10536332" y="1241152"/>
                </a:cubicBezTo>
                <a:cubicBezTo>
                  <a:pt x="10543951" y="1239227"/>
                  <a:pt x="10551276" y="1237009"/>
                  <a:pt x="10558308" y="1234497"/>
                </a:cubicBezTo>
                <a:close/>
                <a:moveTo>
                  <a:pt x="7081683" y="1234497"/>
                </a:moveTo>
                <a:lnTo>
                  <a:pt x="7081683" y="1242659"/>
                </a:lnTo>
                <a:cubicBezTo>
                  <a:pt x="7081683" y="1249022"/>
                  <a:pt x="7080658" y="1254191"/>
                  <a:pt x="7078607" y="1258168"/>
                </a:cubicBezTo>
                <a:cubicBezTo>
                  <a:pt x="7076556" y="1262144"/>
                  <a:pt x="7073081" y="1265514"/>
                  <a:pt x="7068184" y="1268276"/>
                </a:cubicBezTo>
                <a:cubicBezTo>
                  <a:pt x="7063287" y="1271039"/>
                  <a:pt x="7057992" y="1272420"/>
                  <a:pt x="7052299" y="1272420"/>
                </a:cubicBezTo>
                <a:cubicBezTo>
                  <a:pt x="7046857" y="1272420"/>
                  <a:pt x="7042734" y="1271144"/>
                  <a:pt x="7039930" y="1268590"/>
                </a:cubicBezTo>
                <a:cubicBezTo>
                  <a:pt x="7037125" y="1266037"/>
                  <a:pt x="7035723" y="1262751"/>
                  <a:pt x="7035723" y="1258733"/>
                </a:cubicBezTo>
                <a:cubicBezTo>
                  <a:pt x="7035723" y="1255217"/>
                  <a:pt x="7037146" y="1252077"/>
                  <a:pt x="7039993" y="1249315"/>
                </a:cubicBezTo>
                <a:cubicBezTo>
                  <a:pt x="7042755" y="1246636"/>
                  <a:pt x="7049327" y="1243915"/>
                  <a:pt x="7059708" y="1241152"/>
                </a:cubicBezTo>
                <a:cubicBezTo>
                  <a:pt x="7067326" y="1239227"/>
                  <a:pt x="7074651" y="1237009"/>
                  <a:pt x="7081683" y="1234497"/>
                </a:cubicBezTo>
                <a:close/>
                <a:moveTo>
                  <a:pt x="11971342" y="1199588"/>
                </a:moveTo>
                <a:cubicBezTo>
                  <a:pt x="11978124" y="1199588"/>
                  <a:pt x="11983732" y="1202162"/>
                  <a:pt x="11988170" y="1207310"/>
                </a:cubicBezTo>
                <a:cubicBezTo>
                  <a:pt x="11992606" y="1212459"/>
                  <a:pt x="11994824" y="1220265"/>
                  <a:pt x="11994824" y="1230730"/>
                </a:cubicBezTo>
                <a:cubicBezTo>
                  <a:pt x="11994824" y="1242283"/>
                  <a:pt x="11992648" y="1250612"/>
                  <a:pt x="11988295" y="1255719"/>
                </a:cubicBezTo>
                <a:cubicBezTo>
                  <a:pt x="11983942" y="1260826"/>
                  <a:pt x="11978500" y="1263379"/>
                  <a:pt x="11971970" y="1263379"/>
                </a:cubicBezTo>
                <a:cubicBezTo>
                  <a:pt x="11965859" y="1263379"/>
                  <a:pt x="11960732" y="1260847"/>
                  <a:pt x="11956588" y="1255782"/>
                </a:cubicBezTo>
                <a:cubicBezTo>
                  <a:pt x="11952444" y="1250717"/>
                  <a:pt x="11950372" y="1242743"/>
                  <a:pt x="11950372" y="1231860"/>
                </a:cubicBezTo>
                <a:cubicBezTo>
                  <a:pt x="11950372" y="1220224"/>
                  <a:pt x="11952381" y="1211936"/>
                  <a:pt x="11956399" y="1206996"/>
                </a:cubicBezTo>
                <a:cubicBezTo>
                  <a:pt x="11960418" y="1202057"/>
                  <a:pt x="11965398" y="1199588"/>
                  <a:pt x="11971342" y="1199588"/>
                </a:cubicBezTo>
                <a:close/>
                <a:moveTo>
                  <a:pt x="11133036" y="1199588"/>
                </a:moveTo>
                <a:cubicBezTo>
                  <a:pt x="11138812" y="1199588"/>
                  <a:pt x="11143730" y="1202057"/>
                  <a:pt x="11147790" y="1206996"/>
                </a:cubicBezTo>
                <a:cubicBezTo>
                  <a:pt x="11151851" y="1211936"/>
                  <a:pt x="11153881" y="1219679"/>
                  <a:pt x="11153881" y="1230228"/>
                </a:cubicBezTo>
                <a:cubicBezTo>
                  <a:pt x="11153881" y="1242199"/>
                  <a:pt x="11151809" y="1250717"/>
                  <a:pt x="11147665" y="1255782"/>
                </a:cubicBezTo>
                <a:cubicBezTo>
                  <a:pt x="11143521" y="1260847"/>
                  <a:pt x="11138394" y="1263379"/>
                  <a:pt x="11132282" y="1263379"/>
                </a:cubicBezTo>
                <a:cubicBezTo>
                  <a:pt x="11125668" y="1263379"/>
                  <a:pt x="11120206" y="1260805"/>
                  <a:pt x="11115895" y="1255656"/>
                </a:cubicBezTo>
                <a:cubicBezTo>
                  <a:pt x="11111584" y="1250508"/>
                  <a:pt x="11109428" y="1242199"/>
                  <a:pt x="11109428" y="1230730"/>
                </a:cubicBezTo>
                <a:cubicBezTo>
                  <a:pt x="11109428" y="1220265"/>
                  <a:pt x="11111626" y="1212459"/>
                  <a:pt x="11116020" y="1207310"/>
                </a:cubicBezTo>
                <a:cubicBezTo>
                  <a:pt x="11120416" y="1202162"/>
                  <a:pt x="11126088" y="1199588"/>
                  <a:pt x="11133036" y="1199588"/>
                </a:cubicBezTo>
                <a:close/>
                <a:moveTo>
                  <a:pt x="10875968" y="1199588"/>
                </a:moveTo>
                <a:cubicBezTo>
                  <a:pt x="10882748" y="1199588"/>
                  <a:pt x="10888358" y="1202162"/>
                  <a:pt x="10892794" y="1207310"/>
                </a:cubicBezTo>
                <a:cubicBezTo>
                  <a:pt x="10897231" y="1212459"/>
                  <a:pt x="10899450" y="1220265"/>
                  <a:pt x="10899450" y="1230730"/>
                </a:cubicBezTo>
                <a:cubicBezTo>
                  <a:pt x="10899450" y="1242283"/>
                  <a:pt x="10897274" y="1250612"/>
                  <a:pt x="10892920" y="1255719"/>
                </a:cubicBezTo>
                <a:cubicBezTo>
                  <a:pt x="10888566" y="1260826"/>
                  <a:pt x="10883126" y="1263379"/>
                  <a:pt x="10876596" y="1263379"/>
                </a:cubicBezTo>
                <a:cubicBezTo>
                  <a:pt x="10870484" y="1263379"/>
                  <a:pt x="10865356" y="1260847"/>
                  <a:pt x="10861213" y="1255782"/>
                </a:cubicBezTo>
                <a:cubicBezTo>
                  <a:pt x="10857069" y="1250717"/>
                  <a:pt x="10854997" y="1242743"/>
                  <a:pt x="10854997" y="1231860"/>
                </a:cubicBezTo>
                <a:cubicBezTo>
                  <a:pt x="10854997" y="1220224"/>
                  <a:pt x="10857006" y="1211936"/>
                  <a:pt x="10861024" y="1206996"/>
                </a:cubicBezTo>
                <a:cubicBezTo>
                  <a:pt x="10865043" y="1202057"/>
                  <a:pt x="10870024" y="1199588"/>
                  <a:pt x="10875968" y="1199588"/>
                </a:cubicBezTo>
                <a:close/>
                <a:moveTo>
                  <a:pt x="8476170" y="1198457"/>
                </a:moveTo>
                <a:cubicBezTo>
                  <a:pt x="8482700" y="1198457"/>
                  <a:pt x="8488225" y="1201032"/>
                  <a:pt x="8492746" y="1206180"/>
                </a:cubicBezTo>
                <a:cubicBezTo>
                  <a:pt x="8497266" y="1211329"/>
                  <a:pt x="8499527" y="1218759"/>
                  <a:pt x="8499527" y="1228470"/>
                </a:cubicBezTo>
                <a:cubicBezTo>
                  <a:pt x="8499527" y="1238181"/>
                  <a:pt x="8497371" y="1245443"/>
                  <a:pt x="8493060" y="1250257"/>
                </a:cubicBezTo>
                <a:cubicBezTo>
                  <a:pt x="8488748" y="1255070"/>
                  <a:pt x="8483412" y="1257477"/>
                  <a:pt x="8477049" y="1257477"/>
                </a:cubicBezTo>
                <a:cubicBezTo>
                  <a:pt x="8470352" y="1257477"/>
                  <a:pt x="8464952" y="1255154"/>
                  <a:pt x="8460850" y="1250508"/>
                </a:cubicBezTo>
                <a:cubicBezTo>
                  <a:pt x="8456748" y="1245861"/>
                  <a:pt x="8454697" y="1238725"/>
                  <a:pt x="8454697" y="1229097"/>
                </a:cubicBezTo>
                <a:cubicBezTo>
                  <a:pt x="8454697" y="1218131"/>
                  <a:pt x="8456643" y="1210282"/>
                  <a:pt x="8460536" y="1205552"/>
                </a:cubicBezTo>
                <a:cubicBezTo>
                  <a:pt x="8464429" y="1200822"/>
                  <a:pt x="8469640" y="1198457"/>
                  <a:pt x="8476170" y="1198457"/>
                </a:cubicBezTo>
                <a:close/>
                <a:moveTo>
                  <a:pt x="11633466" y="1196574"/>
                </a:moveTo>
                <a:cubicBezTo>
                  <a:pt x="11640498" y="1196574"/>
                  <a:pt x="11646400" y="1199399"/>
                  <a:pt x="11651171" y="1205050"/>
                </a:cubicBezTo>
                <a:cubicBezTo>
                  <a:pt x="11655943" y="1210701"/>
                  <a:pt x="11658329" y="1219303"/>
                  <a:pt x="11658329" y="1230855"/>
                </a:cubicBezTo>
                <a:cubicBezTo>
                  <a:pt x="11658329" y="1243245"/>
                  <a:pt x="11655964" y="1252245"/>
                  <a:pt x="11651234" y="1257854"/>
                </a:cubicBezTo>
                <a:cubicBezTo>
                  <a:pt x="11646504" y="1263463"/>
                  <a:pt x="11640456" y="1266267"/>
                  <a:pt x="11633088" y="1266267"/>
                </a:cubicBezTo>
                <a:cubicBezTo>
                  <a:pt x="11625806" y="1266267"/>
                  <a:pt x="11619757" y="1263421"/>
                  <a:pt x="11614943" y="1257728"/>
                </a:cubicBezTo>
                <a:cubicBezTo>
                  <a:pt x="11610130" y="1252036"/>
                  <a:pt x="11607722" y="1243245"/>
                  <a:pt x="11607722" y="1231358"/>
                </a:cubicBezTo>
                <a:cubicBezTo>
                  <a:pt x="11607722" y="1219638"/>
                  <a:pt x="11610150" y="1210910"/>
                  <a:pt x="11615006" y="1205176"/>
                </a:cubicBezTo>
                <a:cubicBezTo>
                  <a:pt x="11619862" y="1199441"/>
                  <a:pt x="11626014" y="1196574"/>
                  <a:pt x="11633466" y="1196574"/>
                </a:cubicBezTo>
                <a:close/>
                <a:moveTo>
                  <a:pt x="8899791" y="1196574"/>
                </a:moveTo>
                <a:cubicBezTo>
                  <a:pt x="8906823" y="1196574"/>
                  <a:pt x="8912725" y="1199399"/>
                  <a:pt x="8917497" y="1205050"/>
                </a:cubicBezTo>
                <a:cubicBezTo>
                  <a:pt x="8922268" y="1210701"/>
                  <a:pt x="8924654" y="1219303"/>
                  <a:pt x="8924654" y="1230855"/>
                </a:cubicBezTo>
                <a:cubicBezTo>
                  <a:pt x="8924654" y="1243245"/>
                  <a:pt x="8922290" y="1252245"/>
                  <a:pt x="8917560" y="1257854"/>
                </a:cubicBezTo>
                <a:cubicBezTo>
                  <a:pt x="8912830" y="1263463"/>
                  <a:pt x="8906781" y="1266267"/>
                  <a:pt x="8899414" y="1266267"/>
                </a:cubicBezTo>
                <a:cubicBezTo>
                  <a:pt x="8892131" y="1266267"/>
                  <a:pt x="8886082" y="1263421"/>
                  <a:pt x="8881268" y="1257728"/>
                </a:cubicBezTo>
                <a:cubicBezTo>
                  <a:pt x="8876455" y="1252036"/>
                  <a:pt x="8874048" y="1243245"/>
                  <a:pt x="8874048" y="1231358"/>
                </a:cubicBezTo>
                <a:cubicBezTo>
                  <a:pt x="8874048" y="1219638"/>
                  <a:pt x="8876476" y="1210910"/>
                  <a:pt x="8881331" y="1205176"/>
                </a:cubicBezTo>
                <a:cubicBezTo>
                  <a:pt x="8886187" y="1199441"/>
                  <a:pt x="8892340" y="1196574"/>
                  <a:pt x="8899791" y="1196574"/>
                </a:cubicBezTo>
                <a:close/>
                <a:moveTo>
                  <a:pt x="7671066" y="1196574"/>
                </a:moveTo>
                <a:cubicBezTo>
                  <a:pt x="7678098" y="1196574"/>
                  <a:pt x="7684000" y="1199399"/>
                  <a:pt x="7688772" y="1205050"/>
                </a:cubicBezTo>
                <a:cubicBezTo>
                  <a:pt x="7693544" y="1210701"/>
                  <a:pt x="7695929" y="1219303"/>
                  <a:pt x="7695929" y="1230855"/>
                </a:cubicBezTo>
                <a:cubicBezTo>
                  <a:pt x="7695929" y="1243245"/>
                  <a:pt x="7693565" y="1252245"/>
                  <a:pt x="7688835" y="1257854"/>
                </a:cubicBezTo>
                <a:cubicBezTo>
                  <a:pt x="7684105" y="1263463"/>
                  <a:pt x="7678056" y="1266267"/>
                  <a:pt x="7670689" y="1266267"/>
                </a:cubicBezTo>
                <a:cubicBezTo>
                  <a:pt x="7663406" y="1266267"/>
                  <a:pt x="7657357" y="1263421"/>
                  <a:pt x="7652544" y="1257728"/>
                </a:cubicBezTo>
                <a:cubicBezTo>
                  <a:pt x="7647730" y="1252036"/>
                  <a:pt x="7645323" y="1243245"/>
                  <a:pt x="7645323" y="1231358"/>
                </a:cubicBezTo>
                <a:cubicBezTo>
                  <a:pt x="7645323" y="1219638"/>
                  <a:pt x="7647751" y="1210910"/>
                  <a:pt x="7652606" y="1205176"/>
                </a:cubicBezTo>
                <a:cubicBezTo>
                  <a:pt x="7657462" y="1199441"/>
                  <a:pt x="7663615" y="1196574"/>
                  <a:pt x="7671066" y="1196574"/>
                </a:cubicBezTo>
                <a:close/>
                <a:moveTo>
                  <a:pt x="11300468" y="1191676"/>
                </a:moveTo>
                <a:cubicBezTo>
                  <a:pt x="11307500" y="1191676"/>
                  <a:pt x="11313171" y="1193811"/>
                  <a:pt x="11317482" y="1198081"/>
                </a:cubicBezTo>
                <a:cubicBezTo>
                  <a:pt x="11321794" y="1202350"/>
                  <a:pt x="11324452" y="1209424"/>
                  <a:pt x="11325456" y="1219303"/>
                </a:cubicBezTo>
                <a:lnTo>
                  <a:pt x="11275102" y="1219303"/>
                </a:lnTo>
                <a:cubicBezTo>
                  <a:pt x="11275938" y="1211350"/>
                  <a:pt x="11277906" y="1205364"/>
                  <a:pt x="11281004" y="1201346"/>
                </a:cubicBezTo>
                <a:cubicBezTo>
                  <a:pt x="11285859" y="1194899"/>
                  <a:pt x="11292347" y="1191676"/>
                  <a:pt x="11300468" y="1191676"/>
                </a:cubicBezTo>
                <a:close/>
                <a:moveTo>
                  <a:pt x="9414517" y="1191676"/>
                </a:moveTo>
                <a:cubicBezTo>
                  <a:pt x="9421550" y="1191676"/>
                  <a:pt x="9427221" y="1193811"/>
                  <a:pt x="9431532" y="1198081"/>
                </a:cubicBezTo>
                <a:cubicBezTo>
                  <a:pt x="9435844" y="1202350"/>
                  <a:pt x="9438502" y="1209424"/>
                  <a:pt x="9439506" y="1219303"/>
                </a:cubicBezTo>
                <a:lnTo>
                  <a:pt x="9389152" y="1219303"/>
                </a:lnTo>
                <a:cubicBezTo>
                  <a:pt x="9389988" y="1211350"/>
                  <a:pt x="9391956" y="1205364"/>
                  <a:pt x="9395054" y="1201346"/>
                </a:cubicBezTo>
                <a:cubicBezTo>
                  <a:pt x="9399909" y="1194899"/>
                  <a:pt x="9406397" y="1191676"/>
                  <a:pt x="9414517" y="1191676"/>
                </a:cubicBezTo>
                <a:close/>
                <a:moveTo>
                  <a:pt x="11386151" y="1164427"/>
                </a:moveTo>
                <a:lnTo>
                  <a:pt x="11442114" y="1297763"/>
                </a:lnTo>
                <a:cubicBezTo>
                  <a:pt x="11439520" y="1304888"/>
                  <a:pt x="11436364" y="1309833"/>
                  <a:pt x="11432642" y="1312599"/>
                </a:cubicBezTo>
                <a:cubicBezTo>
                  <a:pt x="11428920" y="1315365"/>
                  <a:pt x="11424047" y="1316748"/>
                  <a:pt x="11418024" y="1316748"/>
                </a:cubicBezTo>
                <a:cubicBezTo>
                  <a:pt x="11408992" y="1316748"/>
                  <a:pt x="11400794" y="1315576"/>
                  <a:pt x="11393434" y="1313232"/>
                </a:cubicBezTo>
                <a:lnTo>
                  <a:pt x="11397448" y="1348895"/>
                </a:lnTo>
                <a:cubicBezTo>
                  <a:pt x="11412846" y="1350904"/>
                  <a:pt x="11424226" y="1351909"/>
                  <a:pt x="11431591" y="1351909"/>
                </a:cubicBezTo>
                <a:cubicBezTo>
                  <a:pt x="11449749" y="1351909"/>
                  <a:pt x="11463263" y="1347887"/>
                  <a:pt x="11472134" y="1339844"/>
                </a:cubicBezTo>
                <a:cubicBezTo>
                  <a:pt x="11478409" y="1334147"/>
                  <a:pt x="11484560" y="1323172"/>
                  <a:pt x="11490584" y="1306920"/>
                </a:cubicBezTo>
                <a:lnTo>
                  <a:pt x="11543494" y="1164427"/>
                </a:lnTo>
                <a:lnTo>
                  <a:pt x="11493132" y="1164427"/>
                </a:lnTo>
                <a:lnTo>
                  <a:pt x="11467586" y="1253208"/>
                </a:lnTo>
                <a:lnTo>
                  <a:pt x="11440078" y="1164427"/>
                </a:lnTo>
                <a:close/>
                <a:moveTo>
                  <a:pt x="10233626" y="1164427"/>
                </a:moveTo>
                <a:lnTo>
                  <a:pt x="10289588" y="1297763"/>
                </a:lnTo>
                <a:cubicBezTo>
                  <a:pt x="10286996" y="1304888"/>
                  <a:pt x="10283838" y="1309833"/>
                  <a:pt x="10280116" y="1312599"/>
                </a:cubicBezTo>
                <a:cubicBezTo>
                  <a:pt x="10276394" y="1315365"/>
                  <a:pt x="10271522" y="1316748"/>
                  <a:pt x="10265500" y="1316748"/>
                </a:cubicBezTo>
                <a:cubicBezTo>
                  <a:pt x="10256466" y="1316748"/>
                  <a:pt x="10248269" y="1315576"/>
                  <a:pt x="10240909" y="1313232"/>
                </a:cubicBezTo>
                <a:lnTo>
                  <a:pt x="10244923" y="1348895"/>
                </a:lnTo>
                <a:cubicBezTo>
                  <a:pt x="10260320" y="1350904"/>
                  <a:pt x="10271701" y="1351909"/>
                  <a:pt x="10279066" y="1351909"/>
                </a:cubicBezTo>
                <a:cubicBezTo>
                  <a:pt x="10297224" y="1351909"/>
                  <a:pt x="10310738" y="1347887"/>
                  <a:pt x="10319608" y="1339844"/>
                </a:cubicBezTo>
                <a:cubicBezTo>
                  <a:pt x="10325884" y="1334147"/>
                  <a:pt x="10332035" y="1323172"/>
                  <a:pt x="10338060" y="1306920"/>
                </a:cubicBezTo>
                <a:lnTo>
                  <a:pt x="10390970" y="1164427"/>
                </a:lnTo>
                <a:lnTo>
                  <a:pt x="10340606" y="1164427"/>
                </a:lnTo>
                <a:lnTo>
                  <a:pt x="10315060" y="1253208"/>
                </a:lnTo>
                <a:lnTo>
                  <a:pt x="10287554" y="1164427"/>
                </a:lnTo>
                <a:close/>
                <a:moveTo>
                  <a:pt x="10050176" y="1164427"/>
                </a:moveTo>
                <a:lnTo>
                  <a:pt x="10050176" y="1297786"/>
                </a:lnTo>
                <a:lnTo>
                  <a:pt x="10101285" y="1297786"/>
                </a:lnTo>
                <a:lnTo>
                  <a:pt x="10101285" y="1164427"/>
                </a:lnTo>
                <a:close/>
                <a:moveTo>
                  <a:pt x="9871299" y="1164427"/>
                </a:moveTo>
                <a:lnTo>
                  <a:pt x="9926759" y="1297786"/>
                </a:lnTo>
                <a:lnTo>
                  <a:pt x="9972090" y="1297786"/>
                </a:lnTo>
                <a:lnTo>
                  <a:pt x="10028768" y="1164427"/>
                </a:lnTo>
                <a:lnTo>
                  <a:pt x="9977193" y="1164427"/>
                </a:lnTo>
                <a:lnTo>
                  <a:pt x="9950348" y="1248938"/>
                </a:lnTo>
                <a:lnTo>
                  <a:pt x="9924476" y="1164427"/>
                </a:lnTo>
                <a:close/>
                <a:moveTo>
                  <a:pt x="9802526" y="1164427"/>
                </a:moveTo>
                <a:lnTo>
                  <a:pt x="9802526" y="1297786"/>
                </a:lnTo>
                <a:lnTo>
                  <a:pt x="9853635" y="1297786"/>
                </a:lnTo>
                <a:lnTo>
                  <a:pt x="9853635" y="1164427"/>
                </a:lnTo>
                <a:close/>
                <a:moveTo>
                  <a:pt x="8154702" y="1164427"/>
                </a:moveTo>
                <a:lnTo>
                  <a:pt x="8154702" y="1297786"/>
                </a:lnTo>
                <a:lnTo>
                  <a:pt x="8205810" y="1297786"/>
                </a:lnTo>
                <a:lnTo>
                  <a:pt x="8205810" y="1164427"/>
                </a:lnTo>
                <a:close/>
                <a:moveTo>
                  <a:pt x="11830030" y="1161413"/>
                </a:moveTo>
                <a:cubicBezTo>
                  <a:pt x="11819566" y="1161413"/>
                  <a:pt x="11810692" y="1163318"/>
                  <a:pt x="11803408" y="1167127"/>
                </a:cubicBezTo>
                <a:cubicBezTo>
                  <a:pt x="11796125" y="1170936"/>
                  <a:pt x="11788926" y="1177277"/>
                  <a:pt x="11781810" y="1186151"/>
                </a:cubicBezTo>
                <a:lnTo>
                  <a:pt x="11781810" y="1164427"/>
                </a:lnTo>
                <a:lnTo>
                  <a:pt x="11734218" y="1164427"/>
                </a:lnTo>
                <a:lnTo>
                  <a:pt x="11734218" y="1297786"/>
                </a:lnTo>
                <a:lnTo>
                  <a:pt x="11785326" y="1297786"/>
                </a:lnTo>
                <a:lnTo>
                  <a:pt x="11785326" y="1233744"/>
                </a:lnTo>
                <a:cubicBezTo>
                  <a:pt x="11785326" y="1221605"/>
                  <a:pt x="11787252" y="1213191"/>
                  <a:pt x="11791102" y="1208503"/>
                </a:cubicBezTo>
                <a:cubicBezTo>
                  <a:pt x="11794953" y="1203815"/>
                  <a:pt x="11799976" y="1201471"/>
                  <a:pt x="11806171" y="1201471"/>
                </a:cubicBezTo>
                <a:cubicBezTo>
                  <a:pt x="11811780" y="1201471"/>
                  <a:pt x="11816134" y="1203208"/>
                  <a:pt x="11819231" y="1206682"/>
                </a:cubicBezTo>
                <a:cubicBezTo>
                  <a:pt x="11822328" y="1210157"/>
                  <a:pt x="11823877" y="1216080"/>
                  <a:pt x="11823877" y="1224451"/>
                </a:cubicBezTo>
                <a:lnTo>
                  <a:pt x="11823877" y="1297786"/>
                </a:lnTo>
                <a:lnTo>
                  <a:pt x="11875236" y="1297786"/>
                </a:lnTo>
                <a:lnTo>
                  <a:pt x="11875236" y="1213024"/>
                </a:lnTo>
                <a:cubicBezTo>
                  <a:pt x="11875236" y="1195444"/>
                  <a:pt x="11871239" y="1182447"/>
                  <a:pt x="11863244" y="1174033"/>
                </a:cubicBezTo>
                <a:cubicBezTo>
                  <a:pt x="11855250" y="1165620"/>
                  <a:pt x="11844178" y="1161413"/>
                  <a:pt x="11830030" y="1161413"/>
                </a:cubicBezTo>
                <a:close/>
                <a:moveTo>
                  <a:pt x="11632712" y="1161413"/>
                </a:moveTo>
                <a:cubicBezTo>
                  <a:pt x="11609355" y="1161413"/>
                  <a:pt x="11590812" y="1168006"/>
                  <a:pt x="11577082" y="1181191"/>
                </a:cubicBezTo>
                <a:cubicBezTo>
                  <a:pt x="11563354" y="1194376"/>
                  <a:pt x="11556488" y="1211140"/>
                  <a:pt x="11556488" y="1231483"/>
                </a:cubicBezTo>
                <a:cubicBezTo>
                  <a:pt x="11556488" y="1253333"/>
                  <a:pt x="11564609" y="1270997"/>
                  <a:pt x="11580850" y="1284475"/>
                </a:cubicBezTo>
                <a:cubicBezTo>
                  <a:pt x="11594077" y="1295358"/>
                  <a:pt x="11611406" y="1300800"/>
                  <a:pt x="11632838" y="1300800"/>
                </a:cubicBezTo>
                <a:cubicBezTo>
                  <a:pt x="11656864" y="1300800"/>
                  <a:pt x="11675679" y="1294249"/>
                  <a:pt x="11689283" y="1281148"/>
                </a:cubicBezTo>
                <a:cubicBezTo>
                  <a:pt x="11702886" y="1268046"/>
                  <a:pt x="11709688" y="1251240"/>
                  <a:pt x="11709688" y="1230730"/>
                </a:cubicBezTo>
                <a:cubicBezTo>
                  <a:pt x="11709688" y="1212480"/>
                  <a:pt x="11704205" y="1197118"/>
                  <a:pt x="11693238" y="1184644"/>
                </a:cubicBezTo>
                <a:cubicBezTo>
                  <a:pt x="11679593" y="1169157"/>
                  <a:pt x="11659418" y="1161413"/>
                  <a:pt x="11632712" y="1161413"/>
                </a:cubicBezTo>
                <a:close/>
                <a:moveTo>
                  <a:pt x="11298332" y="1161413"/>
                </a:moveTo>
                <a:cubicBezTo>
                  <a:pt x="11274808" y="1161413"/>
                  <a:pt x="11256370" y="1167859"/>
                  <a:pt x="11243018" y="1180752"/>
                </a:cubicBezTo>
                <a:cubicBezTo>
                  <a:pt x="11229664" y="1193644"/>
                  <a:pt x="11222988" y="1210512"/>
                  <a:pt x="11222988" y="1231358"/>
                </a:cubicBezTo>
                <a:cubicBezTo>
                  <a:pt x="11222988" y="1246008"/>
                  <a:pt x="11226316" y="1258754"/>
                  <a:pt x="11232972" y="1269595"/>
                </a:cubicBezTo>
                <a:cubicBezTo>
                  <a:pt x="11239627" y="1280436"/>
                  <a:pt x="11248020" y="1288347"/>
                  <a:pt x="11258149" y="1293328"/>
                </a:cubicBezTo>
                <a:cubicBezTo>
                  <a:pt x="11268278" y="1298309"/>
                  <a:pt x="11282176" y="1300800"/>
                  <a:pt x="11299840" y="1300800"/>
                </a:cubicBezTo>
                <a:cubicBezTo>
                  <a:pt x="11320182" y="1300800"/>
                  <a:pt x="11335796" y="1297891"/>
                  <a:pt x="11346678" y="1292073"/>
                </a:cubicBezTo>
                <a:cubicBezTo>
                  <a:pt x="11357562" y="1286254"/>
                  <a:pt x="11366854" y="1276648"/>
                  <a:pt x="11374556" y="1263253"/>
                </a:cubicBezTo>
                <a:lnTo>
                  <a:pt x="11324201" y="1258607"/>
                </a:lnTo>
                <a:cubicBezTo>
                  <a:pt x="11321020" y="1262626"/>
                  <a:pt x="11318048" y="1265430"/>
                  <a:pt x="11315285" y="1267021"/>
                </a:cubicBezTo>
                <a:cubicBezTo>
                  <a:pt x="11310764" y="1269532"/>
                  <a:pt x="11305992" y="1270788"/>
                  <a:pt x="11300970" y="1270788"/>
                </a:cubicBezTo>
                <a:cubicBezTo>
                  <a:pt x="11293016" y="1270788"/>
                  <a:pt x="11286571" y="1267900"/>
                  <a:pt x="11281632" y="1262123"/>
                </a:cubicBezTo>
                <a:cubicBezTo>
                  <a:pt x="11278115" y="1258105"/>
                  <a:pt x="11275897" y="1251994"/>
                  <a:pt x="11274976" y="1243790"/>
                </a:cubicBezTo>
                <a:lnTo>
                  <a:pt x="11377444" y="1243790"/>
                </a:lnTo>
                <a:lnTo>
                  <a:pt x="11377444" y="1238013"/>
                </a:lnTo>
                <a:cubicBezTo>
                  <a:pt x="11377444" y="1220433"/>
                  <a:pt x="11374556" y="1206159"/>
                  <a:pt x="11368780" y="1195192"/>
                </a:cubicBezTo>
                <a:cubicBezTo>
                  <a:pt x="11363003" y="1184226"/>
                  <a:pt x="11354590" y="1175854"/>
                  <a:pt x="11343539" y="1170078"/>
                </a:cubicBezTo>
                <a:cubicBezTo>
                  <a:pt x="11332488" y="1164301"/>
                  <a:pt x="11317420" y="1161413"/>
                  <a:pt x="11298332" y="1161413"/>
                </a:cubicBezTo>
                <a:close/>
                <a:moveTo>
                  <a:pt x="10734656" y="1161413"/>
                </a:moveTo>
                <a:cubicBezTo>
                  <a:pt x="10724191" y="1161413"/>
                  <a:pt x="10715317" y="1163318"/>
                  <a:pt x="10708034" y="1167127"/>
                </a:cubicBezTo>
                <a:cubicBezTo>
                  <a:pt x="10700750" y="1170936"/>
                  <a:pt x="10693551" y="1177277"/>
                  <a:pt x="10686435" y="1186151"/>
                </a:cubicBezTo>
                <a:lnTo>
                  <a:pt x="10686435" y="1164427"/>
                </a:lnTo>
                <a:lnTo>
                  <a:pt x="10638843" y="1164427"/>
                </a:lnTo>
                <a:lnTo>
                  <a:pt x="10638843" y="1297786"/>
                </a:lnTo>
                <a:lnTo>
                  <a:pt x="10689951" y="1297786"/>
                </a:lnTo>
                <a:lnTo>
                  <a:pt x="10689951" y="1233744"/>
                </a:lnTo>
                <a:cubicBezTo>
                  <a:pt x="10689951" y="1221605"/>
                  <a:pt x="10691876" y="1213191"/>
                  <a:pt x="10695728" y="1208503"/>
                </a:cubicBezTo>
                <a:cubicBezTo>
                  <a:pt x="10699578" y="1203815"/>
                  <a:pt x="10704602" y="1201471"/>
                  <a:pt x="10710796" y="1201471"/>
                </a:cubicBezTo>
                <a:cubicBezTo>
                  <a:pt x="10716405" y="1201471"/>
                  <a:pt x="10720758" y="1203208"/>
                  <a:pt x="10723856" y="1206682"/>
                </a:cubicBezTo>
                <a:cubicBezTo>
                  <a:pt x="10726954" y="1210157"/>
                  <a:pt x="10728502" y="1216080"/>
                  <a:pt x="10728502" y="1224451"/>
                </a:cubicBezTo>
                <a:lnTo>
                  <a:pt x="10728502" y="1297786"/>
                </a:lnTo>
                <a:lnTo>
                  <a:pt x="10779862" y="1297786"/>
                </a:lnTo>
                <a:lnTo>
                  <a:pt x="10779862" y="1213024"/>
                </a:lnTo>
                <a:cubicBezTo>
                  <a:pt x="10779862" y="1195444"/>
                  <a:pt x="10775864" y="1182447"/>
                  <a:pt x="10767870" y="1174033"/>
                </a:cubicBezTo>
                <a:cubicBezTo>
                  <a:pt x="10759875" y="1165620"/>
                  <a:pt x="10748803" y="1161413"/>
                  <a:pt x="10734656" y="1161413"/>
                </a:cubicBezTo>
                <a:close/>
                <a:moveTo>
                  <a:pt x="10534072" y="1161413"/>
                </a:moveTo>
                <a:cubicBezTo>
                  <a:pt x="10524529" y="1161413"/>
                  <a:pt x="10515655" y="1162125"/>
                  <a:pt x="10507451" y="1163548"/>
                </a:cubicBezTo>
                <a:cubicBezTo>
                  <a:pt x="10499246" y="1164971"/>
                  <a:pt x="10492800" y="1166980"/>
                  <a:pt x="10488112" y="1169575"/>
                </a:cubicBezTo>
                <a:cubicBezTo>
                  <a:pt x="10481582" y="1173175"/>
                  <a:pt x="10476580" y="1177424"/>
                  <a:pt x="10473106" y="1182321"/>
                </a:cubicBezTo>
                <a:cubicBezTo>
                  <a:pt x="10469632" y="1187219"/>
                  <a:pt x="10466974" y="1193937"/>
                  <a:pt x="10465132" y="1202476"/>
                </a:cubicBezTo>
                <a:lnTo>
                  <a:pt x="10513980" y="1207624"/>
                </a:lnTo>
                <a:cubicBezTo>
                  <a:pt x="10515990" y="1201848"/>
                  <a:pt x="10518627" y="1197913"/>
                  <a:pt x="10521892" y="1195820"/>
                </a:cubicBezTo>
                <a:cubicBezTo>
                  <a:pt x="10526078" y="1193141"/>
                  <a:pt x="10532356" y="1191802"/>
                  <a:pt x="10540728" y="1191802"/>
                </a:cubicBezTo>
                <a:cubicBezTo>
                  <a:pt x="10547258" y="1191802"/>
                  <a:pt x="10551820" y="1193058"/>
                  <a:pt x="10554415" y="1195569"/>
                </a:cubicBezTo>
                <a:cubicBezTo>
                  <a:pt x="10557010" y="1198081"/>
                  <a:pt x="10558308" y="1202476"/>
                  <a:pt x="10558308" y="1208754"/>
                </a:cubicBezTo>
                <a:cubicBezTo>
                  <a:pt x="10551946" y="1211266"/>
                  <a:pt x="10545918" y="1213296"/>
                  <a:pt x="10540226" y="1214845"/>
                </a:cubicBezTo>
                <a:cubicBezTo>
                  <a:pt x="10534533" y="1216394"/>
                  <a:pt x="10522101" y="1219093"/>
                  <a:pt x="10502930" y="1222944"/>
                </a:cubicBezTo>
                <a:cubicBezTo>
                  <a:pt x="10486940" y="1226125"/>
                  <a:pt x="10475974" y="1230981"/>
                  <a:pt x="10470030" y="1237511"/>
                </a:cubicBezTo>
                <a:cubicBezTo>
                  <a:pt x="10464086" y="1244041"/>
                  <a:pt x="10461114" y="1252370"/>
                  <a:pt x="10461114" y="1262500"/>
                </a:cubicBezTo>
                <a:cubicBezTo>
                  <a:pt x="10461114" y="1273299"/>
                  <a:pt x="10465237" y="1282383"/>
                  <a:pt x="10473483" y="1289750"/>
                </a:cubicBezTo>
                <a:cubicBezTo>
                  <a:pt x="10481729" y="1297117"/>
                  <a:pt x="10493805" y="1300800"/>
                  <a:pt x="10509711" y="1300800"/>
                </a:cubicBezTo>
                <a:cubicBezTo>
                  <a:pt x="10521682" y="1300800"/>
                  <a:pt x="10532189" y="1298958"/>
                  <a:pt x="10541230" y="1295275"/>
                </a:cubicBezTo>
                <a:cubicBezTo>
                  <a:pt x="10547844" y="1292512"/>
                  <a:pt x="10554499" y="1287908"/>
                  <a:pt x="10561196" y="1281462"/>
                </a:cubicBezTo>
                <a:cubicBezTo>
                  <a:pt x="10561782" y="1285313"/>
                  <a:pt x="10562368" y="1288138"/>
                  <a:pt x="10562954" y="1289938"/>
                </a:cubicBezTo>
                <a:cubicBezTo>
                  <a:pt x="10563540" y="1291738"/>
                  <a:pt x="10564796" y="1294354"/>
                  <a:pt x="10566722" y="1297786"/>
                </a:cubicBezTo>
                <a:lnTo>
                  <a:pt x="10614690" y="1297786"/>
                </a:lnTo>
                <a:cubicBezTo>
                  <a:pt x="10612012" y="1292261"/>
                  <a:pt x="10610274" y="1287719"/>
                  <a:pt x="10609479" y="1284161"/>
                </a:cubicBezTo>
                <a:cubicBezTo>
                  <a:pt x="10608684" y="1280604"/>
                  <a:pt x="10608286" y="1275685"/>
                  <a:pt x="10608286" y="1269407"/>
                </a:cubicBezTo>
                <a:lnTo>
                  <a:pt x="10608286" y="1210512"/>
                </a:lnTo>
                <a:cubicBezTo>
                  <a:pt x="10608286" y="1204234"/>
                  <a:pt x="10607030" y="1197641"/>
                  <a:pt x="10604519" y="1190735"/>
                </a:cubicBezTo>
                <a:cubicBezTo>
                  <a:pt x="10602008" y="1183828"/>
                  <a:pt x="10598575" y="1178491"/>
                  <a:pt x="10594222" y="1174724"/>
                </a:cubicBezTo>
                <a:cubicBezTo>
                  <a:pt x="10588027" y="1169282"/>
                  <a:pt x="10580284" y="1165704"/>
                  <a:pt x="10570991" y="1163987"/>
                </a:cubicBezTo>
                <a:cubicBezTo>
                  <a:pt x="10561698" y="1162271"/>
                  <a:pt x="10549392" y="1161413"/>
                  <a:pt x="10534072" y="1161413"/>
                </a:cubicBezTo>
                <a:close/>
                <a:moveTo>
                  <a:pt x="9586470" y="1161413"/>
                </a:moveTo>
                <a:cubicBezTo>
                  <a:pt x="9570898" y="1161413"/>
                  <a:pt x="9558132" y="1163462"/>
                  <a:pt x="9548170" y="1167560"/>
                </a:cubicBezTo>
                <a:cubicBezTo>
                  <a:pt x="9541891" y="1170153"/>
                  <a:pt x="9535780" y="1174105"/>
                  <a:pt x="9529836" y="1179416"/>
                </a:cubicBezTo>
                <a:cubicBezTo>
                  <a:pt x="9523892" y="1184728"/>
                  <a:pt x="9519204" y="1190729"/>
                  <a:pt x="9515772" y="1197419"/>
                </a:cubicBezTo>
                <a:cubicBezTo>
                  <a:pt x="9511084" y="1206537"/>
                  <a:pt x="9508740" y="1217954"/>
                  <a:pt x="9508740" y="1231672"/>
                </a:cubicBezTo>
                <a:cubicBezTo>
                  <a:pt x="9508740" y="1244803"/>
                  <a:pt x="9510665" y="1255342"/>
                  <a:pt x="9514516" y="1263288"/>
                </a:cubicBezTo>
                <a:cubicBezTo>
                  <a:pt x="9518367" y="1271234"/>
                  <a:pt x="9523683" y="1278155"/>
                  <a:pt x="9530464" y="1284052"/>
                </a:cubicBezTo>
                <a:cubicBezTo>
                  <a:pt x="9537245" y="1289948"/>
                  <a:pt x="9545344" y="1294214"/>
                  <a:pt x="9554762" y="1296848"/>
                </a:cubicBezTo>
                <a:cubicBezTo>
                  <a:pt x="9564180" y="1299483"/>
                  <a:pt x="9575963" y="1300800"/>
                  <a:pt x="9590111" y="1300800"/>
                </a:cubicBezTo>
                <a:cubicBezTo>
                  <a:pt x="9604762" y="1300800"/>
                  <a:pt x="9616838" y="1298749"/>
                  <a:pt x="9626339" y="1294647"/>
                </a:cubicBezTo>
                <a:cubicBezTo>
                  <a:pt x="9635841" y="1290545"/>
                  <a:pt x="9643648" y="1284789"/>
                  <a:pt x="9649759" y="1277381"/>
                </a:cubicBezTo>
                <a:cubicBezTo>
                  <a:pt x="9655870" y="1269972"/>
                  <a:pt x="9660265" y="1261202"/>
                  <a:pt x="9662944" y="1251073"/>
                </a:cubicBezTo>
                <a:lnTo>
                  <a:pt x="9614347" y="1245548"/>
                </a:lnTo>
                <a:cubicBezTo>
                  <a:pt x="9612087" y="1252663"/>
                  <a:pt x="9608675" y="1257938"/>
                  <a:pt x="9604113" y="1261370"/>
                </a:cubicBezTo>
                <a:cubicBezTo>
                  <a:pt x="9599550" y="1264802"/>
                  <a:pt x="9593920" y="1266518"/>
                  <a:pt x="9587223" y="1266518"/>
                </a:cubicBezTo>
                <a:cubicBezTo>
                  <a:pt x="9579186" y="1266518"/>
                  <a:pt x="9572573" y="1263677"/>
                  <a:pt x="9567382" y="1257995"/>
                </a:cubicBezTo>
                <a:cubicBezTo>
                  <a:pt x="9562192" y="1252313"/>
                  <a:pt x="9559597" y="1243998"/>
                  <a:pt x="9559597" y="1233051"/>
                </a:cubicBezTo>
                <a:cubicBezTo>
                  <a:pt x="9559597" y="1220766"/>
                  <a:pt x="9562213" y="1211594"/>
                  <a:pt x="9567445" y="1205536"/>
                </a:cubicBezTo>
                <a:cubicBezTo>
                  <a:pt x="9572678" y="1199477"/>
                  <a:pt x="9579521" y="1196448"/>
                  <a:pt x="9587976" y="1196448"/>
                </a:cubicBezTo>
                <a:cubicBezTo>
                  <a:pt x="9594674" y="1196448"/>
                  <a:pt x="9600011" y="1197892"/>
                  <a:pt x="9603987" y="1200781"/>
                </a:cubicBezTo>
                <a:cubicBezTo>
                  <a:pt x="9607964" y="1203669"/>
                  <a:pt x="9610706" y="1207959"/>
                  <a:pt x="9612212" y="1213652"/>
                </a:cubicBezTo>
                <a:lnTo>
                  <a:pt x="9660307" y="1207248"/>
                </a:lnTo>
                <a:cubicBezTo>
                  <a:pt x="9655703" y="1192262"/>
                  <a:pt x="9647687" y="1180877"/>
                  <a:pt x="9636260" y="1173092"/>
                </a:cubicBezTo>
                <a:cubicBezTo>
                  <a:pt x="9624832" y="1165306"/>
                  <a:pt x="9608236" y="1161413"/>
                  <a:pt x="9586470" y="1161413"/>
                </a:cubicBezTo>
                <a:close/>
                <a:moveTo>
                  <a:pt x="9412382" y="1161413"/>
                </a:moveTo>
                <a:cubicBezTo>
                  <a:pt x="9388858" y="1161413"/>
                  <a:pt x="9370420" y="1167859"/>
                  <a:pt x="9357068" y="1180752"/>
                </a:cubicBezTo>
                <a:cubicBezTo>
                  <a:pt x="9343715" y="1193644"/>
                  <a:pt x="9337038" y="1210512"/>
                  <a:pt x="9337038" y="1231358"/>
                </a:cubicBezTo>
                <a:cubicBezTo>
                  <a:pt x="9337038" y="1246008"/>
                  <a:pt x="9340366" y="1258754"/>
                  <a:pt x="9347022" y="1269595"/>
                </a:cubicBezTo>
                <a:cubicBezTo>
                  <a:pt x="9353677" y="1280436"/>
                  <a:pt x="9362070" y="1288347"/>
                  <a:pt x="9372199" y="1293328"/>
                </a:cubicBezTo>
                <a:cubicBezTo>
                  <a:pt x="9382329" y="1298309"/>
                  <a:pt x="9396226" y="1300800"/>
                  <a:pt x="9413890" y="1300800"/>
                </a:cubicBezTo>
                <a:cubicBezTo>
                  <a:pt x="9434232" y="1300800"/>
                  <a:pt x="9449846" y="1297891"/>
                  <a:pt x="9460728" y="1292073"/>
                </a:cubicBezTo>
                <a:cubicBezTo>
                  <a:pt x="9471612" y="1286254"/>
                  <a:pt x="9480904" y="1276648"/>
                  <a:pt x="9488606" y="1263253"/>
                </a:cubicBezTo>
                <a:lnTo>
                  <a:pt x="9438251" y="1258607"/>
                </a:lnTo>
                <a:cubicBezTo>
                  <a:pt x="9435070" y="1262626"/>
                  <a:pt x="9432098" y="1265430"/>
                  <a:pt x="9429335" y="1267021"/>
                </a:cubicBezTo>
                <a:cubicBezTo>
                  <a:pt x="9424814" y="1269532"/>
                  <a:pt x="9420042" y="1270788"/>
                  <a:pt x="9415020" y="1270788"/>
                </a:cubicBezTo>
                <a:cubicBezTo>
                  <a:pt x="9407067" y="1270788"/>
                  <a:pt x="9400620" y="1267900"/>
                  <a:pt x="9395681" y="1262123"/>
                </a:cubicBezTo>
                <a:cubicBezTo>
                  <a:pt x="9392165" y="1258105"/>
                  <a:pt x="9389947" y="1251994"/>
                  <a:pt x="9389026" y="1243790"/>
                </a:cubicBezTo>
                <a:lnTo>
                  <a:pt x="9491494" y="1243790"/>
                </a:lnTo>
                <a:lnTo>
                  <a:pt x="9491494" y="1238013"/>
                </a:lnTo>
                <a:cubicBezTo>
                  <a:pt x="9491494" y="1220433"/>
                  <a:pt x="9488606" y="1206159"/>
                  <a:pt x="9482830" y="1195192"/>
                </a:cubicBezTo>
                <a:cubicBezTo>
                  <a:pt x="9477053" y="1184226"/>
                  <a:pt x="9468640" y="1175854"/>
                  <a:pt x="9457589" y="1170078"/>
                </a:cubicBezTo>
                <a:cubicBezTo>
                  <a:pt x="9446539" y="1164301"/>
                  <a:pt x="9431470" y="1161413"/>
                  <a:pt x="9412382" y="1161413"/>
                </a:cubicBezTo>
                <a:close/>
                <a:moveTo>
                  <a:pt x="9267806" y="1161413"/>
                </a:moveTo>
                <a:cubicBezTo>
                  <a:pt x="9257341" y="1161413"/>
                  <a:pt x="9248467" y="1163318"/>
                  <a:pt x="9241184" y="1167127"/>
                </a:cubicBezTo>
                <a:cubicBezTo>
                  <a:pt x="9233900" y="1170936"/>
                  <a:pt x="9226701" y="1177277"/>
                  <a:pt x="9219585" y="1186151"/>
                </a:cubicBezTo>
                <a:lnTo>
                  <a:pt x="9219585" y="1164427"/>
                </a:lnTo>
                <a:lnTo>
                  <a:pt x="9171993" y="1164427"/>
                </a:lnTo>
                <a:lnTo>
                  <a:pt x="9171993" y="1297786"/>
                </a:lnTo>
                <a:lnTo>
                  <a:pt x="9223101" y="1297786"/>
                </a:lnTo>
                <a:lnTo>
                  <a:pt x="9223101" y="1233744"/>
                </a:lnTo>
                <a:cubicBezTo>
                  <a:pt x="9223101" y="1221605"/>
                  <a:pt x="9225026" y="1213191"/>
                  <a:pt x="9228878" y="1208503"/>
                </a:cubicBezTo>
                <a:cubicBezTo>
                  <a:pt x="9232728" y="1203815"/>
                  <a:pt x="9237752" y="1201471"/>
                  <a:pt x="9243946" y="1201471"/>
                </a:cubicBezTo>
                <a:cubicBezTo>
                  <a:pt x="9249555" y="1201471"/>
                  <a:pt x="9253908" y="1203208"/>
                  <a:pt x="9257006" y="1206682"/>
                </a:cubicBezTo>
                <a:cubicBezTo>
                  <a:pt x="9260104" y="1210157"/>
                  <a:pt x="9261652" y="1216080"/>
                  <a:pt x="9261652" y="1224451"/>
                </a:cubicBezTo>
                <a:lnTo>
                  <a:pt x="9261652" y="1297786"/>
                </a:lnTo>
                <a:lnTo>
                  <a:pt x="9313012" y="1297786"/>
                </a:lnTo>
                <a:lnTo>
                  <a:pt x="9313012" y="1213024"/>
                </a:lnTo>
                <a:cubicBezTo>
                  <a:pt x="9313012" y="1195444"/>
                  <a:pt x="9309014" y="1182447"/>
                  <a:pt x="9301020" y="1174033"/>
                </a:cubicBezTo>
                <a:cubicBezTo>
                  <a:pt x="9293025" y="1165620"/>
                  <a:pt x="9281953" y="1161413"/>
                  <a:pt x="9267806" y="1161413"/>
                </a:cubicBezTo>
                <a:close/>
                <a:moveTo>
                  <a:pt x="9096356" y="1161413"/>
                </a:moveTo>
                <a:cubicBezTo>
                  <a:pt x="9085891" y="1161413"/>
                  <a:pt x="9077017" y="1163318"/>
                  <a:pt x="9069734" y="1167127"/>
                </a:cubicBezTo>
                <a:cubicBezTo>
                  <a:pt x="9062450" y="1170936"/>
                  <a:pt x="9055251" y="1177277"/>
                  <a:pt x="9048135" y="1186151"/>
                </a:cubicBezTo>
                <a:lnTo>
                  <a:pt x="9048135" y="1164427"/>
                </a:lnTo>
                <a:lnTo>
                  <a:pt x="9000543" y="1164427"/>
                </a:lnTo>
                <a:lnTo>
                  <a:pt x="9000543" y="1297786"/>
                </a:lnTo>
                <a:lnTo>
                  <a:pt x="9051651" y="1297786"/>
                </a:lnTo>
                <a:lnTo>
                  <a:pt x="9051651" y="1233744"/>
                </a:lnTo>
                <a:cubicBezTo>
                  <a:pt x="9051651" y="1221605"/>
                  <a:pt x="9053576" y="1213191"/>
                  <a:pt x="9057428" y="1208503"/>
                </a:cubicBezTo>
                <a:cubicBezTo>
                  <a:pt x="9061278" y="1203815"/>
                  <a:pt x="9066302" y="1201471"/>
                  <a:pt x="9072496" y="1201471"/>
                </a:cubicBezTo>
                <a:cubicBezTo>
                  <a:pt x="9078105" y="1201471"/>
                  <a:pt x="9082458" y="1203208"/>
                  <a:pt x="9085556" y="1206682"/>
                </a:cubicBezTo>
                <a:cubicBezTo>
                  <a:pt x="9088654" y="1210157"/>
                  <a:pt x="9090202" y="1216080"/>
                  <a:pt x="9090202" y="1224451"/>
                </a:cubicBezTo>
                <a:lnTo>
                  <a:pt x="9090202" y="1297786"/>
                </a:lnTo>
                <a:lnTo>
                  <a:pt x="9141562" y="1297786"/>
                </a:lnTo>
                <a:lnTo>
                  <a:pt x="9141562" y="1213024"/>
                </a:lnTo>
                <a:cubicBezTo>
                  <a:pt x="9141562" y="1195444"/>
                  <a:pt x="9137564" y="1182447"/>
                  <a:pt x="9129570" y="1174033"/>
                </a:cubicBezTo>
                <a:cubicBezTo>
                  <a:pt x="9121575" y="1165620"/>
                  <a:pt x="9110503" y="1161413"/>
                  <a:pt x="9096356" y="1161413"/>
                </a:cubicBezTo>
                <a:close/>
                <a:moveTo>
                  <a:pt x="8899037" y="1161413"/>
                </a:moveTo>
                <a:cubicBezTo>
                  <a:pt x="8875681" y="1161413"/>
                  <a:pt x="8857138" y="1168006"/>
                  <a:pt x="8843408" y="1181191"/>
                </a:cubicBezTo>
                <a:cubicBezTo>
                  <a:pt x="8829679" y="1194376"/>
                  <a:pt x="8822814" y="1211140"/>
                  <a:pt x="8822814" y="1231483"/>
                </a:cubicBezTo>
                <a:cubicBezTo>
                  <a:pt x="8822814" y="1253333"/>
                  <a:pt x="8830935" y="1270997"/>
                  <a:pt x="8847176" y="1284475"/>
                </a:cubicBezTo>
                <a:cubicBezTo>
                  <a:pt x="8860402" y="1295358"/>
                  <a:pt x="8877732" y="1300800"/>
                  <a:pt x="8899163" y="1300800"/>
                </a:cubicBezTo>
                <a:cubicBezTo>
                  <a:pt x="8923189" y="1300800"/>
                  <a:pt x="8942005" y="1294249"/>
                  <a:pt x="8955608" y="1281148"/>
                </a:cubicBezTo>
                <a:cubicBezTo>
                  <a:pt x="8969212" y="1268046"/>
                  <a:pt x="8976014" y="1251240"/>
                  <a:pt x="8976014" y="1230730"/>
                </a:cubicBezTo>
                <a:cubicBezTo>
                  <a:pt x="8976014" y="1212480"/>
                  <a:pt x="8970530" y="1197118"/>
                  <a:pt x="8959564" y="1184644"/>
                </a:cubicBezTo>
                <a:cubicBezTo>
                  <a:pt x="8945918" y="1169157"/>
                  <a:pt x="8925743" y="1161413"/>
                  <a:pt x="8899037" y="1161413"/>
                </a:cubicBezTo>
                <a:close/>
                <a:moveTo>
                  <a:pt x="8458213" y="1161413"/>
                </a:moveTo>
                <a:cubicBezTo>
                  <a:pt x="8441972" y="1161413"/>
                  <a:pt x="8428829" y="1166855"/>
                  <a:pt x="8418783" y="1177738"/>
                </a:cubicBezTo>
                <a:cubicBezTo>
                  <a:pt x="8408737" y="1188621"/>
                  <a:pt x="8403714" y="1204443"/>
                  <a:pt x="8403714" y="1225205"/>
                </a:cubicBezTo>
                <a:cubicBezTo>
                  <a:pt x="8403714" y="1243371"/>
                  <a:pt x="8407607" y="1257979"/>
                  <a:pt x="8415392" y="1269030"/>
                </a:cubicBezTo>
                <a:cubicBezTo>
                  <a:pt x="8426359" y="1284601"/>
                  <a:pt x="8440758" y="1292387"/>
                  <a:pt x="8458590" y="1292387"/>
                </a:cubicBezTo>
                <a:cubicBezTo>
                  <a:pt x="8467715" y="1292387"/>
                  <a:pt x="8476212" y="1290294"/>
                  <a:pt x="8484081" y="1286108"/>
                </a:cubicBezTo>
                <a:cubicBezTo>
                  <a:pt x="8489104" y="1283429"/>
                  <a:pt x="8494127" y="1279118"/>
                  <a:pt x="8499150" y="1273174"/>
                </a:cubicBezTo>
                <a:lnTo>
                  <a:pt x="8499150" y="1293391"/>
                </a:lnTo>
                <a:cubicBezTo>
                  <a:pt x="8499150" y="1303186"/>
                  <a:pt x="8497329" y="1310051"/>
                  <a:pt x="8493688" y="1313985"/>
                </a:cubicBezTo>
                <a:cubicBezTo>
                  <a:pt x="8490046" y="1317920"/>
                  <a:pt x="8484542" y="1319887"/>
                  <a:pt x="8477175" y="1319887"/>
                </a:cubicBezTo>
                <a:cubicBezTo>
                  <a:pt x="8471482" y="1319887"/>
                  <a:pt x="8466752" y="1318590"/>
                  <a:pt x="8462985" y="1315994"/>
                </a:cubicBezTo>
                <a:cubicBezTo>
                  <a:pt x="8460390" y="1314236"/>
                  <a:pt x="8458464" y="1311055"/>
                  <a:pt x="8457209" y="1306451"/>
                </a:cubicBezTo>
                <a:lnTo>
                  <a:pt x="8407607" y="1300800"/>
                </a:lnTo>
                <a:cubicBezTo>
                  <a:pt x="8407440" y="1303646"/>
                  <a:pt x="8407356" y="1305907"/>
                  <a:pt x="8407356" y="1307581"/>
                </a:cubicBezTo>
                <a:cubicBezTo>
                  <a:pt x="8407356" y="1321059"/>
                  <a:pt x="8412358" y="1331817"/>
                  <a:pt x="8422362" y="1339853"/>
                </a:cubicBezTo>
                <a:cubicBezTo>
                  <a:pt x="8432366" y="1347890"/>
                  <a:pt x="8450763" y="1351909"/>
                  <a:pt x="8477552" y="1351909"/>
                </a:cubicBezTo>
                <a:cubicBezTo>
                  <a:pt x="8489272" y="1351909"/>
                  <a:pt x="8499673" y="1350862"/>
                  <a:pt x="8508756" y="1348769"/>
                </a:cubicBezTo>
                <a:cubicBezTo>
                  <a:pt x="8517840" y="1346676"/>
                  <a:pt x="8525332" y="1343286"/>
                  <a:pt x="8531234" y="1338598"/>
                </a:cubicBezTo>
                <a:cubicBezTo>
                  <a:pt x="8537136" y="1333910"/>
                  <a:pt x="8541866" y="1327777"/>
                  <a:pt x="8545424" y="1320201"/>
                </a:cubicBezTo>
                <a:cubicBezTo>
                  <a:pt x="8548982" y="1312625"/>
                  <a:pt x="8550761" y="1304651"/>
                  <a:pt x="8550761" y="1296279"/>
                </a:cubicBezTo>
                <a:lnTo>
                  <a:pt x="8550635" y="1290377"/>
                </a:lnTo>
                <a:lnTo>
                  <a:pt x="8550635" y="1164427"/>
                </a:lnTo>
                <a:lnTo>
                  <a:pt x="8502792" y="1164427"/>
                </a:lnTo>
                <a:lnTo>
                  <a:pt x="8502792" y="1184142"/>
                </a:lnTo>
                <a:cubicBezTo>
                  <a:pt x="8496932" y="1176022"/>
                  <a:pt x="8490632" y="1170203"/>
                  <a:pt x="8483893" y="1166687"/>
                </a:cubicBezTo>
                <a:cubicBezTo>
                  <a:pt x="8477154" y="1163171"/>
                  <a:pt x="8468594" y="1161413"/>
                  <a:pt x="8458213" y="1161413"/>
                </a:cubicBezTo>
                <a:close/>
                <a:moveTo>
                  <a:pt x="8334356" y="1161413"/>
                </a:moveTo>
                <a:cubicBezTo>
                  <a:pt x="8323891" y="1161413"/>
                  <a:pt x="8315017" y="1163318"/>
                  <a:pt x="8307734" y="1167127"/>
                </a:cubicBezTo>
                <a:cubicBezTo>
                  <a:pt x="8300451" y="1170936"/>
                  <a:pt x="8293251" y="1177277"/>
                  <a:pt x="8286135" y="1186151"/>
                </a:cubicBezTo>
                <a:lnTo>
                  <a:pt x="8286135" y="1164427"/>
                </a:lnTo>
                <a:lnTo>
                  <a:pt x="8238543" y="1164427"/>
                </a:lnTo>
                <a:lnTo>
                  <a:pt x="8238543" y="1297786"/>
                </a:lnTo>
                <a:lnTo>
                  <a:pt x="8289651" y="1297786"/>
                </a:lnTo>
                <a:lnTo>
                  <a:pt x="8289651" y="1233744"/>
                </a:lnTo>
                <a:cubicBezTo>
                  <a:pt x="8289651" y="1221605"/>
                  <a:pt x="8291577" y="1213191"/>
                  <a:pt x="8295428" y="1208503"/>
                </a:cubicBezTo>
                <a:cubicBezTo>
                  <a:pt x="8299279" y="1203815"/>
                  <a:pt x="8304302" y="1201471"/>
                  <a:pt x="8310497" y="1201471"/>
                </a:cubicBezTo>
                <a:cubicBezTo>
                  <a:pt x="8316106" y="1201471"/>
                  <a:pt x="8320459" y="1203208"/>
                  <a:pt x="8323556" y="1206682"/>
                </a:cubicBezTo>
                <a:cubicBezTo>
                  <a:pt x="8326654" y="1210157"/>
                  <a:pt x="8328202" y="1216080"/>
                  <a:pt x="8328202" y="1224451"/>
                </a:cubicBezTo>
                <a:lnTo>
                  <a:pt x="8328202" y="1297786"/>
                </a:lnTo>
                <a:lnTo>
                  <a:pt x="8379562" y="1297786"/>
                </a:lnTo>
                <a:lnTo>
                  <a:pt x="8379562" y="1213024"/>
                </a:lnTo>
                <a:cubicBezTo>
                  <a:pt x="8379562" y="1195444"/>
                  <a:pt x="8375565" y="1182447"/>
                  <a:pt x="8367570" y="1174033"/>
                </a:cubicBezTo>
                <a:cubicBezTo>
                  <a:pt x="8359575" y="1165620"/>
                  <a:pt x="8348504" y="1161413"/>
                  <a:pt x="8334356" y="1161413"/>
                </a:cubicBezTo>
                <a:close/>
                <a:moveTo>
                  <a:pt x="7989890" y="1161413"/>
                </a:moveTo>
                <a:cubicBezTo>
                  <a:pt x="7979997" y="1161413"/>
                  <a:pt x="7971551" y="1163129"/>
                  <a:pt x="7964551" y="1166562"/>
                </a:cubicBezTo>
                <a:cubicBezTo>
                  <a:pt x="7957550" y="1169994"/>
                  <a:pt x="7950613" y="1175770"/>
                  <a:pt x="7943738" y="1183891"/>
                </a:cubicBezTo>
                <a:lnTo>
                  <a:pt x="7943738" y="1164427"/>
                </a:lnTo>
                <a:lnTo>
                  <a:pt x="7896020" y="1164427"/>
                </a:lnTo>
                <a:lnTo>
                  <a:pt x="7896020" y="1297786"/>
                </a:lnTo>
                <a:lnTo>
                  <a:pt x="7947254" y="1297786"/>
                </a:lnTo>
                <a:lnTo>
                  <a:pt x="7947254" y="1229725"/>
                </a:lnTo>
                <a:cubicBezTo>
                  <a:pt x="7947254" y="1219596"/>
                  <a:pt x="7949144" y="1212312"/>
                  <a:pt x="7952924" y="1207875"/>
                </a:cubicBezTo>
                <a:cubicBezTo>
                  <a:pt x="7956704" y="1203439"/>
                  <a:pt x="7961535" y="1201220"/>
                  <a:pt x="7967416" y="1201220"/>
                </a:cubicBezTo>
                <a:cubicBezTo>
                  <a:pt x="7971028" y="1201220"/>
                  <a:pt x="7974178" y="1202246"/>
                  <a:pt x="7976865" y="1204297"/>
                </a:cubicBezTo>
                <a:cubicBezTo>
                  <a:pt x="7979554" y="1206348"/>
                  <a:pt x="7981444" y="1209047"/>
                  <a:pt x="7982536" y="1212396"/>
                </a:cubicBezTo>
                <a:cubicBezTo>
                  <a:pt x="7983208" y="1214489"/>
                  <a:pt x="7983544" y="1218465"/>
                  <a:pt x="7983544" y="1224326"/>
                </a:cubicBezTo>
                <a:lnTo>
                  <a:pt x="7983544" y="1297786"/>
                </a:lnTo>
                <a:lnTo>
                  <a:pt x="8034779" y="1297786"/>
                </a:lnTo>
                <a:lnTo>
                  <a:pt x="8034779" y="1228972"/>
                </a:lnTo>
                <a:cubicBezTo>
                  <a:pt x="8034779" y="1219345"/>
                  <a:pt x="8036614" y="1212354"/>
                  <a:pt x="8040285" y="1208001"/>
                </a:cubicBezTo>
                <a:cubicBezTo>
                  <a:pt x="8043956" y="1203648"/>
                  <a:pt x="8048795" y="1201471"/>
                  <a:pt x="8054802" y="1201471"/>
                </a:cubicBezTo>
                <a:cubicBezTo>
                  <a:pt x="8059890" y="1201471"/>
                  <a:pt x="8064145" y="1203773"/>
                  <a:pt x="8067565" y="1208378"/>
                </a:cubicBezTo>
                <a:cubicBezTo>
                  <a:pt x="8069901" y="1211308"/>
                  <a:pt x="8071069" y="1215787"/>
                  <a:pt x="8071069" y="1221814"/>
                </a:cubicBezTo>
                <a:lnTo>
                  <a:pt x="8071069" y="1297786"/>
                </a:lnTo>
                <a:lnTo>
                  <a:pt x="8122304" y="1297786"/>
                </a:lnTo>
                <a:lnTo>
                  <a:pt x="8122304" y="1214029"/>
                </a:lnTo>
                <a:cubicBezTo>
                  <a:pt x="8122304" y="1195946"/>
                  <a:pt x="8118291" y="1182656"/>
                  <a:pt x="8110265" y="1174159"/>
                </a:cubicBezTo>
                <a:cubicBezTo>
                  <a:pt x="8102239" y="1165662"/>
                  <a:pt x="8091079" y="1161413"/>
                  <a:pt x="8076783" y="1161413"/>
                </a:cubicBezTo>
                <a:cubicBezTo>
                  <a:pt x="8067085" y="1161413"/>
                  <a:pt x="8058934" y="1162983"/>
                  <a:pt x="8052329" y="1166122"/>
                </a:cubicBezTo>
                <a:cubicBezTo>
                  <a:pt x="8045725" y="1169262"/>
                  <a:pt x="8038410" y="1175184"/>
                  <a:pt x="8030383" y="1183891"/>
                </a:cubicBezTo>
                <a:cubicBezTo>
                  <a:pt x="8026444" y="1176440"/>
                  <a:pt x="8021372" y="1170831"/>
                  <a:pt x="8015167" y="1167064"/>
                </a:cubicBezTo>
                <a:cubicBezTo>
                  <a:pt x="8008963" y="1163297"/>
                  <a:pt x="8000538" y="1161413"/>
                  <a:pt x="7989890" y="1161413"/>
                </a:cubicBezTo>
                <a:close/>
                <a:moveTo>
                  <a:pt x="7852562" y="1161413"/>
                </a:moveTo>
                <a:cubicBezTo>
                  <a:pt x="7845362" y="1161413"/>
                  <a:pt x="7839314" y="1163192"/>
                  <a:pt x="7834416" y="1166750"/>
                </a:cubicBezTo>
                <a:cubicBezTo>
                  <a:pt x="7829519" y="1170308"/>
                  <a:pt x="7824768" y="1176817"/>
                  <a:pt x="7820164" y="1186277"/>
                </a:cubicBezTo>
                <a:lnTo>
                  <a:pt x="7820164" y="1164427"/>
                </a:lnTo>
                <a:lnTo>
                  <a:pt x="7772320" y="1164427"/>
                </a:lnTo>
                <a:lnTo>
                  <a:pt x="7772320" y="1297786"/>
                </a:lnTo>
                <a:lnTo>
                  <a:pt x="7823680" y="1297786"/>
                </a:lnTo>
                <a:lnTo>
                  <a:pt x="7823680" y="1253082"/>
                </a:lnTo>
                <a:cubicBezTo>
                  <a:pt x="7823680" y="1231734"/>
                  <a:pt x="7826317" y="1217168"/>
                  <a:pt x="7831591" y="1209382"/>
                </a:cubicBezTo>
                <a:cubicBezTo>
                  <a:pt x="7835274" y="1203857"/>
                  <a:pt x="7840465" y="1201094"/>
                  <a:pt x="7847162" y="1201094"/>
                </a:cubicBezTo>
                <a:cubicBezTo>
                  <a:pt x="7850678" y="1201094"/>
                  <a:pt x="7855450" y="1202350"/>
                  <a:pt x="7861477" y="1204862"/>
                </a:cubicBezTo>
                <a:lnTo>
                  <a:pt x="7877300" y="1168445"/>
                </a:lnTo>
                <a:cubicBezTo>
                  <a:pt x="7868342" y="1163757"/>
                  <a:pt x="7860096" y="1161413"/>
                  <a:pt x="7852562" y="1161413"/>
                </a:cubicBezTo>
                <a:close/>
                <a:moveTo>
                  <a:pt x="7670312" y="1161413"/>
                </a:moveTo>
                <a:cubicBezTo>
                  <a:pt x="7646956" y="1161413"/>
                  <a:pt x="7628413" y="1168006"/>
                  <a:pt x="7614683" y="1181191"/>
                </a:cubicBezTo>
                <a:cubicBezTo>
                  <a:pt x="7600954" y="1194376"/>
                  <a:pt x="7594089" y="1211140"/>
                  <a:pt x="7594089" y="1231483"/>
                </a:cubicBezTo>
                <a:cubicBezTo>
                  <a:pt x="7594089" y="1253333"/>
                  <a:pt x="7602210" y="1270997"/>
                  <a:pt x="7618450" y="1284475"/>
                </a:cubicBezTo>
                <a:cubicBezTo>
                  <a:pt x="7631678" y="1295358"/>
                  <a:pt x="7649007" y="1300800"/>
                  <a:pt x="7670438" y="1300800"/>
                </a:cubicBezTo>
                <a:cubicBezTo>
                  <a:pt x="7694464" y="1300800"/>
                  <a:pt x="7713280" y="1294249"/>
                  <a:pt x="7726883" y="1281148"/>
                </a:cubicBezTo>
                <a:cubicBezTo>
                  <a:pt x="7740487" y="1268046"/>
                  <a:pt x="7747289" y="1251240"/>
                  <a:pt x="7747289" y="1230730"/>
                </a:cubicBezTo>
                <a:cubicBezTo>
                  <a:pt x="7747289" y="1212480"/>
                  <a:pt x="7741806" y="1197118"/>
                  <a:pt x="7730839" y="1184644"/>
                </a:cubicBezTo>
                <a:cubicBezTo>
                  <a:pt x="7717193" y="1169157"/>
                  <a:pt x="7697018" y="1161413"/>
                  <a:pt x="7670312" y="1161413"/>
                </a:cubicBezTo>
                <a:close/>
                <a:moveTo>
                  <a:pt x="7395073" y="1161413"/>
                </a:moveTo>
                <a:cubicBezTo>
                  <a:pt x="7380005" y="1161413"/>
                  <a:pt x="7367991" y="1162981"/>
                  <a:pt x="7359034" y="1166117"/>
                </a:cubicBezTo>
                <a:cubicBezTo>
                  <a:pt x="7350076" y="1169253"/>
                  <a:pt x="7343044" y="1173999"/>
                  <a:pt x="7337937" y="1180355"/>
                </a:cubicBezTo>
                <a:cubicBezTo>
                  <a:pt x="7332831" y="1186711"/>
                  <a:pt x="7330277" y="1194280"/>
                  <a:pt x="7330277" y="1203062"/>
                </a:cubicBezTo>
                <a:cubicBezTo>
                  <a:pt x="7330277" y="1211091"/>
                  <a:pt x="7332642" y="1218242"/>
                  <a:pt x="7337372" y="1224514"/>
                </a:cubicBezTo>
                <a:cubicBezTo>
                  <a:pt x="7342102" y="1230786"/>
                  <a:pt x="7347920" y="1235239"/>
                  <a:pt x="7354827" y="1237874"/>
                </a:cubicBezTo>
                <a:cubicBezTo>
                  <a:pt x="7361734" y="1240508"/>
                  <a:pt x="7374061" y="1243372"/>
                  <a:pt x="7391808" y="1246466"/>
                </a:cubicBezTo>
                <a:cubicBezTo>
                  <a:pt x="7403696" y="1248556"/>
                  <a:pt x="7411021" y="1250312"/>
                  <a:pt x="7413784" y="1251732"/>
                </a:cubicBezTo>
                <a:cubicBezTo>
                  <a:pt x="7417635" y="1253739"/>
                  <a:pt x="7419560" y="1256581"/>
                  <a:pt x="7419560" y="1260259"/>
                </a:cubicBezTo>
                <a:cubicBezTo>
                  <a:pt x="7419560" y="1263519"/>
                  <a:pt x="7418095" y="1266235"/>
                  <a:pt x="7415165" y="1268408"/>
                </a:cubicBezTo>
                <a:cubicBezTo>
                  <a:pt x="7411398" y="1271334"/>
                  <a:pt x="7406082" y="1272797"/>
                  <a:pt x="7399217" y="1272797"/>
                </a:cubicBezTo>
                <a:cubicBezTo>
                  <a:pt x="7392939" y="1272797"/>
                  <a:pt x="7387916" y="1271499"/>
                  <a:pt x="7384148" y="1268904"/>
                </a:cubicBezTo>
                <a:cubicBezTo>
                  <a:pt x="7380381" y="1266309"/>
                  <a:pt x="7377451" y="1261998"/>
                  <a:pt x="7375358" y="1255970"/>
                </a:cubicBezTo>
                <a:lnTo>
                  <a:pt x="7324627" y="1260742"/>
                </a:lnTo>
                <a:cubicBezTo>
                  <a:pt x="7327557" y="1273551"/>
                  <a:pt x="7334191" y="1283429"/>
                  <a:pt x="7344530" y="1290377"/>
                </a:cubicBezTo>
                <a:cubicBezTo>
                  <a:pt x="7354869" y="1297326"/>
                  <a:pt x="7372219" y="1300800"/>
                  <a:pt x="7396580" y="1300800"/>
                </a:cubicBezTo>
                <a:cubicBezTo>
                  <a:pt x="7413826" y="1300800"/>
                  <a:pt x="7427450" y="1298647"/>
                  <a:pt x="7437455" y="1294340"/>
                </a:cubicBezTo>
                <a:cubicBezTo>
                  <a:pt x="7447459" y="1290033"/>
                  <a:pt x="7454784" y="1284242"/>
                  <a:pt x="7459430" y="1276966"/>
                </a:cubicBezTo>
                <a:cubicBezTo>
                  <a:pt x="7464076" y="1269689"/>
                  <a:pt x="7466399" y="1262204"/>
                  <a:pt x="7466399" y="1254510"/>
                </a:cubicBezTo>
                <a:cubicBezTo>
                  <a:pt x="7466399" y="1246900"/>
                  <a:pt x="7464202" y="1239917"/>
                  <a:pt x="7459807" y="1233561"/>
                </a:cubicBezTo>
                <a:cubicBezTo>
                  <a:pt x="7455412" y="1227205"/>
                  <a:pt x="7449070" y="1222313"/>
                  <a:pt x="7440782" y="1218884"/>
                </a:cubicBezTo>
                <a:cubicBezTo>
                  <a:pt x="7432494" y="1215455"/>
                  <a:pt x="7419853" y="1212779"/>
                  <a:pt x="7402859" y="1210856"/>
                </a:cubicBezTo>
                <a:cubicBezTo>
                  <a:pt x="7391641" y="1209518"/>
                  <a:pt x="7384358" y="1208013"/>
                  <a:pt x="7381009" y="1206341"/>
                </a:cubicBezTo>
                <a:cubicBezTo>
                  <a:pt x="7377661" y="1204669"/>
                  <a:pt x="7375986" y="1202204"/>
                  <a:pt x="7375986" y="1198944"/>
                </a:cubicBezTo>
                <a:cubicBezTo>
                  <a:pt x="7375986" y="1196018"/>
                  <a:pt x="7377305" y="1193531"/>
                  <a:pt x="7379942" y="1191483"/>
                </a:cubicBezTo>
                <a:cubicBezTo>
                  <a:pt x="7382579" y="1189435"/>
                  <a:pt x="7386786" y="1188412"/>
                  <a:pt x="7392562" y="1188412"/>
                </a:cubicBezTo>
                <a:cubicBezTo>
                  <a:pt x="7398255" y="1188412"/>
                  <a:pt x="7403110" y="1189751"/>
                  <a:pt x="7407128" y="1192430"/>
                </a:cubicBezTo>
                <a:cubicBezTo>
                  <a:pt x="7410059" y="1194439"/>
                  <a:pt x="7412151" y="1197578"/>
                  <a:pt x="7413407" y="1201848"/>
                </a:cubicBezTo>
                <a:lnTo>
                  <a:pt x="7461879" y="1197076"/>
                </a:lnTo>
                <a:cubicBezTo>
                  <a:pt x="7458530" y="1188370"/>
                  <a:pt x="7454323" y="1181463"/>
                  <a:pt x="7449258" y="1176356"/>
                </a:cubicBezTo>
                <a:cubicBezTo>
                  <a:pt x="7444194" y="1171250"/>
                  <a:pt x="7437873" y="1167483"/>
                  <a:pt x="7430297" y="1165055"/>
                </a:cubicBezTo>
                <a:cubicBezTo>
                  <a:pt x="7422721" y="1162627"/>
                  <a:pt x="7410979" y="1161413"/>
                  <a:pt x="7395073" y="1161413"/>
                </a:cubicBezTo>
                <a:close/>
                <a:moveTo>
                  <a:pt x="7258031" y="1161413"/>
                </a:moveTo>
                <a:cubicBezTo>
                  <a:pt x="7247566" y="1161413"/>
                  <a:pt x="7238692" y="1163318"/>
                  <a:pt x="7231409" y="1167127"/>
                </a:cubicBezTo>
                <a:cubicBezTo>
                  <a:pt x="7224126" y="1170936"/>
                  <a:pt x="7216926" y="1177277"/>
                  <a:pt x="7209810" y="1186151"/>
                </a:cubicBezTo>
                <a:lnTo>
                  <a:pt x="7209810" y="1164427"/>
                </a:lnTo>
                <a:lnTo>
                  <a:pt x="7162218" y="1164427"/>
                </a:lnTo>
                <a:lnTo>
                  <a:pt x="7162218" y="1297786"/>
                </a:lnTo>
                <a:lnTo>
                  <a:pt x="7213326" y="1297786"/>
                </a:lnTo>
                <a:lnTo>
                  <a:pt x="7213326" y="1233744"/>
                </a:lnTo>
                <a:cubicBezTo>
                  <a:pt x="7213326" y="1221605"/>
                  <a:pt x="7215252" y="1213191"/>
                  <a:pt x="7219103" y="1208503"/>
                </a:cubicBezTo>
                <a:cubicBezTo>
                  <a:pt x="7222954" y="1203815"/>
                  <a:pt x="7227977" y="1201471"/>
                  <a:pt x="7234172" y="1201471"/>
                </a:cubicBezTo>
                <a:cubicBezTo>
                  <a:pt x="7239781" y="1201471"/>
                  <a:pt x="7244134" y="1203208"/>
                  <a:pt x="7247231" y="1206682"/>
                </a:cubicBezTo>
                <a:cubicBezTo>
                  <a:pt x="7250329" y="1210157"/>
                  <a:pt x="7251878" y="1216080"/>
                  <a:pt x="7251878" y="1224451"/>
                </a:cubicBezTo>
                <a:lnTo>
                  <a:pt x="7251878" y="1297786"/>
                </a:lnTo>
                <a:lnTo>
                  <a:pt x="7303237" y="1297786"/>
                </a:lnTo>
                <a:lnTo>
                  <a:pt x="7303237" y="1213024"/>
                </a:lnTo>
                <a:cubicBezTo>
                  <a:pt x="7303237" y="1195444"/>
                  <a:pt x="7299240" y="1182447"/>
                  <a:pt x="7291245" y="1174033"/>
                </a:cubicBezTo>
                <a:cubicBezTo>
                  <a:pt x="7283250" y="1165620"/>
                  <a:pt x="7272179" y="1161413"/>
                  <a:pt x="7258031" y="1161413"/>
                </a:cubicBezTo>
                <a:close/>
                <a:moveTo>
                  <a:pt x="7057448" y="1161413"/>
                </a:moveTo>
                <a:cubicBezTo>
                  <a:pt x="7047904" y="1161413"/>
                  <a:pt x="7039030" y="1162125"/>
                  <a:pt x="7030826" y="1163548"/>
                </a:cubicBezTo>
                <a:cubicBezTo>
                  <a:pt x="7022622" y="1164971"/>
                  <a:pt x="7016176" y="1166980"/>
                  <a:pt x="7011487" y="1169575"/>
                </a:cubicBezTo>
                <a:cubicBezTo>
                  <a:pt x="7004958" y="1173175"/>
                  <a:pt x="6999956" y="1177424"/>
                  <a:pt x="6996482" y="1182321"/>
                </a:cubicBezTo>
                <a:cubicBezTo>
                  <a:pt x="6993007" y="1187219"/>
                  <a:pt x="6990349" y="1193937"/>
                  <a:pt x="6988508" y="1202476"/>
                </a:cubicBezTo>
                <a:lnTo>
                  <a:pt x="7037356" y="1207624"/>
                </a:lnTo>
                <a:cubicBezTo>
                  <a:pt x="7039365" y="1201848"/>
                  <a:pt x="7042002" y="1197913"/>
                  <a:pt x="7045267" y="1195820"/>
                </a:cubicBezTo>
                <a:cubicBezTo>
                  <a:pt x="7049453" y="1193141"/>
                  <a:pt x="7055731" y="1191802"/>
                  <a:pt x="7064103" y="1191802"/>
                </a:cubicBezTo>
                <a:cubicBezTo>
                  <a:pt x="7070633" y="1191802"/>
                  <a:pt x="7075195" y="1193058"/>
                  <a:pt x="7077790" y="1195569"/>
                </a:cubicBezTo>
                <a:cubicBezTo>
                  <a:pt x="7080386" y="1198081"/>
                  <a:pt x="7081683" y="1202476"/>
                  <a:pt x="7081683" y="1208754"/>
                </a:cubicBezTo>
                <a:cubicBezTo>
                  <a:pt x="7075321" y="1211266"/>
                  <a:pt x="7069293" y="1213296"/>
                  <a:pt x="7063601" y="1214845"/>
                </a:cubicBezTo>
                <a:cubicBezTo>
                  <a:pt x="7057908" y="1216394"/>
                  <a:pt x="7045476" y="1219093"/>
                  <a:pt x="7026305" y="1222944"/>
                </a:cubicBezTo>
                <a:cubicBezTo>
                  <a:pt x="7010316" y="1226125"/>
                  <a:pt x="6999349" y="1230981"/>
                  <a:pt x="6993405" y="1237511"/>
                </a:cubicBezTo>
                <a:cubicBezTo>
                  <a:pt x="6987461" y="1244041"/>
                  <a:pt x="6984489" y="1252370"/>
                  <a:pt x="6984489" y="1262500"/>
                </a:cubicBezTo>
                <a:cubicBezTo>
                  <a:pt x="6984489" y="1273299"/>
                  <a:pt x="6988612" y="1282383"/>
                  <a:pt x="6996858" y="1289750"/>
                </a:cubicBezTo>
                <a:cubicBezTo>
                  <a:pt x="7005104" y="1297117"/>
                  <a:pt x="7017180" y="1300800"/>
                  <a:pt x="7033086" y="1300800"/>
                </a:cubicBezTo>
                <a:cubicBezTo>
                  <a:pt x="7045058" y="1300800"/>
                  <a:pt x="7055564" y="1298958"/>
                  <a:pt x="7064605" y="1295275"/>
                </a:cubicBezTo>
                <a:cubicBezTo>
                  <a:pt x="7071219" y="1292512"/>
                  <a:pt x="7077874" y="1287908"/>
                  <a:pt x="7084571" y="1281462"/>
                </a:cubicBezTo>
                <a:cubicBezTo>
                  <a:pt x="7085157" y="1285313"/>
                  <a:pt x="7085743" y="1288138"/>
                  <a:pt x="7086330" y="1289938"/>
                </a:cubicBezTo>
                <a:cubicBezTo>
                  <a:pt x="7086915" y="1291738"/>
                  <a:pt x="7088171" y="1294354"/>
                  <a:pt x="7090097" y="1297786"/>
                </a:cubicBezTo>
                <a:lnTo>
                  <a:pt x="7138066" y="1297786"/>
                </a:lnTo>
                <a:cubicBezTo>
                  <a:pt x="7135387" y="1292261"/>
                  <a:pt x="7133650" y="1287719"/>
                  <a:pt x="7132855" y="1284161"/>
                </a:cubicBezTo>
                <a:cubicBezTo>
                  <a:pt x="7132059" y="1280604"/>
                  <a:pt x="7131662" y="1275685"/>
                  <a:pt x="7131662" y="1269407"/>
                </a:cubicBezTo>
                <a:lnTo>
                  <a:pt x="7131662" y="1210512"/>
                </a:lnTo>
                <a:cubicBezTo>
                  <a:pt x="7131662" y="1204234"/>
                  <a:pt x="7130406" y="1197641"/>
                  <a:pt x="7127894" y="1190735"/>
                </a:cubicBezTo>
                <a:cubicBezTo>
                  <a:pt x="7125383" y="1183828"/>
                  <a:pt x="7121950" y="1178491"/>
                  <a:pt x="7117597" y="1174724"/>
                </a:cubicBezTo>
                <a:cubicBezTo>
                  <a:pt x="7111402" y="1169282"/>
                  <a:pt x="7103659" y="1165704"/>
                  <a:pt x="7094366" y="1163987"/>
                </a:cubicBezTo>
                <a:cubicBezTo>
                  <a:pt x="7085074" y="1162271"/>
                  <a:pt x="7072768" y="1161413"/>
                  <a:pt x="7057448" y="1161413"/>
                </a:cubicBezTo>
                <a:close/>
                <a:moveTo>
                  <a:pt x="6957212" y="1161413"/>
                </a:moveTo>
                <a:cubicBezTo>
                  <a:pt x="6950012" y="1161413"/>
                  <a:pt x="6943964" y="1163192"/>
                  <a:pt x="6939066" y="1166750"/>
                </a:cubicBezTo>
                <a:cubicBezTo>
                  <a:pt x="6934169" y="1170308"/>
                  <a:pt x="6929418" y="1176817"/>
                  <a:pt x="6924814" y="1186277"/>
                </a:cubicBezTo>
                <a:lnTo>
                  <a:pt x="6924814" y="1164427"/>
                </a:lnTo>
                <a:lnTo>
                  <a:pt x="6876970" y="1164427"/>
                </a:lnTo>
                <a:lnTo>
                  <a:pt x="6876970" y="1297786"/>
                </a:lnTo>
                <a:lnTo>
                  <a:pt x="6928330" y="1297786"/>
                </a:lnTo>
                <a:lnTo>
                  <a:pt x="6928330" y="1253082"/>
                </a:lnTo>
                <a:cubicBezTo>
                  <a:pt x="6928330" y="1231734"/>
                  <a:pt x="6930967" y="1217168"/>
                  <a:pt x="6936241" y="1209382"/>
                </a:cubicBezTo>
                <a:cubicBezTo>
                  <a:pt x="6939924" y="1203857"/>
                  <a:pt x="6945115" y="1201094"/>
                  <a:pt x="6951812" y="1201094"/>
                </a:cubicBezTo>
                <a:cubicBezTo>
                  <a:pt x="6955328" y="1201094"/>
                  <a:pt x="6960100" y="1202350"/>
                  <a:pt x="6966128" y="1204862"/>
                </a:cubicBezTo>
                <a:lnTo>
                  <a:pt x="6981950" y="1168445"/>
                </a:lnTo>
                <a:cubicBezTo>
                  <a:pt x="6972992" y="1163757"/>
                  <a:pt x="6964746" y="1161413"/>
                  <a:pt x="6957212" y="1161413"/>
                </a:cubicBezTo>
                <a:close/>
                <a:moveTo>
                  <a:pt x="11994448" y="1113695"/>
                </a:moveTo>
                <a:lnTo>
                  <a:pt x="11994448" y="1177487"/>
                </a:lnTo>
                <a:cubicBezTo>
                  <a:pt x="11989425" y="1172129"/>
                  <a:pt x="11983670" y="1168110"/>
                  <a:pt x="11977182" y="1165432"/>
                </a:cubicBezTo>
                <a:cubicBezTo>
                  <a:pt x="11970694" y="1162753"/>
                  <a:pt x="11963473" y="1161413"/>
                  <a:pt x="11955520" y="1161413"/>
                </a:cubicBezTo>
                <a:cubicBezTo>
                  <a:pt x="11939196" y="1161413"/>
                  <a:pt x="11925738" y="1167273"/>
                  <a:pt x="11915148" y="1178993"/>
                </a:cubicBezTo>
                <a:cubicBezTo>
                  <a:pt x="11904558" y="1190714"/>
                  <a:pt x="11899263" y="1207624"/>
                  <a:pt x="11899263" y="1229725"/>
                </a:cubicBezTo>
                <a:cubicBezTo>
                  <a:pt x="11899263" y="1249482"/>
                  <a:pt x="11904056" y="1266267"/>
                  <a:pt x="11913642" y="1280080"/>
                </a:cubicBezTo>
                <a:cubicBezTo>
                  <a:pt x="11923226" y="1293893"/>
                  <a:pt x="11937102" y="1300800"/>
                  <a:pt x="11955269" y="1300800"/>
                </a:cubicBezTo>
                <a:cubicBezTo>
                  <a:pt x="11964310" y="1300800"/>
                  <a:pt x="11972514" y="1298875"/>
                  <a:pt x="11979882" y="1295024"/>
                </a:cubicBezTo>
                <a:cubicBezTo>
                  <a:pt x="11985406" y="1292094"/>
                  <a:pt x="11991518" y="1286443"/>
                  <a:pt x="11998215" y="1278071"/>
                </a:cubicBezTo>
                <a:lnTo>
                  <a:pt x="11998215" y="1297786"/>
                </a:lnTo>
                <a:lnTo>
                  <a:pt x="12046059" y="1297786"/>
                </a:lnTo>
                <a:lnTo>
                  <a:pt x="12046059" y="1113695"/>
                </a:lnTo>
                <a:close/>
                <a:moveTo>
                  <a:pt x="11058194" y="1113695"/>
                </a:moveTo>
                <a:lnTo>
                  <a:pt x="11058194" y="1297786"/>
                </a:lnTo>
                <a:lnTo>
                  <a:pt x="11106038" y="1297786"/>
                </a:lnTo>
                <a:lnTo>
                  <a:pt x="11106038" y="1278071"/>
                </a:lnTo>
                <a:cubicBezTo>
                  <a:pt x="11112651" y="1286359"/>
                  <a:pt x="11118762" y="1292010"/>
                  <a:pt x="11124371" y="1295024"/>
                </a:cubicBezTo>
                <a:cubicBezTo>
                  <a:pt x="11131822" y="1298875"/>
                  <a:pt x="11140026" y="1300800"/>
                  <a:pt x="11148984" y="1300800"/>
                </a:cubicBezTo>
                <a:cubicBezTo>
                  <a:pt x="11159448" y="1300800"/>
                  <a:pt x="11168971" y="1298058"/>
                  <a:pt x="11177552" y="1292575"/>
                </a:cubicBezTo>
                <a:cubicBezTo>
                  <a:pt x="11186132" y="1287092"/>
                  <a:pt x="11192850" y="1278804"/>
                  <a:pt x="11197706" y="1267711"/>
                </a:cubicBezTo>
                <a:cubicBezTo>
                  <a:pt x="11202562" y="1256619"/>
                  <a:pt x="11204990" y="1243790"/>
                  <a:pt x="11204990" y="1229223"/>
                </a:cubicBezTo>
                <a:cubicBezTo>
                  <a:pt x="11204990" y="1207373"/>
                  <a:pt x="11199674" y="1190609"/>
                  <a:pt x="11189042" y="1178931"/>
                </a:cubicBezTo>
                <a:cubicBezTo>
                  <a:pt x="11178410" y="1167252"/>
                  <a:pt x="11164974" y="1161413"/>
                  <a:pt x="11148732" y="1161413"/>
                </a:cubicBezTo>
                <a:cubicBezTo>
                  <a:pt x="11140863" y="1161413"/>
                  <a:pt x="11133685" y="1162753"/>
                  <a:pt x="11127196" y="1165432"/>
                </a:cubicBezTo>
                <a:cubicBezTo>
                  <a:pt x="11120708" y="1168110"/>
                  <a:pt x="11114912" y="1172129"/>
                  <a:pt x="11109804" y="1177487"/>
                </a:cubicBezTo>
                <a:lnTo>
                  <a:pt x="11109804" y="1113695"/>
                </a:lnTo>
                <a:close/>
                <a:moveTo>
                  <a:pt x="10899074" y="1113695"/>
                </a:moveTo>
                <a:lnTo>
                  <a:pt x="10899074" y="1177487"/>
                </a:lnTo>
                <a:cubicBezTo>
                  <a:pt x="10894050" y="1172129"/>
                  <a:pt x="10888295" y="1168110"/>
                  <a:pt x="10881807" y="1165432"/>
                </a:cubicBezTo>
                <a:cubicBezTo>
                  <a:pt x="10875318" y="1162753"/>
                  <a:pt x="10868098" y="1161413"/>
                  <a:pt x="10860146" y="1161413"/>
                </a:cubicBezTo>
                <a:cubicBezTo>
                  <a:pt x="10843821" y="1161413"/>
                  <a:pt x="10830363" y="1167273"/>
                  <a:pt x="10819774" y="1178993"/>
                </a:cubicBezTo>
                <a:cubicBezTo>
                  <a:pt x="10809184" y="1190714"/>
                  <a:pt x="10803888" y="1207624"/>
                  <a:pt x="10803888" y="1229725"/>
                </a:cubicBezTo>
                <a:cubicBezTo>
                  <a:pt x="10803888" y="1249482"/>
                  <a:pt x="10808682" y="1266267"/>
                  <a:pt x="10818266" y="1280080"/>
                </a:cubicBezTo>
                <a:cubicBezTo>
                  <a:pt x="10827852" y="1293893"/>
                  <a:pt x="10841728" y="1300800"/>
                  <a:pt x="10859894" y="1300800"/>
                </a:cubicBezTo>
                <a:cubicBezTo>
                  <a:pt x="10868936" y="1300800"/>
                  <a:pt x="10877140" y="1298875"/>
                  <a:pt x="10884506" y="1295024"/>
                </a:cubicBezTo>
                <a:cubicBezTo>
                  <a:pt x="10890032" y="1292094"/>
                  <a:pt x="10896144" y="1286443"/>
                  <a:pt x="10902840" y="1278071"/>
                </a:cubicBezTo>
                <a:lnTo>
                  <a:pt x="10902840" y="1297786"/>
                </a:lnTo>
                <a:lnTo>
                  <a:pt x="10950684" y="1297786"/>
                </a:lnTo>
                <a:lnTo>
                  <a:pt x="10950684" y="1113695"/>
                </a:lnTo>
                <a:close/>
                <a:moveTo>
                  <a:pt x="10195674" y="1113695"/>
                </a:moveTo>
                <a:lnTo>
                  <a:pt x="10144440" y="1139940"/>
                </a:lnTo>
                <a:lnTo>
                  <a:pt x="10144440" y="1164427"/>
                </a:lnTo>
                <a:lnTo>
                  <a:pt x="10125604" y="1164427"/>
                </a:lnTo>
                <a:lnTo>
                  <a:pt x="10125604" y="1201848"/>
                </a:lnTo>
                <a:lnTo>
                  <a:pt x="10144440" y="1201848"/>
                </a:lnTo>
                <a:lnTo>
                  <a:pt x="10144440" y="1248754"/>
                </a:lnTo>
                <a:cubicBezTo>
                  <a:pt x="10144440" y="1263635"/>
                  <a:pt x="10145884" y="1274400"/>
                  <a:pt x="10148772" y="1281047"/>
                </a:cubicBezTo>
                <a:cubicBezTo>
                  <a:pt x="10151661" y="1287694"/>
                  <a:pt x="10156118" y="1292648"/>
                  <a:pt x="10162146" y="1295909"/>
                </a:cubicBezTo>
                <a:cubicBezTo>
                  <a:pt x="10168174" y="1299170"/>
                  <a:pt x="10177550" y="1300800"/>
                  <a:pt x="10190275" y="1300800"/>
                </a:cubicBezTo>
                <a:cubicBezTo>
                  <a:pt x="10201242" y="1300800"/>
                  <a:pt x="10213045" y="1299419"/>
                  <a:pt x="10225686" y="1296656"/>
                </a:cubicBezTo>
                <a:lnTo>
                  <a:pt x="10221919" y="1261376"/>
                </a:lnTo>
                <a:cubicBezTo>
                  <a:pt x="10215138" y="1263548"/>
                  <a:pt x="10209864" y="1264635"/>
                  <a:pt x="10206097" y="1264635"/>
                </a:cubicBezTo>
                <a:cubicBezTo>
                  <a:pt x="10201911" y="1264635"/>
                  <a:pt x="10198981" y="1263214"/>
                  <a:pt x="10197307" y="1260373"/>
                </a:cubicBezTo>
                <a:cubicBezTo>
                  <a:pt x="10196218" y="1258535"/>
                  <a:pt x="10195674" y="1254776"/>
                  <a:pt x="10195674" y="1249095"/>
                </a:cubicBezTo>
                <a:lnTo>
                  <a:pt x="10195674" y="1201848"/>
                </a:lnTo>
                <a:lnTo>
                  <a:pt x="10223803" y="1201848"/>
                </a:lnTo>
                <a:lnTo>
                  <a:pt x="10223803" y="1164427"/>
                </a:lnTo>
                <a:lnTo>
                  <a:pt x="10195674" y="1164427"/>
                </a:lnTo>
                <a:close/>
                <a:moveTo>
                  <a:pt x="10050176" y="1113695"/>
                </a:moveTo>
                <a:lnTo>
                  <a:pt x="10050176" y="1148479"/>
                </a:lnTo>
                <a:lnTo>
                  <a:pt x="10101285" y="1148479"/>
                </a:lnTo>
                <a:lnTo>
                  <a:pt x="10101285" y="1113695"/>
                </a:lnTo>
                <a:close/>
                <a:moveTo>
                  <a:pt x="9802526" y="1113695"/>
                </a:moveTo>
                <a:lnTo>
                  <a:pt x="9802526" y="1148479"/>
                </a:lnTo>
                <a:lnTo>
                  <a:pt x="9853635" y="1148479"/>
                </a:lnTo>
                <a:lnTo>
                  <a:pt x="9853635" y="1113695"/>
                </a:lnTo>
                <a:close/>
                <a:moveTo>
                  <a:pt x="9747999" y="1113695"/>
                </a:moveTo>
                <a:lnTo>
                  <a:pt x="9696765" y="1139940"/>
                </a:lnTo>
                <a:lnTo>
                  <a:pt x="9696765" y="1164427"/>
                </a:lnTo>
                <a:lnTo>
                  <a:pt x="9677929" y="1164427"/>
                </a:lnTo>
                <a:lnTo>
                  <a:pt x="9677929" y="1201848"/>
                </a:lnTo>
                <a:lnTo>
                  <a:pt x="9696765" y="1201848"/>
                </a:lnTo>
                <a:lnTo>
                  <a:pt x="9696765" y="1248754"/>
                </a:lnTo>
                <a:cubicBezTo>
                  <a:pt x="9696765" y="1263635"/>
                  <a:pt x="9698209" y="1274400"/>
                  <a:pt x="9701098" y="1281047"/>
                </a:cubicBezTo>
                <a:cubicBezTo>
                  <a:pt x="9703986" y="1287694"/>
                  <a:pt x="9708444" y="1292648"/>
                  <a:pt x="9714471" y="1295909"/>
                </a:cubicBezTo>
                <a:cubicBezTo>
                  <a:pt x="9720499" y="1299170"/>
                  <a:pt x="9729875" y="1300800"/>
                  <a:pt x="9742600" y="1300800"/>
                </a:cubicBezTo>
                <a:cubicBezTo>
                  <a:pt x="9753566" y="1300800"/>
                  <a:pt x="9765370" y="1299419"/>
                  <a:pt x="9778012" y="1296656"/>
                </a:cubicBezTo>
                <a:lnTo>
                  <a:pt x="9774244" y="1261376"/>
                </a:lnTo>
                <a:cubicBezTo>
                  <a:pt x="9767463" y="1263548"/>
                  <a:pt x="9762189" y="1264635"/>
                  <a:pt x="9758422" y="1264635"/>
                </a:cubicBezTo>
                <a:cubicBezTo>
                  <a:pt x="9754236" y="1264635"/>
                  <a:pt x="9751306" y="1263214"/>
                  <a:pt x="9749632" y="1260373"/>
                </a:cubicBezTo>
                <a:cubicBezTo>
                  <a:pt x="9748544" y="1258535"/>
                  <a:pt x="9747999" y="1254776"/>
                  <a:pt x="9747999" y="1249095"/>
                </a:cubicBezTo>
                <a:lnTo>
                  <a:pt x="9747999" y="1201848"/>
                </a:lnTo>
                <a:lnTo>
                  <a:pt x="9776128" y="1201848"/>
                </a:lnTo>
                <a:lnTo>
                  <a:pt x="9776128" y="1164427"/>
                </a:lnTo>
                <a:lnTo>
                  <a:pt x="9747999" y="1164427"/>
                </a:lnTo>
                <a:close/>
                <a:moveTo>
                  <a:pt x="8154702" y="1113695"/>
                </a:moveTo>
                <a:lnTo>
                  <a:pt x="8154702" y="1148479"/>
                </a:lnTo>
                <a:lnTo>
                  <a:pt x="8205810" y="1148479"/>
                </a:lnTo>
                <a:lnTo>
                  <a:pt x="8205810" y="1113695"/>
                </a:lnTo>
                <a:close/>
                <a:moveTo>
                  <a:pt x="6685949" y="1113695"/>
                </a:moveTo>
                <a:lnTo>
                  <a:pt x="6685949" y="1159153"/>
                </a:lnTo>
                <a:lnTo>
                  <a:pt x="6743964" y="1159153"/>
                </a:lnTo>
                <a:lnTo>
                  <a:pt x="6743964" y="1297786"/>
                </a:lnTo>
                <a:lnTo>
                  <a:pt x="6800849" y="1297786"/>
                </a:lnTo>
                <a:lnTo>
                  <a:pt x="6800849" y="1159153"/>
                </a:lnTo>
                <a:lnTo>
                  <a:pt x="6858864" y="1159153"/>
                </a:lnTo>
                <a:lnTo>
                  <a:pt x="6858864" y="1113695"/>
                </a:lnTo>
                <a:close/>
                <a:moveTo>
                  <a:pt x="8718853" y="1110556"/>
                </a:moveTo>
                <a:cubicBezTo>
                  <a:pt x="8689218" y="1110556"/>
                  <a:pt x="8666300" y="1118734"/>
                  <a:pt x="8650101" y="1135090"/>
                </a:cubicBezTo>
                <a:cubicBezTo>
                  <a:pt x="8633902" y="1151446"/>
                  <a:pt x="8625803" y="1174850"/>
                  <a:pt x="8625803" y="1205301"/>
                </a:cubicBezTo>
                <a:cubicBezTo>
                  <a:pt x="8625803" y="1228141"/>
                  <a:pt x="8630407" y="1246881"/>
                  <a:pt x="8639616" y="1261522"/>
                </a:cubicBezTo>
                <a:cubicBezTo>
                  <a:pt x="8648825" y="1276162"/>
                  <a:pt x="8659770" y="1286390"/>
                  <a:pt x="8672453" y="1292204"/>
                </a:cubicBezTo>
                <a:cubicBezTo>
                  <a:pt x="8685136" y="1298018"/>
                  <a:pt x="8701482" y="1300926"/>
                  <a:pt x="8721490" y="1300926"/>
                </a:cubicBezTo>
                <a:cubicBezTo>
                  <a:pt x="8737982" y="1300926"/>
                  <a:pt x="8751565" y="1298540"/>
                  <a:pt x="8762239" y="1293768"/>
                </a:cubicBezTo>
                <a:cubicBezTo>
                  <a:pt x="8772912" y="1288996"/>
                  <a:pt x="8781849" y="1281922"/>
                  <a:pt x="8789048" y="1272546"/>
                </a:cubicBezTo>
                <a:cubicBezTo>
                  <a:pt x="8796248" y="1263170"/>
                  <a:pt x="8801522" y="1251491"/>
                  <a:pt x="8804871" y="1237511"/>
                </a:cubicBezTo>
                <a:lnTo>
                  <a:pt x="8755018" y="1222442"/>
                </a:lnTo>
                <a:cubicBezTo>
                  <a:pt x="8752506" y="1234078"/>
                  <a:pt x="8748467" y="1242952"/>
                  <a:pt x="8742900" y="1249064"/>
                </a:cubicBezTo>
                <a:cubicBezTo>
                  <a:pt x="8737333" y="1255175"/>
                  <a:pt x="8729108" y="1258231"/>
                  <a:pt x="8718225" y="1258231"/>
                </a:cubicBezTo>
                <a:cubicBezTo>
                  <a:pt x="8707007" y="1258231"/>
                  <a:pt x="8698300" y="1254447"/>
                  <a:pt x="8692106" y="1246880"/>
                </a:cubicBezTo>
                <a:cubicBezTo>
                  <a:pt x="8685911" y="1239313"/>
                  <a:pt x="8682813" y="1225328"/>
                  <a:pt x="8682813" y="1204924"/>
                </a:cubicBezTo>
                <a:cubicBezTo>
                  <a:pt x="8682813" y="1188453"/>
                  <a:pt x="8685408" y="1176371"/>
                  <a:pt x="8690599" y="1168679"/>
                </a:cubicBezTo>
                <a:cubicBezTo>
                  <a:pt x="8697464" y="1158310"/>
                  <a:pt x="8707342" y="1153125"/>
                  <a:pt x="8720234" y="1153125"/>
                </a:cubicBezTo>
                <a:cubicBezTo>
                  <a:pt x="8725927" y="1153125"/>
                  <a:pt x="8731076" y="1154297"/>
                  <a:pt x="8735680" y="1156641"/>
                </a:cubicBezTo>
                <a:cubicBezTo>
                  <a:pt x="8740284" y="1158985"/>
                  <a:pt x="8744177" y="1162334"/>
                  <a:pt x="8747358" y="1166687"/>
                </a:cubicBezTo>
                <a:cubicBezTo>
                  <a:pt x="8749284" y="1169282"/>
                  <a:pt x="8751125" y="1173385"/>
                  <a:pt x="8752884" y="1178993"/>
                </a:cubicBezTo>
                <a:lnTo>
                  <a:pt x="8803113" y="1167817"/>
                </a:lnTo>
                <a:cubicBezTo>
                  <a:pt x="8796666" y="1148395"/>
                  <a:pt x="8786809" y="1133996"/>
                  <a:pt x="8773540" y="1124620"/>
                </a:cubicBezTo>
                <a:cubicBezTo>
                  <a:pt x="8760272" y="1115244"/>
                  <a:pt x="8742042" y="1110556"/>
                  <a:pt x="8718853" y="1110556"/>
                </a:cubicBezTo>
                <a:close/>
                <a:moveTo>
                  <a:pt x="7548711" y="1110556"/>
                </a:moveTo>
                <a:cubicBezTo>
                  <a:pt x="7537493" y="1110556"/>
                  <a:pt x="7528975" y="1111832"/>
                  <a:pt x="7523156" y="1114386"/>
                </a:cubicBezTo>
                <a:cubicBezTo>
                  <a:pt x="7517338" y="1116939"/>
                  <a:pt x="7512817" y="1120288"/>
                  <a:pt x="7509594" y="1124432"/>
                </a:cubicBezTo>
                <a:cubicBezTo>
                  <a:pt x="7506371" y="1128576"/>
                  <a:pt x="7504174" y="1133913"/>
                  <a:pt x="7503002" y="1140442"/>
                </a:cubicBezTo>
                <a:cubicBezTo>
                  <a:pt x="7501830" y="1146972"/>
                  <a:pt x="7501244" y="1152958"/>
                  <a:pt x="7501244" y="1158399"/>
                </a:cubicBezTo>
                <a:lnTo>
                  <a:pt x="7501244" y="1164427"/>
                </a:lnTo>
                <a:lnTo>
                  <a:pt x="7482156" y="1164427"/>
                </a:lnTo>
                <a:lnTo>
                  <a:pt x="7482156" y="1201848"/>
                </a:lnTo>
                <a:lnTo>
                  <a:pt x="7501244" y="1201848"/>
                </a:lnTo>
                <a:lnTo>
                  <a:pt x="7501244" y="1297786"/>
                </a:lnTo>
                <a:lnTo>
                  <a:pt x="7552478" y="1297786"/>
                </a:lnTo>
                <a:lnTo>
                  <a:pt x="7552478" y="1201848"/>
                </a:lnTo>
                <a:lnTo>
                  <a:pt x="7576839" y="1201848"/>
                </a:lnTo>
                <a:lnTo>
                  <a:pt x="7576839" y="1164427"/>
                </a:lnTo>
                <a:lnTo>
                  <a:pt x="7552478" y="1164427"/>
                </a:lnTo>
                <a:cubicBezTo>
                  <a:pt x="7552478" y="1158483"/>
                  <a:pt x="7552687" y="1154590"/>
                  <a:pt x="7553106" y="1152749"/>
                </a:cubicBezTo>
                <a:cubicBezTo>
                  <a:pt x="7553943" y="1149400"/>
                  <a:pt x="7555366" y="1146951"/>
                  <a:pt x="7557375" y="1145403"/>
                </a:cubicBezTo>
                <a:cubicBezTo>
                  <a:pt x="7559384" y="1143854"/>
                  <a:pt x="7562691" y="1143079"/>
                  <a:pt x="7567295" y="1143079"/>
                </a:cubicBezTo>
                <a:cubicBezTo>
                  <a:pt x="7571063" y="1143079"/>
                  <a:pt x="7576002" y="1143582"/>
                  <a:pt x="7582113" y="1144586"/>
                </a:cubicBezTo>
                <a:lnTo>
                  <a:pt x="7587764" y="1113695"/>
                </a:lnTo>
                <a:cubicBezTo>
                  <a:pt x="7570686" y="1111602"/>
                  <a:pt x="7557668" y="1110556"/>
                  <a:pt x="7548711" y="1110556"/>
                </a:cubicBezTo>
                <a:close/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2" y="551270"/>
                </a:moveTo>
                <a:cubicBezTo>
                  <a:pt x="5585104" y="551270"/>
                  <a:pt x="5600843" y="558805"/>
                  <a:pt x="5613567" y="573874"/>
                </a:cubicBezTo>
                <a:cubicBezTo>
                  <a:pt x="5626292" y="588943"/>
                  <a:pt x="5632655" y="611881"/>
                  <a:pt x="5632655" y="642688"/>
                </a:cubicBezTo>
                <a:cubicBezTo>
                  <a:pt x="5632655" y="675728"/>
                  <a:pt x="5626349" y="699726"/>
                  <a:pt x="5613734" y="714684"/>
                </a:cubicBezTo>
                <a:cubicBezTo>
                  <a:pt x="5601122" y="729641"/>
                  <a:pt x="5584992" y="737120"/>
                  <a:pt x="5565347" y="737120"/>
                </a:cubicBezTo>
                <a:cubicBezTo>
                  <a:pt x="5545926" y="737120"/>
                  <a:pt x="5529796" y="729529"/>
                  <a:pt x="5516959" y="714349"/>
                </a:cubicBezTo>
                <a:cubicBezTo>
                  <a:pt x="5504122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7" y="574209"/>
                </a:cubicBezTo>
                <a:cubicBezTo>
                  <a:pt x="5530075" y="558917"/>
                  <a:pt x="5546483" y="551270"/>
                  <a:pt x="5566352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7" y="457509"/>
                  <a:pt x="5452609" y="475089"/>
                  <a:pt x="5415998" y="510250"/>
                </a:cubicBezTo>
                <a:cubicBezTo>
                  <a:pt x="5379386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8" y="829207"/>
                  <a:pt x="5564678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4" y="697048"/>
                  <a:pt x="5769614" y="642353"/>
                </a:cubicBezTo>
                <a:cubicBezTo>
                  <a:pt x="5769614" y="593686"/>
                  <a:pt x="5754991" y="552721"/>
                  <a:pt x="5725747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19" y="457509"/>
                  <a:pt x="4591155" y="462587"/>
                  <a:pt x="4571734" y="472745"/>
                </a:cubicBezTo>
                <a:cubicBezTo>
                  <a:pt x="4552313" y="482903"/>
                  <a:pt x="4533112" y="499813"/>
                  <a:pt x="4514138" y="523477"/>
                </a:cubicBezTo>
                <a:lnTo>
                  <a:pt x="4514138" y="465545"/>
                </a:lnTo>
                <a:lnTo>
                  <a:pt x="4387224" y="465545"/>
                </a:lnTo>
                <a:lnTo>
                  <a:pt x="4387224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0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7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2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3" y="766922"/>
                  <a:pt x="6093147" y="780708"/>
                  <a:pt x="6109332" y="792874"/>
                </a:cubicBezTo>
                <a:cubicBezTo>
                  <a:pt x="6125517" y="805041"/>
                  <a:pt x="6145163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2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0" y="776531"/>
                </a:cubicBezTo>
                <a:cubicBezTo>
                  <a:pt x="5120071" y="794256"/>
                  <a:pt x="5131961" y="807467"/>
                  <a:pt x="5148033" y="816163"/>
                </a:cubicBezTo>
                <a:cubicBezTo>
                  <a:pt x="5164107" y="824859"/>
                  <a:pt x="5189109" y="829207"/>
                  <a:pt x="5223042" y="829207"/>
                </a:cubicBezTo>
                <a:cubicBezTo>
                  <a:pt x="5252287" y="829207"/>
                  <a:pt x="5283764" y="825523"/>
                  <a:pt x="5317474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6" y="732766"/>
                </a:cubicBezTo>
                <a:cubicBezTo>
                  <a:pt x="5254073" y="732766"/>
                  <a:pt x="5246259" y="728978"/>
                  <a:pt x="5241794" y="721402"/>
                </a:cubicBezTo>
                <a:cubicBezTo>
                  <a:pt x="5238893" y="716501"/>
                  <a:pt x="5237442" y="706476"/>
                  <a:pt x="5237442" y="691327"/>
                </a:cubicBezTo>
                <a:lnTo>
                  <a:pt x="5237442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2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792C9B1F-59E2-42A1-A542-551B35DB9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5043" y="8538805"/>
            <a:ext cx="2910300" cy="240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10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435A7D-8D1A-48FE-87AD-2520FEEEE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62419" y="-57627"/>
            <a:ext cx="12294448" cy="69156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D975F-3B57-42BE-8126-520746A6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63BE4-848E-4127-99D9-DB8C8F09F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6400"/>
            <a:ext cx="12294448" cy="812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56E084-086D-4194-A131-AA01C5B2C829}"/>
              </a:ext>
            </a:extLst>
          </p:cNvPr>
          <p:cNvSpPr/>
          <p:nvPr/>
        </p:nvSpPr>
        <p:spPr>
          <a:xfrm>
            <a:off x="292100" y="7856537"/>
            <a:ext cx="8586048" cy="69156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38904B-92ED-4A24-8F0F-C2AAC1417926}"/>
              </a:ext>
            </a:extLst>
          </p:cNvPr>
          <p:cNvSpPr txBox="1"/>
          <p:nvPr/>
        </p:nvSpPr>
        <p:spPr>
          <a:xfrm>
            <a:off x="12307330" y="970219"/>
            <a:ext cx="1537081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What is G in Wireless Communication</a:t>
            </a:r>
          </a:p>
          <a:p>
            <a:endParaRPr lang="en-US" sz="6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7E0844E-874B-4C1D-8E7A-EF7D2A3EFE05}"/>
              </a:ext>
            </a:extLst>
          </p:cNvPr>
          <p:cNvSpPr/>
          <p:nvPr/>
        </p:nvSpPr>
        <p:spPr>
          <a:xfrm>
            <a:off x="-12882" y="-61784"/>
            <a:ext cx="12307330" cy="6981568"/>
          </a:xfrm>
          <a:custGeom>
            <a:avLst/>
            <a:gdLst>
              <a:gd name="connsiteX0" fmla="*/ 2200157 w 12307330"/>
              <a:gd name="connsiteY0" fmla="*/ 559307 h 6981568"/>
              <a:gd name="connsiteX1" fmla="*/ 2245029 w 12307330"/>
              <a:gd name="connsiteY1" fmla="*/ 579901 h 6981568"/>
              <a:gd name="connsiteX2" fmla="*/ 2262777 w 12307330"/>
              <a:gd name="connsiteY2" fmla="*/ 642353 h 6981568"/>
              <a:gd name="connsiteX3" fmla="*/ 2245364 w 12307330"/>
              <a:gd name="connsiteY3" fmla="*/ 708991 h 6981568"/>
              <a:gd name="connsiteX4" fmla="*/ 2201832 w 12307330"/>
              <a:gd name="connsiteY4" fmla="*/ 729418 h 6981568"/>
              <a:gd name="connsiteX5" fmla="*/ 2160810 w 12307330"/>
              <a:gd name="connsiteY5" fmla="*/ 709158 h 6981568"/>
              <a:gd name="connsiteX6" fmla="*/ 2144235 w 12307330"/>
              <a:gd name="connsiteY6" fmla="*/ 645367 h 6981568"/>
              <a:gd name="connsiteX7" fmla="*/ 2160309 w 12307330"/>
              <a:gd name="connsiteY7" fmla="*/ 579064 h 6981568"/>
              <a:gd name="connsiteX8" fmla="*/ 2200157 w 12307330"/>
              <a:gd name="connsiteY8" fmla="*/ 559307 h 6981568"/>
              <a:gd name="connsiteX9" fmla="*/ 11374071 w 12307330"/>
              <a:gd name="connsiteY9" fmla="*/ 556293 h 6981568"/>
              <a:gd name="connsiteX10" fmla="*/ 11418273 w 12307330"/>
              <a:gd name="connsiteY10" fmla="*/ 576887 h 6981568"/>
              <a:gd name="connsiteX11" fmla="*/ 11436355 w 12307330"/>
              <a:gd name="connsiteY11" fmla="*/ 636326 h 6981568"/>
              <a:gd name="connsiteX12" fmla="*/ 11419110 w 12307330"/>
              <a:gd name="connsiteY12" fmla="*/ 694424 h 6981568"/>
              <a:gd name="connsiteX13" fmla="*/ 11376415 w 12307330"/>
              <a:gd name="connsiteY13" fmla="*/ 713679 h 6981568"/>
              <a:gd name="connsiteX14" fmla="*/ 11333218 w 12307330"/>
              <a:gd name="connsiteY14" fmla="*/ 695094 h 6981568"/>
              <a:gd name="connsiteX15" fmla="*/ 11316809 w 12307330"/>
              <a:gd name="connsiteY15" fmla="*/ 638000 h 6981568"/>
              <a:gd name="connsiteX16" fmla="*/ 11332380 w 12307330"/>
              <a:gd name="connsiteY16" fmla="*/ 575213 h 6981568"/>
              <a:gd name="connsiteX17" fmla="*/ 11374071 w 12307330"/>
              <a:gd name="connsiteY17" fmla="*/ 556293 h 6981568"/>
              <a:gd name="connsiteX18" fmla="*/ 10928926 w 12307330"/>
              <a:gd name="connsiteY18" fmla="*/ 551270 h 6981568"/>
              <a:gd name="connsiteX19" fmla="*/ 10976142 w 12307330"/>
              <a:gd name="connsiteY19" fmla="*/ 573874 h 6981568"/>
              <a:gd name="connsiteX20" fmla="*/ 10995229 w 12307330"/>
              <a:gd name="connsiteY20" fmla="*/ 642688 h 6981568"/>
              <a:gd name="connsiteX21" fmla="*/ 10976309 w 12307330"/>
              <a:gd name="connsiteY21" fmla="*/ 714684 h 6981568"/>
              <a:gd name="connsiteX22" fmla="*/ 10927921 w 12307330"/>
              <a:gd name="connsiteY22" fmla="*/ 737120 h 6981568"/>
              <a:gd name="connsiteX23" fmla="*/ 10879534 w 12307330"/>
              <a:gd name="connsiteY23" fmla="*/ 714349 h 6981568"/>
              <a:gd name="connsiteX24" fmla="*/ 10860279 w 12307330"/>
              <a:gd name="connsiteY24" fmla="*/ 644028 h 6981568"/>
              <a:gd name="connsiteX25" fmla="*/ 10879701 w 12307330"/>
              <a:gd name="connsiteY25" fmla="*/ 574209 h 6981568"/>
              <a:gd name="connsiteX26" fmla="*/ 10928926 w 12307330"/>
              <a:gd name="connsiteY26" fmla="*/ 551270 h 6981568"/>
              <a:gd name="connsiteX27" fmla="*/ 10243126 w 12307330"/>
              <a:gd name="connsiteY27" fmla="*/ 551270 h 6981568"/>
              <a:gd name="connsiteX28" fmla="*/ 10290342 w 12307330"/>
              <a:gd name="connsiteY28" fmla="*/ 573874 h 6981568"/>
              <a:gd name="connsiteX29" fmla="*/ 10309429 w 12307330"/>
              <a:gd name="connsiteY29" fmla="*/ 642688 h 6981568"/>
              <a:gd name="connsiteX30" fmla="*/ 10290509 w 12307330"/>
              <a:gd name="connsiteY30" fmla="*/ 714684 h 6981568"/>
              <a:gd name="connsiteX31" fmla="*/ 10242121 w 12307330"/>
              <a:gd name="connsiteY31" fmla="*/ 737120 h 6981568"/>
              <a:gd name="connsiteX32" fmla="*/ 10193734 w 12307330"/>
              <a:gd name="connsiteY32" fmla="*/ 714349 h 6981568"/>
              <a:gd name="connsiteX33" fmla="*/ 10174479 w 12307330"/>
              <a:gd name="connsiteY33" fmla="*/ 644028 h 6981568"/>
              <a:gd name="connsiteX34" fmla="*/ 10193901 w 12307330"/>
              <a:gd name="connsiteY34" fmla="*/ 574209 h 6981568"/>
              <a:gd name="connsiteX35" fmla="*/ 10243126 w 12307330"/>
              <a:gd name="connsiteY35" fmla="*/ 551270 h 6981568"/>
              <a:gd name="connsiteX36" fmla="*/ 9328727 w 12307330"/>
              <a:gd name="connsiteY36" fmla="*/ 551270 h 6981568"/>
              <a:gd name="connsiteX37" fmla="*/ 9375942 w 12307330"/>
              <a:gd name="connsiteY37" fmla="*/ 573874 h 6981568"/>
              <a:gd name="connsiteX38" fmla="*/ 9395029 w 12307330"/>
              <a:gd name="connsiteY38" fmla="*/ 642688 h 6981568"/>
              <a:gd name="connsiteX39" fmla="*/ 9376110 w 12307330"/>
              <a:gd name="connsiteY39" fmla="*/ 714684 h 6981568"/>
              <a:gd name="connsiteX40" fmla="*/ 9327722 w 12307330"/>
              <a:gd name="connsiteY40" fmla="*/ 737120 h 6981568"/>
              <a:gd name="connsiteX41" fmla="*/ 9279334 w 12307330"/>
              <a:gd name="connsiteY41" fmla="*/ 714349 h 6981568"/>
              <a:gd name="connsiteX42" fmla="*/ 9260080 w 12307330"/>
              <a:gd name="connsiteY42" fmla="*/ 644028 h 6981568"/>
              <a:gd name="connsiteX43" fmla="*/ 9279501 w 12307330"/>
              <a:gd name="connsiteY43" fmla="*/ 574209 h 6981568"/>
              <a:gd name="connsiteX44" fmla="*/ 9328727 w 12307330"/>
              <a:gd name="connsiteY44" fmla="*/ 551270 h 6981568"/>
              <a:gd name="connsiteX45" fmla="*/ 5566351 w 12307330"/>
              <a:gd name="connsiteY45" fmla="*/ 551270 h 6981568"/>
              <a:gd name="connsiteX46" fmla="*/ 5613567 w 12307330"/>
              <a:gd name="connsiteY46" fmla="*/ 573874 h 6981568"/>
              <a:gd name="connsiteX47" fmla="*/ 5632656 w 12307330"/>
              <a:gd name="connsiteY47" fmla="*/ 642688 h 6981568"/>
              <a:gd name="connsiteX48" fmla="*/ 5613734 w 12307330"/>
              <a:gd name="connsiteY48" fmla="*/ 714684 h 6981568"/>
              <a:gd name="connsiteX49" fmla="*/ 5565348 w 12307330"/>
              <a:gd name="connsiteY49" fmla="*/ 737120 h 6981568"/>
              <a:gd name="connsiteX50" fmla="*/ 5516960 w 12307330"/>
              <a:gd name="connsiteY50" fmla="*/ 714349 h 6981568"/>
              <a:gd name="connsiteX51" fmla="*/ 5497704 w 12307330"/>
              <a:gd name="connsiteY51" fmla="*/ 644028 h 6981568"/>
              <a:gd name="connsiteX52" fmla="*/ 5517126 w 12307330"/>
              <a:gd name="connsiteY52" fmla="*/ 574209 h 6981568"/>
              <a:gd name="connsiteX53" fmla="*/ 5566351 w 12307330"/>
              <a:gd name="connsiteY53" fmla="*/ 551270 h 6981568"/>
              <a:gd name="connsiteX54" fmla="*/ 4118552 w 12307330"/>
              <a:gd name="connsiteY54" fmla="*/ 551270 h 6981568"/>
              <a:gd name="connsiteX55" fmla="*/ 4165768 w 12307330"/>
              <a:gd name="connsiteY55" fmla="*/ 573874 h 6981568"/>
              <a:gd name="connsiteX56" fmla="*/ 4184855 w 12307330"/>
              <a:gd name="connsiteY56" fmla="*/ 642688 h 6981568"/>
              <a:gd name="connsiteX57" fmla="*/ 4165935 w 12307330"/>
              <a:gd name="connsiteY57" fmla="*/ 714684 h 6981568"/>
              <a:gd name="connsiteX58" fmla="*/ 4117547 w 12307330"/>
              <a:gd name="connsiteY58" fmla="*/ 737120 h 6981568"/>
              <a:gd name="connsiteX59" fmla="*/ 4069159 w 12307330"/>
              <a:gd name="connsiteY59" fmla="*/ 714349 h 6981568"/>
              <a:gd name="connsiteX60" fmla="*/ 4049905 w 12307330"/>
              <a:gd name="connsiteY60" fmla="*/ 644028 h 6981568"/>
              <a:gd name="connsiteX61" fmla="*/ 4069327 w 12307330"/>
              <a:gd name="connsiteY61" fmla="*/ 574209 h 6981568"/>
              <a:gd name="connsiteX62" fmla="*/ 4118552 w 12307330"/>
              <a:gd name="connsiteY62" fmla="*/ 551270 h 6981568"/>
              <a:gd name="connsiteX63" fmla="*/ 1756352 w 12307330"/>
              <a:gd name="connsiteY63" fmla="*/ 551270 h 6981568"/>
              <a:gd name="connsiteX64" fmla="*/ 1803568 w 12307330"/>
              <a:gd name="connsiteY64" fmla="*/ 573874 h 6981568"/>
              <a:gd name="connsiteX65" fmla="*/ 1822655 w 12307330"/>
              <a:gd name="connsiteY65" fmla="*/ 642688 h 6981568"/>
              <a:gd name="connsiteX66" fmla="*/ 1803735 w 12307330"/>
              <a:gd name="connsiteY66" fmla="*/ 714684 h 6981568"/>
              <a:gd name="connsiteX67" fmla="*/ 1755347 w 12307330"/>
              <a:gd name="connsiteY67" fmla="*/ 737120 h 6981568"/>
              <a:gd name="connsiteX68" fmla="*/ 1706959 w 12307330"/>
              <a:gd name="connsiteY68" fmla="*/ 714349 h 6981568"/>
              <a:gd name="connsiteX69" fmla="*/ 1687705 w 12307330"/>
              <a:gd name="connsiteY69" fmla="*/ 644028 h 6981568"/>
              <a:gd name="connsiteX70" fmla="*/ 1707127 w 12307330"/>
              <a:gd name="connsiteY70" fmla="*/ 574209 h 6981568"/>
              <a:gd name="connsiteX71" fmla="*/ 1756352 w 12307330"/>
              <a:gd name="connsiteY71" fmla="*/ 551270 h 6981568"/>
              <a:gd name="connsiteX72" fmla="*/ 7967656 w 12307330"/>
              <a:gd name="connsiteY72" fmla="*/ 538211 h 6981568"/>
              <a:gd name="connsiteX73" fmla="*/ 8013030 w 12307330"/>
              <a:gd name="connsiteY73" fmla="*/ 555289 h 6981568"/>
              <a:gd name="connsiteX74" fmla="*/ 8034294 w 12307330"/>
              <a:gd name="connsiteY74" fmla="*/ 611881 h 6981568"/>
              <a:gd name="connsiteX75" fmla="*/ 7900014 w 12307330"/>
              <a:gd name="connsiteY75" fmla="*/ 611881 h 6981568"/>
              <a:gd name="connsiteX76" fmla="*/ 7915753 w 12307330"/>
              <a:gd name="connsiteY76" fmla="*/ 563995 h 6981568"/>
              <a:gd name="connsiteX77" fmla="*/ 7967656 w 12307330"/>
              <a:gd name="connsiteY77" fmla="*/ 538211 h 6981568"/>
              <a:gd name="connsiteX78" fmla="*/ 11625144 w 12307330"/>
              <a:gd name="connsiteY78" fmla="*/ 465545 h 6981568"/>
              <a:gd name="connsiteX79" fmla="*/ 11774378 w 12307330"/>
              <a:gd name="connsiteY79" fmla="*/ 821107 h 6981568"/>
              <a:gd name="connsiteX80" fmla="*/ 11749119 w 12307330"/>
              <a:gd name="connsiteY80" fmla="*/ 860671 h 6981568"/>
              <a:gd name="connsiteX81" fmla="*/ 11710142 w 12307330"/>
              <a:gd name="connsiteY81" fmla="*/ 871735 h 6981568"/>
              <a:gd name="connsiteX82" fmla="*/ 11644566 w 12307330"/>
              <a:gd name="connsiteY82" fmla="*/ 862358 h 6981568"/>
              <a:gd name="connsiteX83" fmla="*/ 11655271 w 12307330"/>
              <a:gd name="connsiteY83" fmla="*/ 957460 h 6981568"/>
              <a:gd name="connsiteX84" fmla="*/ 11746318 w 12307330"/>
              <a:gd name="connsiteY84" fmla="*/ 965496 h 6981568"/>
              <a:gd name="connsiteX85" fmla="*/ 11854431 w 12307330"/>
              <a:gd name="connsiteY85" fmla="*/ 933323 h 6981568"/>
              <a:gd name="connsiteX86" fmla="*/ 11903635 w 12307330"/>
              <a:gd name="connsiteY86" fmla="*/ 845526 h 6981568"/>
              <a:gd name="connsiteX87" fmla="*/ 12044728 w 12307330"/>
              <a:gd name="connsiteY87" fmla="*/ 465545 h 6981568"/>
              <a:gd name="connsiteX88" fmla="*/ 11910427 w 12307330"/>
              <a:gd name="connsiteY88" fmla="*/ 465545 h 6981568"/>
              <a:gd name="connsiteX89" fmla="*/ 11842303 w 12307330"/>
              <a:gd name="connsiteY89" fmla="*/ 702294 h 6981568"/>
              <a:gd name="connsiteX90" fmla="*/ 11768953 w 12307330"/>
              <a:gd name="connsiteY90" fmla="*/ 465545 h 6981568"/>
              <a:gd name="connsiteX91" fmla="*/ 3706447 w 12307330"/>
              <a:gd name="connsiteY91" fmla="*/ 465545 h 6981568"/>
              <a:gd name="connsiteX92" fmla="*/ 3706447 w 12307330"/>
              <a:gd name="connsiteY92" fmla="*/ 821170 h 6981568"/>
              <a:gd name="connsiteX93" fmla="*/ 3842736 w 12307330"/>
              <a:gd name="connsiteY93" fmla="*/ 821170 h 6981568"/>
              <a:gd name="connsiteX94" fmla="*/ 3842736 w 12307330"/>
              <a:gd name="connsiteY94" fmla="*/ 465545 h 6981568"/>
              <a:gd name="connsiteX95" fmla="*/ 2480885 w 12307330"/>
              <a:gd name="connsiteY95" fmla="*/ 465545 h 6981568"/>
              <a:gd name="connsiteX96" fmla="*/ 2480885 w 12307330"/>
              <a:gd name="connsiteY96" fmla="*/ 691913 h 6981568"/>
              <a:gd name="connsiteX97" fmla="*/ 2512864 w 12307330"/>
              <a:gd name="connsiteY97" fmla="*/ 795553 h 6981568"/>
              <a:gd name="connsiteX98" fmla="*/ 2601100 w 12307330"/>
              <a:gd name="connsiteY98" fmla="*/ 829207 h 6981568"/>
              <a:gd name="connsiteX99" fmla="*/ 2672259 w 12307330"/>
              <a:gd name="connsiteY99" fmla="*/ 814138 h 6981568"/>
              <a:gd name="connsiteX100" fmla="*/ 2729688 w 12307330"/>
              <a:gd name="connsiteY100" fmla="*/ 763574 h 6981568"/>
              <a:gd name="connsiteX101" fmla="*/ 2729688 w 12307330"/>
              <a:gd name="connsiteY101" fmla="*/ 821170 h 6981568"/>
              <a:gd name="connsiteX102" fmla="*/ 2856936 w 12307330"/>
              <a:gd name="connsiteY102" fmla="*/ 821170 h 6981568"/>
              <a:gd name="connsiteX103" fmla="*/ 2856936 w 12307330"/>
              <a:gd name="connsiteY103" fmla="*/ 465545 h 6981568"/>
              <a:gd name="connsiteX104" fmla="*/ 2720646 w 12307330"/>
              <a:gd name="connsiteY104" fmla="*/ 465545 h 6981568"/>
              <a:gd name="connsiteX105" fmla="*/ 2720646 w 12307330"/>
              <a:gd name="connsiteY105" fmla="*/ 636661 h 6981568"/>
              <a:gd name="connsiteX106" fmla="*/ 2705075 w 12307330"/>
              <a:gd name="connsiteY106" fmla="*/ 703968 h 6981568"/>
              <a:gd name="connsiteX107" fmla="*/ 2665059 w 12307330"/>
              <a:gd name="connsiteY107" fmla="*/ 722720 h 6981568"/>
              <a:gd name="connsiteX108" fmla="*/ 2630233 w 12307330"/>
              <a:gd name="connsiteY108" fmla="*/ 708656 h 6981568"/>
              <a:gd name="connsiteX109" fmla="*/ 2617843 w 12307330"/>
              <a:gd name="connsiteY109" fmla="*/ 661106 h 6981568"/>
              <a:gd name="connsiteX110" fmla="*/ 2617843 w 12307330"/>
              <a:gd name="connsiteY110" fmla="*/ 465545 h 6981568"/>
              <a:gd name="connsiteX111" fmla="*/ 11326185 w 12307330"/>
              <a:gd name="connsiteY111" fmla="*/ 457509 h 6981568"/>
              <a:gd name="connsiteX112" fmla="*/ 11221038 w 12307330"/>
              <a:gd name="connsiteY112" fmla="*/ 501041 h 6981568"/>
              <a:gd name="connsiteX113" fmla="*/ 11180855 w 12307330"/>
              <a:gd name="connsiteY113" fmla="*/ 627619 h 6981568"/>
              <a:gd name="connsiteX114" fmla="*/ 11211997 w 12307330"/>
              <a:gd name="connsiteY114" fmla="*/ 744487 h 6981568"/>
              <a:gd name="connsiteX115" fmla="*/ 11327190 w 12307330"/>
              <a:gd name="connsiteY115" fmla="*/ 806771 h 6981568"/>
              <a:gd name="connsiteX116" fmla="*/ 11395167 w 12307330"/>
              <a:gd name="connsiteY116" fmla="*/ 790028 h 6981568"/>
              <a:gd name="connsiteX117" fmla="*/ 11435351 w 12307330"/>
              <a:gd name="connsiteY117" fmla="*/ 755537 h 6981568"/>
              <a:gd name="connsiteX118" fmla="*/ 11435351 w 12307330"/>
              <a:gd name="connsiteY118" fmla="*/ 809450 h 6981568"/>
              <a:gd name="connsiteX119" fmla="*/ 11420784 w 12307330"/>
              <a:gd name="connsiteY119" fmla="*/ 864368 h 6981568"/>
              <a:gd name="connsiteX120" fmla="*/ 11376750 w 12307330"/>
              <a:gd name="connsiteY120" fmla="*/ 880106 h 6981568"/>
              <a:gd name="connsiteX121" fmla="*/ 11338910 w 12307330"/>
              <a:gd name="connsiteY121" fmla="*/ 869725 h 6981568"/>
              <a:gd name="connsiteX122" fmla="*/ 11323507 w 12307330"/>
              <a:gd name="connsiteY122" fmla="*/ 844276 h 6981568"/>
              <a:gd name="connsiteX123" fmla="*/ 11191236 w 12307330"/>
              <a:gd name="connsiteY123" fmla="*/ 829207 h 6981568"/>
              <a:gd name="connsiteX124" fmla="*/ 11190566 w 12307330"/>
              <a:gd name="connsiteY124" fmla="*/ 847290 h 6981568"/>
              <a:gd name="connsiteX125" fmla="*/ 11230582 w 12307330"/>
              <a:gd name="connsiteY125" fmla="*/ 933349 h 6981568"/>
              <a:gd name="connsiteX126" fmla="*/ 11377754 w 12307330"/>
              <a:gd name="connsiteY126" fmla="*/ 965496 h 6981568"/>
              <a:gd name="connsiteX127" fmla="*/ 11460968 w 12307330"/>
              <a:gd name="connsiteY127" fmla="*/ 957125 h 6981568"/>
              <a:gd name="connsiteX128" fmla="*/ 11520908 w 12307330"/>
              <a:gd name="connsiteY128" fmla="*/ 930001 h 6981568"/>
              <a:gd name="connsiteX129" fmla="*/ 11558748 w 12307330"/>
              <a:gd name="connsiteY129" fmla="*/ 880943 h 6981568"/>
              <a:gd name="connsiteX130" fmla="*/ 11572980 w 12307330"/>
              <a:gd name="connsiteY130" fmla="*/ 817152 h 6981568"/>
              <a:gd name="connsiteX131" fmla="*/ 11572645 w 12307330"/>
              <a:gd name="connsiteY131" fmla="*/ 801413 h 6981568"/>
              <a:gd name="connsiteX132" fmla="*/ 11572645 w 12307330"/>
              <a:gd name="connsiteY132" fmla="*/ 465545 h 6981568"/>
              <a:gd name="connsiteX133" fmla="*/ 11445062 w 12307330"/>
              <a:gd name="connsiteY133" fmla="*/ 465545 h 6981568"/>
              <a:gd name="connsiteX134" fmla="*/ 11445062 w 12307330"/>
              <a:gd name="connsiteY134" fmla="*/ 518119 h 6981568"/>
              <a:gd name="connsiteX135" fmla="*/ 11394665 w 12307330"/>
              <a:gd name="connsiteY135" fmla="*/ 471573 h 6981568"/>
              <a:gd name="connsiteX136" fmla="*/ 11326185 w 12307330"/>
              <a:gd name="connsiteY136" fmla="*/ 457509 h 6981568"/>
              <a:gd name="connsiteX137" fmla="*/ 10926917 w 12307330"/>
              <a:gd name="connsiteY137" fmla="*/ 457509 h 6981568"/>
              <a:gd name="connsiteX138" fmla="*/ 10778572 w 12307330"/>
              <a:gd name="connsiteY138" fmla="*/ 510250 h 6981568"/>
              <a:gd name="connsiteX139" fmla="*/ 10723655 w 12307330"/>
              <a:gd name="connsiteY139" fmla="*/ 644362 h 6981568"/>
              <a:gd name="connsiteX140" fmla="*/ 10788618 w 12307330"/>
              <a:gd name="connsiteY140" fmla="*/ 785675 h 6981568"/>
              <a:gd name="connsiteX141" fmla="*/ 10927252 w 12307330"/>
              <a:gd name="connsiteY141" fmla="*/ 829207 h 6981568"/>
              <a:gd name="connsiteX142" fmla="*/ 11077773 w 12307330"/>
              <a:gd name="connsiteY142" fmla="*/ 776801 h 6981568"/>
              <a:gd name="connsiteX143" fmla="*/ 11132188 w 12307330"/>
              <a:gd name="connsiteY143" fmla="*/ 642353 h 6981568"/>
              <a:gd name="connsiteX144" fmla="*/ 11088321 w 12307330"/>
              <a:gd name="connsiteY144" fmla="*/ 519459 h 6981568"/>
              <a:gd name="connsiteX145" fmla="*/ 10926917 w 12307330"/>
              <a:gd name="connsiteY145" fmla="*/ 457509 h 6981568"/>
              <a:gd name="connsiteX146" fmla="*/ 10241117 w 12307330"/>
              <a:gd name="connsiteY146" fmla="*/ 457509 h 6981568"/>
              <a:gd name="connsiteX147" fmla="*/ 10092772 w 12307330"/>
              <a:gd name="connsiteY147" fmla="*/ 510250 h 6981568"/>
              <a:gd name="connsiteX148" fmla="*/ 10037855 w 12307330"/>
              <a:gd name="connsiteY148" fmla="*/ 644362 h 6981568"/>
              <a:gd name="connsiteX149" fmla="*/ 10102818 w 12307330"/>
              <a:gd name="connsiteY149" fmla="*/ 785675 h 6981568"/>
              <a:gd name="connsiteX150" fmla="*/ 10241452 w 12307330"/>
              <a:gd name="connsiteY150" fmla="*/ 829207 h 6981568"/>
              <a:gd name="connsiteX151" fmla="*/ 10391973 w 12307330"/>
              <a:gd name="connsiteY151" fmla="*/ 776801 h 6981568"/>
              <a:gd name="connsiteX152" fmla="*/ 10446388 w 12307330"/>
              <a:gd name="connsiteY152" fmla="*/ 642353 h 6981568"/>
              <a:gd name="connsiteX153" fmla="*/ 10402521 w 12307330"/>
              <a:gd name="connsiteY153" fmla="*/ 519459 h 6981568"/>
              <a:gd name="connsiteX154" fmla="*/ 10241117 w 12307330"/>
              <a:gd name="connsiteY154" fmla="*/ 457509 h 6981568"/>
              <a:gd name="connsiteX155" fmla="*/ 9852899 w 12307330"/>
              <a:gd name="connsiteY155" fmla="*/ 457509 h 6981568"/>
              <a:gd name="connsiteX156" fmla="*/ 9781908 w 12307330"/>
              <a:gd name="connsiteY156" fmla="*/ 472745 h 6981568"/>
              <a:gd name="connsiteX157" fmla="*/ 9724311 w 12307330"/>
              <a:gd name="connsiteY157" fmla="*/ 523477 h 6981568"/>
              <a:gd name="connsiteX158" fmla="*/ 9724311 w 12307330"/>
              <a:gd name="connsiteY158" fmla="*/ 465545 h 6981568"/>
              <a:gd name="connsiteX159" fmla="*/ 9597398 w 12307330"/>
              <a:gd name="connsiteY159" fmla="*/ 465545 h 6981568"/>
              <a:gd name="connsiteX160" fmla="*/ 9597398 w 12307330"/>
              <a:gd name="connsiteY160" fmla="*/ 821170 h 6981568"/>
              <a:gd name="connsiteX161" fmla="*/ 9733687 w 12307330"/>
              <a:gd name="connsiteY161" fmla="*/ 821170 h 6981568"/>
              <a:gd name="connsiteX162" fmla="*/ 9733687 w 12307330"/>
              <a:gd name="connsiteY162" fmla="*/ 650390 h 6981568"/>
              <a:gd name="connsiteX163" fmla="*/ 9749091 w 12307330"/>
              <a:gd name="connsiteY163" fmla="*/ 583082 h 6981568"/>
              <a:gd name="connsiteX164" fmla="*/ 9789275 w 12307330"/>
              <a:gd name="connsiteY164" fmla="*/ 564330 h 6981568"/>
              <a:gd name="connsiteX165" fmla="*/ 9824100 w 12307330"/>
              <a:gd name="connsiteY165" fmla="*/ 578227 h 6981568"/>
              <a:gd name="connsiteX166" fmla="*/ 9836490 w 12307330"/>
              <a:gd name="connsiteY166" fmla="*/ 625610 h 6981568"/>
              <a:gd name="connsiteX167" fmla="*/ 9836490 w 12307330"/>
              <a:gd name="connsiteY167" fmla="*/ 821170 h 6981568"/>
              <a:gd name="connsiteX168" fmla="*/ 9973449 w 12307330"/>
              <a:gd name="connsiteY168" fmla="*/ 821170 h 6981568"/>
              <a:gd name="connsiteX169" fmla="*/ 9973449 w 12307330"/>
              <a:gd name="connsiteY169" fmla="*/ 595138 h 6981568"/>
              <a:gd name="connsiteX170" fmla="*/ 9941470 w 12307330"/>
              <a:gd name="connsiteY170" fmla="*/ 491162 h 6981568"/>
              <a:gd name="connsiteX171" fmla="*/ 9852899 w 12307330"/>
              <a:gd name="connsiteY171" fmla="*/ 457509 h 6981568"/>
              <a:gd name="connsiteX172" fmla="*/ 9326717 w 12307330"/>
              <a:gd name="connsiteY172" fmla="*/ 457509 h 6981568"/>
              <a:gd name="connsiteX173" fmla="*/ 9178372 w 12307330"/>
              <a:gd name="connsiteY173" fmla="*/ 510250 h 6981568"/>
              <a:gd name="connsiteX174" fmla="*/ 9123455 w 12307330"/>
              <a:gd name="connsiteY174" fmla="*/ 644362 h 6981568"/>
              <a:gd name="connsiteX175" fmla="*/ 9188419 w 12307330"/>
              <a:gd name="connsiteY175" fmla="*/ 785675 h 6981568"/>
              <a:gd name="connsiteX176" fmla="*/ 9327052 w 12307330"/>
              <a:gd name="connsiteY176" fmla="*/ 829207 h 6981568"/>
              <a:gd name="connsiteX177" fmla="*/ 9477573 w 12307330"/>
              <a:gd name="connsiteY177" fmla="*/ 776801 h 6981568"/>
              <a:gd name="connsiteX178" fmla="*/ 9531988 w 12307330"/>
              <a:gd name="connsiteY178" fmla="*/ 642353 h 6981568"/>
              <a:gd name="connsiteX179" fmla="*/ 9488121 w 12307330"/>
              <a:gd name="connsiteY179" fmla="*/ 519459 h 6981568"/>
              <a:gd name="connsiteX180" fmla="*/ 9326717 w 12307330"/>
              <a:gd name="connsiteY180" fmla="*/ 457509 h 6981568"/>
              <a:gd name="connsiteX181" fmla="*/ 8426196 w 12307330"/>
              <a:gd name="connsiteY181" fmla="*/ 457509 h 6981568"/>
              <a:gd name="connsiteX182" fmla="*/ 8324063 w 12307330"/>
              <a:gd name="connsiteY182" fmla="*/ 473901 h 6981568"/>
              <a:gd name="connsiteX183" fmla="*/ 8275173 w 12307330"/>
              <a:gd name="connsiteY183" fmla="*/ 505517 h 6981568"/>
              <a:gd name="connsiteX184" fmla="*/ 8237668 w 12307330"/>
              <a:gd name="connsiteY184" fmla="*/ 553526 h 6981568"/>
              <a:gd name="connsiteX185" fmla="*/ 8218915 w 12307330"/>
              <a:gd name="connsiteY185" fmla="*/ 644865 h 6981568"/>
              <a:gd name="connsiteX186" fmla="*/ 8234319 w 12307330"/>
              <a:gd name="connsiteY186" fmla="*/ 729174 h 6981568"/>
              <a:gd name="connsiteX187" fmla="*/ 8276847 w 12307330"/>
              <a:gd name="connsiteY187" fmla="*/ 784545 h 6981568"/>
              <a:gd name="connsiteX188" fmla="*/ 8341643 w 12307330"/>
              <a:gd name="connsiteY188" fmla="*/ 818669 h 6981568"/>
              <a:gd name="connsiteX189" fmla="*/ 8435906 w 12307330"/>
              <a:gd name="connsiteY189" fmla="*/ 829207 h 6981568"/>
              <a:gd name="connsiteX190" fmla="*/ 8532515 w 12307330"/>
              <a:gd name="connsiteY190" fmla="*/ 812799 h 6981568"/>
              <a:gd name="connsiteX191" fmla="*/ 8594966 w 12307330"/>
              <a:gd name="connsiteY191" fmla="*/ 766755 h 6981568"/>
              <a:gd name="connsiteX192" fmla="*/ 8630127 w 12307330"/>
              <a:gd name="connsiteY192" fmla="*/ 696601 h 6981568"/>
              <a:gd name="connsiteX193" fmla="*/ 8500535 w 12307330"/>
              <a:gd name="connsiteY193" fmla="*/ 681867 h 6981568"/>
              <a:gd name="connsiteX194" fmla="*/ 8473244 w 12307330"/>
              <a:gd name="connsiteY194" fmla="*/ 724060 h 6981568"/>
              <a:gd name="connsiteX195" fmla="*/ 8428205 w 12307330"/>
              <a:gd name="connsiteY195" fmla="*/ 737789 h 6981568"/>
              <a:gd name="connsiteX196" fmla="*/ 8375297 w 12307330"/>
              <a:gd name="connsiteY196" fmla="*/ 715060 h 6981568"/>
              <a:gd name="connsiteX197" fmla="*/ 8354535 w 12307330"/>
              <a:gd name="connsiteY197" fmla="*/ 648543 h 6981568"/>
              <a:gd name="connsiteX198" fmla="*/ 8375464 w 12307330"/>
              <a:gd name="connsiteY198" fmla="*/ 575169 h 6981568"/>
              <a:gd name="connsiteX199" fmla="*/ 8430214 w 12307330"/>
              <a:gd name="connsiteY199" fmla="*/ 550936 h 6981568"/>
              <a:gd name="connsiteX200" fmla="*/ 8472909 w 12307330"/>
              <a:gd name="connsiteY200" fmla="*/ 562488 h 6981568"/>
              <a:gd name="connsiteX201" fmla="*/ 8494843 w 12307330"/>
              <a:gd name="connsiteY201" fmla="*/ 596812 h 6981568"/>
              <a:gd name="connsiteX202" fmla="*/ 8623095 w 12307330"/>
              <a:gd name="connsiteY202" fmla="*/ 579734 h 6981568"/>
              <a:gd name="connsiteX203" fmla="*/ 8558968 w 12307330"/>
              <a:gd name="connsiteY203" fmla="*/ 488651 h 6981568"/>
              <a:gd name="connsiteX204" fmla="*/ 8426196 w 12307330"/>
              <a:gd name="connsiteY204" fmla="*/ 457509 h 6981568"/>
              <a:gd name="connsiteX205" fmla="*/ 7961964 w 12307330"/>
              <a:gd name="connsiteY205" fmla="*/ 457509 h 6981568"/>
              <a:gd name="connsiteX206" fmla="*/ 7814456 w 12307330"/>
              <a:gd name="connsiteY206" fmla="*/ 509078 h 6981568"/>
              <a:gd name="connsiteX207" fmla="*/ 7761046 w 12307330"/>
              <a:gd name="connsiteY207" fmla="*/ 644028 h 6981568"/>
              <a:gd name="connsiteX208" fmla="*/ 7787667 w 12307330"/>
              <a:gd name="connsiteY208" fmla="*/ 745993 h 6981568"/>
              <a:gd name="connsiteX209" fmla="*/ 7854807 w 12307330"/>
              <a:gd name="connsiteY209" fmla="*/ 809283 h 6981568"/>
              <a:gd name="connsiteX210" fmla="*/ 7965982 w 12307330"/>
              <a:gd name="connsiteY210" fmla="*/ 829207 h 6981568"/>
              <a:gd name="connsiteX211" fmla="*/ 8090886 w 12307330"/>
              <a:gd name="connsiteY211" fmla="*/ 805934 h 6981568"/>
              <a:gd name="connsiteX212" fmla="*/ 8165226 w 12307330"/>
              <a:gd name="connsiteY212" fmla="*/ 729083 h 6981568"/>
              <a:gd name="connsiteX213" fmla="*/ 8030946 w 12307330"/>
              <a:gd name="connsiteY213" fmla="*/ 716693 h 6981568"/>
              <a:gd name="connsiteX214" fmla="*/ 8007170 w 12307330"/>
              <a:gd name="connsiteY214" fmla="*/ 739129 h 6981568"/>
              <a:gd name="connsiteX215" fmla="*/ 7968996 w 12307330"/>
              <a:gd name="connsiteY215" fmla="*/ 749175 h 6981568"/>
              <a:gd name="connsiteX216" fmla="*/ 7917427 w 12307330"/>
              <a:gd name="connsiteY216" fmla="*/ 726069 h 6981568"/>
              <a:gd name="connsiteX217" fmla="*/ 7899679 w 12307330"/>
              <a:gd name="connsiteY217" fmla="*/ 677179 h 6981568"/>
              <a:gd name="connsiteX218" fmla="*/ 8172928 w 12307330"/>
              <a:gd name="connsiteY218" fmla="*/ 677179 h 6981568"/>
              <a:gd name="connsiteX219" fmla="*/ 8172928 w 12307330"/>
              <a:gd name="connsiteY219" fmla="*/ 661775 h 6981568"/>
              <a:gd name="connsiteX220" fmla="*/ 8149822 w 12307330"/>
              <a:gd name="connsiteY220" fmla="*/ 547587 h 6981568"/>
              <a:gd name="connsiteX221" fmla="*/ 8082515 w 12307330"/>
              <a:gd name="connsiteY221" fmla="*/ 480614 h 6981568"/>
              <a:gd name="connsiteX222" fmla="*/ 7961964 w 12307330"/>
              <a:gd name="connsiteY222" fmla="*/ 457509 h 6981568"/>
              <a:gd name="connsiteX223" fmla="*/ 5564342 w 12307330"/>
              <a:gd name="connsiteY223" fmla="*/ 457509 h 6981568"/>
              <a:gd name="connsiteX224" fmla="*/ 5415998 w 12307330"/>
              <a:gd name="connsiteY224" fmla="*/ 510250 h 6981568"/>
              <a:gd name="connsiteX225" fmla="*/ 5361081 w 12307330"/>
              <a:gd name="connsiteY225" fmla="*/ 644362 h 6981568"/>
              <a:gd name="connsiteX226" fmla="*/ 5426044 w 12307330"/>
              <a:gd name="connsiteY226" fmla="*/ 785675 h 6981568"/>
              <a:gd name="connsiteX227" fmla="*/ 5564677 w 12307330"/>
              <a:gd name="connsiteY227" fmla="*/ 829207 h 6981568"/>
              <a:gd name="connsiteX228" fmla="*/ 5715198 w 12307330"/>
              <a:gd name="connsiteY228" fmla="*/ 776801 h 6981568"/>
              <a:gd name="connsiteX229" fmla="*/ 5769613 w 12307330"/>
              <a:gd name="connsiteY229" fmla="*/ 642353 h 6981568"/>
              <a:gd name="connsiteX230" fmla="*/ 5725746 w 12307330"/>
              <a:gd name="connsiteY230" fmla="*/ 519459 h 6981568"/>
              <a:gd name="connsiteX231" fmla="*/ 5564342 w 12307330"/>
              <a:gd name="connsiteY231" fmla="*/ 457509 h 6981568"/>
              <a:gd name="connsiteX232" fmla="*/ 4642724 w 12307330"/>
              <a:gd name="connsiteY232" fmla="*/ 457509 h 6981568"/>
              <a:gd name="connsiteX233" fmla="*/ 4571733 w 12307330"/>
              <a:gd name="connsiteY233" fmla="*/ 472745 h 6981568"/>
              <a:gd name="connsiteX234" fmla="*/ 4514137 w 12307330"/>
              <a:gd name="connsiteY234" fmla="*/ 523477 h 6981568"/>
              <a:gd name="connsiteX235" fmla="*/ 4514137 w 12307330"/>
              <a:gd name="connsiteY235" fmla="*/ 465545 h 6981568"/>
              <a:gd name="connsiteX236" fmla="*/ 4387223 w 12307330"/>
              <a:gd name="connsiteY236" fmla="*/ 465545 h 6981568"/>
              <a:gd name="connsiteX237" fmla="*/ 4387223 w 12307330"/>
              <a:gd name="connsiteY237" fmla="*/ 821170 h 6981568"/>
              <a:gd name="connsiteX238" fmla="*/ 4523513 w 12307330"/>
              <a:gd name="connsiteY238" fmla="*/ 821170 h 6981568"/>
              <a:gd name="connsiteX239" fmla="*/ 4523513 w 12307330"/>
              <a:gd name="connsiteY239" fmla="*/ 650390 h 6981568"/>
              <a:gd name="connsiteX240" fmla="*/ 4538917 w 12307330"/>
              <a:gd name="connsiteY240" fmla="*/ 583082 h 6981568"/>
              <a:gd name="connsiteX241" fmla="*/ 4579101 w 12307330"/>
              <a:gd name="connsiteY241" fmla="*/ 564330 h 6981568"/>
              <a:gd name="connsiteX242" fmla="*/ 4613926 w 12307330"/>
              <a:gd name="connsiteY242" fmla="*/ 578227 h 6981568"/>
              <a:gd name="connsiteX243" fmla="*/ 4626316 w 12307330"/>
              <a:gd name="connsiteY243" fmla="*/ 625610 h 6981568"/>
              <a:gd name="connsiteX244" fmla="*/ 4626316 w 12307330"/>
              <a:gd name="connsiteY244" fmla="*/ 821170 h 6981568"/>
              <a:gd name="connsiteX245" fmla="*/ 4763275 w 12307330"/>
              <a:gd name="connsiteY245" fmla="*/ 821170 h 6981568"/>
              <a:gd name="connsiteX246" fmla="*/ 4763275 w 12307330"/>
              <a:gd name="connsiteY246" fmla="*/ 595138 h 6981568"/>
              <a:gd name="connsiteX247" fmla="*/ 4731296 w 12307330"/>
              <a:gd name="connsiteY247" fmla="*/ 491162 h 6981568"/>
              <a:gd name="connsiteX248" fmla="*/ 4642724 w 12307330"/>
              <a:gd name="connsiteY248" fmla="*/ 457509 h 6981568"/>
              <a:gd name="connsiteX249" fmla="*/ 4116543 w 12307330"/>
              <a:gd name="connsiteY249" fmla="*/ 457509 h 6981568"/>
              <a:gd name="connsiteX250" fmla="*/ 3968198 w 12307330"/>
              <a:gd name="connsiteY250" fmla="*/ 510250 h 6981568"/>
              <a:gd name="connsiteX251" fmla="*/ 3913281 w 12307330"/>
              <a:gd name="connsiteY251" fmla="*/ 644362 h 6981568"/>
              <a:gd name="connsiteX252" fmla="*/ 3978244 w 12307330"/>
              <a:gd name="connsiteY252" fmla="*/ 785675 h 6981568"/>
              <a:gd name="connsiteX253" fmla="*/ 4116878 w 12307330"/>
              <a:gd name="connsiteY253" fmla="*/ 829207 h 6981568"/>
              <a:gd name="connsiteX254" fmla="*/ 4267398 w 12307330"/>
              <a:gd name="connsiteY254" fmla="*/ 776801 h 6981568"/>
              <a:gd name="connsiteX255" fmla="*/ 4321814 w 12307330"/>
              <a:gd name="connsiteY255" fmla="*/ 642353 h 6981568"/>
              <a:gd name="connsiteX256" fmla="*/ 4277947 w 12307330"/>
              <a:gd name="connsiteY256" fmla="*/ 519459 h 6981568"/>
              <a:gd name="connsiteX257" fmla="*/ 4116543 w 12307330"/>
              <a:gd name="connsiteY257" fmla="*/ 457509 h 6981568"/>
              <a:gd name="connsiteX258" fmla="*/ 3130296 w 12307330"/>
              <a:gd name="connsiteY258" fmla="*/ 457509 h 6981568"/>
              <a:gd name="connsiteX259" fmla="*/ 3028163 w 12307330"/>
              <a:gd name="connsiteY259" fmla="*/ 473901 h 6981568"/>
              <a:gd name="connsiteX260" fmla="*/ 2979273 w 12307330"/>
              <a:gd name="connsiteY260" fmla="*/ 505517 h 6981568"/>
              <a:gd name="connsiteX261" fmla="*/ 2941768 w 12307330"/>
              <a:gd name="connsiteY261" fmla="*/ 553526 h 6981568"/>
              <a:gd name="connsiteX262" fmla="*/ 2923016 w 12307330"/>
              <a:gd name="connsiteY262" fmla="*/ 644865 h 6981568"/>
              <a:gd name="connsiteX263" fmla="*/ 2938419 w 12307330"/>
              <a:gd name="connsiteY263" fmla="*/ 729174 h 6981568"/>
              <a:gd name="connsiteX264" fmla="*/ 2980947 w 12307330"/>
              <a:gd name="connsiteY264" fmla="*/ 784545 h 6981568"/>
              <a:gd name="connsiteX265" fmla="*/ 3045743 w 12307330"/>
              <a:gd name="connsiteY265" fmla="*/ 818669 h 6981568"/>
              <a:gd name="connsiteX266" fmla="*/ 3140007 w 12307330"/>
              <a:gd name="connsiteY266" fmla="*/ 829207 h 6981568"/>
              <a:gd name="connsiteX267" fmla="*/ 3236615 w 12307330"/>
              <a:gd name="connsiteY267" fmla="*/ 812799 h 6981568"/>
              <a:gd name="connsiteX268" fmla="*/ 3299067 w 12307330"/>
              <a:gd name="connsiteY268" fmla="*/ 766755 h 6981568"/>
              <a:gd name="connsiteX269" fmla="*/ 3334228 w 12307330"/>
              <a:gd name="connsiteY269" fmla="*/ 696601 h 6981568"/>
              <a:gd name="connsiteX270" fmla="*/ 3204636 w 12307330"/>
              <a:gd name="connsiteY270" fmla="*/ 681867 h 6981568"/>
              <a:gd name="connsiteX271" fmla="*/ 3177344 w 12307330"/>
              <a:gd name="connsiteY271" fmla="*/ 724060 h 6981568"/>
              <a:gd name="connsiteX272" fmla="*/ 3132305 w 12307330"/>
              <a:gd name="connsiteY272" fmla="*/ 737789 h 6981568"/>
              <a:gd name="connsiteX273" fmla="*/ 3079397 w 12307330"/>
              <a:gd name="connsiteY273" fmla="*/ 715060 h 6981568"/>
              <a:gd name="connsiteX274" fmla="*/ 3058635 w 12307330"/>
              <a:gd name="connsiteY274" fmla="*/ 648543 h 6981568"/>
              <a:gd name="connsiteX275" fmla="*/ 3079564 w 12307330"/>
              <a:gd name="connsiteY275" fmla="*/ 575169 h 6981568"/>
              <a:gd name="connsiteX276" fmla="*/ 3134314 w 12307330"/>
              <a:gd name="connsiteY276" fmla="*/ 550936 h 6981568"/>
              <a:gd name="connsiteX277" fmla="*/ 3177009 w 12307330"/>
              <a:gd name="connsiteY277" fmla="*/ 562488 h 6981568"/>
              <a:gd name="connsiteX278" fmla="*/ 3198943 w 12307330"/>
              <a:gd name="connsiteY278" fmla="*/ 596812 h 6981568"/>
              <a:gd name="connsiteX279" fmla="*/ 3327196 w 12307330"/>
              <a:gd name="connsiteY279" fmla="*/ 579734 h 6981568"/>
              <a:gd name="connsiteX280" fmla="*/ 3263069 w 12307330"/>
              <a:gd name="connsiteY280" fmla="*/ 488651 h 6981568"/>
              <a:gd name="connsiteX281" fmla="*/ 3130296 w 12307330"/>
              <a:gd name="connsiteY281" fmla="*/ 457509 h 6981568"/>
              <a:gd name="connsiteX282" fmla="*/ 1754343 w 12307330"/>
              <a:gd name="connsiteY282" fmla="*/ 457509 h 6981568"/>
              <a:gd name="connsiteX283" fmla="*/ 1605998 w 12307330"/>
              <a:gd name="connsiteY283" fmla="*/ 510250 h 6981568"/>
              <a:gd name="connsiteX284" fmla="*/ 1551081 w 12307330"/>
              <a:gd name="connsiteY284" fmla="*/ 644362 h 6981568"/>
              <a:gd name="connsiteX285" fmla="*/ 1616044 w 12307330"/>
              <a:gd name="connsiteY285" fmla="*/ 785675 h 6981568"/>
              <a:gd name="connsiteX286" fmla="*/ 1754677 w 12307330"/>
              <a:gd name="connsiteY286" fmla="*/ 829207 h 6981568"/>
              <a:gd name="connsiteX287" fmla="*/ 1905199 w 12307330"/>
              <a:gd name="connsiteY287" fmla="*/ 776801 h 6981568"/>
              <a:gd name="connsiteX288" fmla="*/ 1959614 w 12307330"/>
              <a:gd name="connsiteY288" fmla="*/ 642353 h 6981568"/>
              <a:gd name="connsiteX289" fmla="*/ 1915747 w 12307330"/>
              <a:gd name="connsiteY289" fmla="*/ 519459 h 6981568"/>
              <a:gd name="connsiteX290" fmla="*/ 1754343 w 12307330"/>
              <a:gd name="connsiteY290" fmla="*/ 457509 h 6981568"/>
              <a:gd name="connsiteX291" fmla="*/ 1468816 w 12307330"/>
              <a:gd name="connsiteY291" fmla="*/ 457509 h 6981568"/>
              <a:gd name="connsiteX292" fmla="*/ 1420428 w 12307330"/>
              <a:gd name="connsiteY292" fmla="*/ 471740 h 6981568"/>
              <a:gd name="connsiteX293" fmla="*/ 1382421 w 12307330"/>
              <a:gd name="connsiteY293" fmla="*/ 523812 h 6981568"/>
              <a:gd name="connsiteX294" fmla="*/ 1382421 w 12307330"/>
              <a:gd name="connsiteY294" fmla="*/ 465545 h 6981568"/>
              <a:gd name="connsiteX295" fmla="*/ 1254838 w 12307330"/>
              <a:gd name="connsiteY295" fmla="*/ 465545 h 6981568"/>
              <a:gd name="connsiteX296" fmla="*/ 1254838 w 12307330"/>
              <a:gd name="connsiteY296" fmla="*/ 821170 h 6981568"/>
              <a:gd name="connsiteX297" fmla="*/ 1391797 w 12307330"/>
              <a:gd name="connsiteY297" fmla="*/ 821170 h 6981568"/>
              <a:gd name="connsiteX298" fmla="*/ 1391797 w 12307330"/>
              <a:gd name="connsiteY298" fmla="*/ 701959 h 6981568"/>
              <a:gd name="connsiteX299" fmla="*/ 1412894 w 12307330"/>
              <a:gd name="connsiteY299" fmla="*/ 585426 h 6981568"/>
              <a:gd name="connsiteX300" fmla="*/ 1454417 w 12307330"/>
              <a:gd name="connsiteY300" fmla="*/ 563326 h 6981568"/>
              <a:gd name="connsiteX301" fmla="*/ 1492591 w 12307330"/>
              <a:gd name="connsiteY301" fmla="*/ 573371 h 6981568"/>
              <a:gd name="connsiteX302" fmla="*/ 1534784 w 12307330"/>
              <a:gd name="connsiteY302" fmla="*/ 476261 h 6981568"/>
              <a:gd name="connsiteX303" fmla="*/ 1468816 w 12307330"/>
              <a:gd name="connsiteY303" fmla="*/ 457509 h 6981568"/>
              <a:gd name="connsiteX304" fmla="*/ 746999 w 12307330"/>
              <a:gd name="connsiteY304" fmla="*/ 457509 h 6981568"/>
              <a:gd name="connsiteX305" fmla="*/ 676008 w 12307330"/>
              <a:gd name="connsiteY305" fmla="*/ 472745 h 6981568"/>
              <a:gd name="connsiteX306" fmla="*/ 618412 w 12307330"/>
              <a:gd name="connsiteY306" fmla="*/ 523477 h 6981568"/>
              <a:gd name="connsiteX307" fmla="*/ 618412 w 12307330"/>
              <a:gd name="connsiteY307" fmla="*/ 465545 h 6981568"/>
              <a:gd name="connsiteX308" fmla="*/ 491499 w 12307330"/>
              <a:gd name="connsiteY308" fmla="*/ 465545 h 6981568"/>
              <a:gd name="connsiteX309" fmla="*/ 491499 w 12307330"/>
              <a:gd name="connsiteY309" fmla="*/ 821170 h 6981568"/>
              <a:gd name="connsiteX310" fmla="*/ 627788 w 12307330"/>
              <a:gd name="connsiteY310" fmla="*/ 821170 h 6981568"/>
              <a:gd name="connsiteX311" fmla="*/ 627788 w 12307330"/>
              <a:gd name="connsiteY311" fmla="*/ 650390 h 6981568"/>
              <a:gd name="connsiteX312" fmla="*/ 643192 w 12307330"/>
              <a:gd name="connsiteY312" fmla="*/ 583082 h 6981568"/>
              <a:gd name="connsiteX313" fmla="*/ 683375 w 12307330"/>
              <a:gd name="connsiteY313" fmla="*/ 564330 h 6981568"/>
              <a:gd name="connsiteX314" fmla="*/ 718201 w 12307330"/>
              <a:gd name="connsiteY314" fmla="*/ 578227 h 6981568"/>
              <a:gd name="connsiteX315" fmla="*/ 730591 w 12307330"/>
              <a:gd name="connsiteY315" fmla="*/ 625610 h 6981568"/>
              <a:gd name="connsiteX316" fmla="*/ 730591 w 12307330"/>
              <a:gd name="connsiteY316" fmla="*/ 821170 h 6981568"/>
              <a:gd name="connsiteX317" fmla="*/ 867550 w 12307330"/>
              <a:gd name="connsiteY317" fmla="*/ 821170 h 6981568"/>
              <a:gd name="connsiteX318" fmla="*/ 867550 w 12307330"/>
              <a:gd name="connsiteY318" fmla="*/ 595138 h 6981568"/>
              <a:gd name="connsiteX319" fmla="*/ 835571 w 12307330"/>
              <a:gd name="connsiteY319" fmla="*/ 491162 h 6981568"/>
              <a:gd name="connsiteX320" fmla="*/ 746999 w 12307330"/>
              <a:gd name="connsiteY320" fmla="*/ 457509 h 6981568"/>
              <a:gd name="connsiteX321" fmla="*/ 10516486 w 12307330"/>
              <a:gd name="connsiteY321" fmla="*/ 330261 h 6981568"/>
              <a:gd name="connsiteX322" fmla="*/ 10516486 w 12307330"/>
              <a:gd name="connsiteY322" fmla="*/ 821170 h 6981568"/>
              <a:gd name="connsiteX323" fmla="*/ 10653110 w 12307330"/>
              <a:gd name="connsiteY323" fmla="*/ 821170 h 6981568"/>
              <a:gd name="connsiteX324" fmla="*/ 10653110 w 12307330"/>
              <a:gd name="connsiteY324" fmla="*/ 330261 h 6981568"/>
              <a:gd name="connsiteX325" fmla="*/ 8682998 w 12307330"/>
              <a:gd name="connsiteY325" fmla="*/ 330261 h 6981568"/>
              <a:gd name="connsiteX326" fmla="*/ 8682998 w 12307330"/>
              <a:gd name="connsiteY326" fmla="*/ 821170 h 6981568"/>
              <a:gd name="connsiteX327" fmla="*/ 8819288 w 12307330"/>
              <a:gd name="connsiteY327" fmla="*/ 821170 h 6981568"/>
              <a:gd name="connsiteX328" fmla="*/ 8819288 w 12307330"/>
              <a:gd name="connsiteY328" fmla="*/ 650390 h 6981568"/>
              <a:gd name="connsiteX329" fmla="*/ 8834691 w 12307330"/>
              <a:gd name="connsiteY329" fmla="*/ 583082 h 6981568"/>
              <a:gd name="connsiteX330" fmla="*/ 8874875 w 12307330"/>
              <a:gd name="connsiteY330" fmla="*/ 564330 h 6981568"/>
              <a:gd name="connsiteX331" fmla="*/ 8909701 w 12307330"/>
              <a:gd name="connsiteY331" fmla="*/ 578227 h 6981568"/>
              <a:gd name="connsiteX332" fmla="*/ 8922090 w 12307330"/>
              <a:gd name="connsiteY332" fmla="*/ 625610 h 6981568"/>
              <a:gd name="connsiteX333" fmla="*/ 8922090 w 12307330"/>
              <a:gd name="connsiteY333" fmla="*/ 821170 h 6981568"/>
              <a:gd name="connsiteX334" fmla="*/ 9059049 w 12307330"/>
              <a:gd name="connsiteY334" fmla="*/ 821170 h 6981568"/>
              <a:gd name="connsiteX335" fmla="*/ 9059049 w 12307330"/>
              <a:gd name="connsiteY335" fmla="*/ 595138 h 6981568"/>
              <a:gd name="connsiteX336" fmla="*/ 9027071 w 12307330"/>
              <a:gd name="connsiteY336" fmla="*/ 491330 h 6981568"/>
              <a:gd name="connsiteX337" fmla="*/ 8939504 w 12307330"/>
              <a:gd name="connsiteY337" fmla="*/ 457509 h 6981568"/>
              <a:gd name="connsiteX338" fmla="*/ 8874540 w 12307330"/>
              <a:gd name="connsiteY338" fmla="*/ 469899 h 6981568"/>
              <a:gd name="connsiteX339" fmla="*/ 8819288 w 12307330"/>
              <a:gd name="connsiteY339" fmla="*/ 511087 h 6981568"/>
              <a:gd name="connsiteX340" fmla="*/ 8819288 w 12307330"/>
              <a:gd name="connsiteY340" fmla="*/ 330261 h 6981568"/>
              <a:gd name="connsiteX341" fmla="*/ 7295474 w 12307330"/>
              <a:gd name="connsiteY341" fmla="*/ 330261 h 6981568"/>
              <a:gd name="connsiteX342" fmla="*/ 7295474 w 12307330"/>
              <a:gd name="connsiteY342" fmla="*/ 451481 h 6981568"/>
              <a:gd name="connsiteX343" fmla="*/ 7450181 w 12307330"/>
              <a:gd name="connsiteY343" fmla="*/ 451481 h 6981568"/>
              <a:gd name="connsiteX344" fmla="*/ 7450181 w 12307330"/>
              <a:gd name="connsiteY344" fmla="*/ 821170 h 6981568"/>
              <a:gd name="connsiteX345" fmla="*/ 7601874 w 12307330"/>
              <a:gd name="connsiteY345" fmla="*/ 821170 h 6981568"/>
              <a:gd name="connsiteX346" fmla="*/ 7601874 w 12307330"/>
              <a:gd name="connsiteY346" fmla="*/ 451481 h 6981568"/>
              <a:gd name="connsiteX347" fmla="*/ 7756581 w 12307330"/>
              <a:gd name="connsiteY347" fmla="*/ 451481 h 6981568"/>
              <a:gd name="connsiteX348" fmla="*/ 7756581 w 12307330"/>
              <a:gd name="connsiteY348" fmla="*/ 330261 h 6981568"/>
              <a:gd name="connsiteX349" fmla="*/ 6105816 w 12307330"/>
              <a:gd name="connsiteY349" fmla="*/ 330261 h 6981568"/>
              <a:gd name="connsiteX350" fmla="*/ 6062619 w 12307330"/>
              <a:gd name="connsiteY350" fmla="*/ 594133 h 6981568"/>
              <a:gd name="connsiteX351" fmla="*/ 6178816 w 12307330"/>
              <a:gd name="connsiteY351" fmla="*/ 610876 h 6981568"/>
              <a:gd name="connsiteX352" fmla="*/ 6208954 w 12307330"/>
              <a:gd name="connsiteY352" fmla="*/ 585426 h 6981568"/>
              <a:gd name="connsiteX353" fmla="*/ 6247128 w 12307330"/>
              <a:gd name="connsiteY353" fmla="*/ 575715 h 6981568"/>
              <a:gd name="connsiteX354" fmla="*/ 6297023 w 12307330"/>
              <a:gd name="connsiteY354" fmla="*/ 596142 h 6981568"/>
              <a:gd name="connsiteX355" fmla="*/ 6315775 w 12307330"/>
              <a:gd name="connsiteY355" fmla="*/ 660436 h 6981568"/>
              <a:gd name="connsiteX356" fmla="*/ 6297190 w 12307330"/>
              <a:gd name="connsiteY356" fmla="*/ 724897 h 6981568"/>
              <a:gd name="connsiteX357" fmla="*/ 6250142 w 12307330"/>
              <a:gd name="connsiteY357" fmla="*/ 746496 h 6981568"/>
              <a:gd name="connsiteX358" fmla="*/ 6206275 w 12307330"/>
              <a:gd name="connsiteY358" fmla="*/ 729250 h 6981568"/>
              <a:gd name="connsiteX359" fmla="*/ 6182835 w 12307330"/>
              <a:gd name="connsiteY359" fmla="*/ 678853 h 6981568"/>
              <a:gd name="connsiteX360" fmla="*/ 6044871 w 12307330"/>
              <a:gd name="connsiteY360" fmla="*/ 693922 h 6981568"/>
              <a:gd name="connsiteX361" fmla="*/ 6069986 w 12307330"/>
              <a:gd name="connsiteY361" fmla="*/ 751519 h 6981568"/>
              <a:gd name="connsiteX362" fmla="*/ 6109332 w 12307330"/>
              <a:gd name="connsiteY362" fmla="*/ 792874 h 6981568"/>
              <a:gd name="connsiteX363" fmla="*/ 6168268 w 12307330"/>
              <a:gd name="connsiteY363" fmla="*/ 820333 h 6981568"/>
              <a:gd name="connsiteX364" fmla="*/ 6251482 w 12307330"/>
              <a:gd name="connsiteY364" fmla="*/ 829542 h 6981568"/>
              <a:gd name="connsiteX365" fmla="*/ 6362489 w 12307330"/>
              <a:gd name="connsiteY365" fmla="*/ 806436 h 6981568"/>
              <a:gd name="connsiteX366" fmla="*/ 6429461 w 12307330"/>
              <a:gd name="connsiteY366" fmla="*/ 739464 h 6981568"/>
              <a:gd name="connsiteX367" fmla="*/ 6453069 w 12307330"/>
              <a:gd name="connsiteY367" fmla="*/ 648046 h 6981568"/>
              <a:gd name="connsiteX368" fmla="*/ 6407193 w 12307330"/>
              <a:gd name="connsiteY368" fmla="*/ 535867 h 6981568"/>
              <a:gd name="connsiteX369" fmla="*/ 6287647 w 12307330"/>
              <a:gd name="connsiteY369" fmla="*/ 491330 h 6981568"/>
              <a:gd name="connsiteX370" fmla="*/ 6243612 w 12307330"/>
              <a:gd name="connsiteY370" fmla="*/ 496688 h 6981568"/>
              <a:gd name="connsiteX371" fmla="*/ 6198573 w 12307330"/>
              <a:gd name="connsiteY371" fmla="*/ 512761 h 6981568"/>
              <a:gd name="connsiteX372" fmla="*/ 6210293 w 12307330"/>
              <a:gd name="connsiteY372" fmla="*/ 439091 h 6981568"/>
              <a:gd name="connsiteX373" fmla="*/ 6429629 w 12307330"/>
              <a:gd name="connsiteY373" fmla="*/ 439091 h 6981568"/>
              <a:gd name="connsiteX374" fmla="*/ 6429629 w 12307330"/>
              <a:gd name="connsiteY374" fmla="*/ 330261 h 6981568"/>
              <a:gd name="connsiteX375" fmla="*/ 5237441 w 12307330"/>
              <a:gd name="connsiteY375" fmla="*/ 330261 h 6981568"/>
              <a:gd name="connsiteX376" fmla="*/ 5100817 w 12307330"/>
              <a:gd name="connsiteY376" fmla="*/ 400247 h 6981568"/>
              <a:gd name="connsiteX377" fmla="*/ 5100817 w 12307330"/>
              <a:gd name="connsiteY377" fmla="*/ 465545 h 6981568"/>
              <a:gd name="connsiteX378" fmla="*/ 5050587 w 12307330"/>
              <a:gd name="connsiteY378" fmla="*/ 465545 h 6981568"/>
              <a:gd name="connsiteX379" fmla="*/ 5050587 w 12307330"/>
              <a:gd name="connsiteY379" fmla="*/ 565335 h 6981568"/>
              <a:gd name="connsiteX380" fmla="*/ 5100817 w 12307330"/>
              <a:gd name="connsiteY380" fmla="*/ 565335 h 6981568"/>
              <a:gd name="connsiteX381" fmla="*/ 5100817 w 12307330"/>
              <a:gd name="connsiteY381" fmla="*/ 690417 h 6981568"/>
              <a:gd name="connsiteX382" fmla="*/ 5112371 w 12307330"/>
              <a:gd name="connsiteY382" fmla="*/ 776531 h 6981568"/>
              <a:gd name="connsiteX383" fmla="*/ 5148033 w 12307330"/>
              <a:gd name="connsiteY383" fmla="*/ 816163 h 6981568"/>
              <a:gd name="connsiteX384" fmla="*/ 5223042 w 12307330"/>
              <a:gd name="connsiteY384" fmla="*/ 829207 h 6981568"/>
              <a:gd name="connsiteX385" fmla="*/ 5317473 w 12307330"/>
              <a:gd name="connsiteY385" fmla="*/ 818156 h 6981568"/>
              <a:gd name="connsiteX386" fmla="*/ 5307427 w 12307330"/>
              <a:gd name="connsiteY386" fmla="*/ 724076 h 6981568"/>
              <a:gd name="connsiteX387" fmla="*/ 5265235 w 12307330"/>
              <a:gd name="connsiteY387" fmla="*/ 732766 h 6981568"/>
              <a:gd name="connsiteX388" fmla="*/ 5241794 w 12307330"/>
              <a:gd name="connsiteY388" fmla="*/ 721402 h 6981568"/>
              <a:gd name="connsiteX389" fmla="*/ 5237441 w 12307330"/>
              <a:gd name="connsiteY389" fmla="*/ 691327 h 6981568"/>
              <a:gd name="connsiteX390" fmla="*/ 5237441 w 12307330"/>
              <a:gd name="connsiteY390" fmla="*/ 565335 h 6981568"/>
              <a:gd name="connsiteX391" fmla="*/ 5312450 w 12307330"/>
              <a:gd name="connsiteY391" fmla="*/ 565335 h 6981568"/>
              <a:gd name="connsiteX392" fmla="*/ 5312450 w 12307330"/>
              <a:gd name="connsiteY392" fmla="*/ 465545 h 6981568"/>
              <a:gd name="connsiteX393" fmla="*/ 5237441 w 12307330"/>
              <a:gd name="connsiteY393" fmla="*/ 465545 h 6981568"/>
              <a:gd name="connsiteX394" fmla="*/ 3706447 w 12307330"/>
              <a:gd name="connsiteY394" fmla="*/ 330261 h 6981568"/>
              <a:gd name="connsiteX395" fmla="*/ 3706447 w 12307330"/>
              <a:gd name="connsiteY395" fmla="*/ 423018 h 6981568"/>
              <a:gd name="connsiteX396" fmla="*/ 3842736 w 12307330"/>
              <a:gd name="connsiteY396" fmla="*/ 423018 h 6981568"/>
              <a:gd name="connsiteX397" fmla="*/ 3842736 w 12307330"/>
              <a:gd name="connsiteY397" fmla="*/ 330261 h 6981568"/>
              <a:gd name="connsiteX398" fmla="*/ 3561042 w 12307330"/>
              <a:gd name="connsiteY398" fmla="*/ 330261 h 6981568"/>
              <a:gd name="connsiteX399" fmla="*/ 3424418 w 12307330"/>
              <a:gd name="connsiteY399" fmla="*/ 400247 h 6981568"/>
              <a:gd name="connsiteX400" fmla="*/ 3424418 w 12307330"/>
              <a:gd name="connsiteY400" fmla="*/ 465545 h 6981568"/>
              <a:gd name="connsiteX401" fmla="*/ 3374188 w 12307330"/>
              <a:gd name="connsiteY401" fmla="*/ 465545 h 6981568"/>
              <a:gd name="connsiteX402" fmla="*/ 3374188 w 12307330"/>
              <a:gd name="connsiteY402" fmla="*/ 565335 h 6981568"/>
              <a:gd name="connsiteX403" fmla="*/ 3424418 w 12307330"/>
              <a:gd name="connsiteY403" fmla="*/ 565335 h 6981568"/>
              <a:gd name="connsiteX404" fmla="*/ 3424418 w 12307330"/>
              <a:gd name="connsiteY404" fmla="*/ 690417 h 6981568"/>
              <a:gd name="connsiteX405" fmla="*/ 3435970 w 12307330"/>
              <a:gd name="connsiteY405" fmla="*/ 776531 h 6981568"/>
              <a:gd name="connsiteX406" fmla="*/ 3471633 w 12307330"/>
              <a:gd name="connsiteY406" fmla="*/ 816163 h 6981568"/>
              <a:gd name="connsiteX407" fmla="*/ 3546643 w 12307330"/>
              <a:gd name="connsiteY407" fmla="*/ 829207 h 6981568"/>
              <a:gd name="connsiteX408" fmla="*/ 3641074 w 12307330"/>
              <a:gd name="connsiteY408" fmla="*/ 818156 h 6981568"/>
              <a:gd name="connsiteX409" fmla="*/ 3631028 w 12307330"/>
              <a:gd name="connsiteY409" fmla="*/ 724076 h 6981568"/>
              <a:gd name="connsiteX410" fmla="*/ 3588835 w 12307330"/>
              <a:gd name="connsiteY410" fmla="*/ 732766 h 6981568"/>
              <a:gd name="connsiteX411" fmla="*/ 3565395 w 12307330"/>
              <a:gd name="connsiteY411" fmla="*/ 721402 h 6981568"/>
              <a:gd name="connsiteX412" fmla="*/ 3561042 w 12307330"/>
              <a:gd name="connsiteY412" fmla="*/ 691327 h 6981568"/>
              <a:gd name="connsiteX413" fmla="*/ 3561042 w 12307330"/>
              <a:gd name="connsiteY413" fmla="*/ 565335 h 6981568"/>
              <a:gd name="connsiteX414" fmla="*/ 3636051 w 12307330"/>
              <a:gd name="connsiteY414" fmla="*/ 565335 h 6981568"/>
              <a:gd name="connsiteX415" fmla="*/ 3636051 w 12307330"/>
              <a:gd name="connsiteY415" fmla="*/ 465545 h 6981568"/>
              <a:gd name="connsiteX416" fmla="*/ 3561042 w 12307330"/>
              <a:gd name="connsiteY416" fmla="*/ 465545 h 6981568"/>
              <a:gd name="connsiteX417" fmla="*/ 2261772 w 12307330"/>
              <a:gd name="connsiteY417" fmla="*/ 330261 h 6981568"/>
              <a:gd name="connsiteX418" fmla="*/ 2261772 w 12307330"/>
              <a:gd name="connsiteY418" fmla="*/ 500371 h 6981568"/>
              <a:gd name="connsiteX419" fmla="*/ 2215728 w 12307330"/>
              <a:gd name="connsiteY419" fmla="*/ 468224 h 6981568"/>
              <a:gd name="connsiteX420" fmla="*/ 2157965 w 12307330"/>
              <a:gd name="connsiteY420" fmla="*/ 457509 h 6981568"/>
              <a:gd name="connsiteX421" fmla="*/ 2050306 w 12307330"/>
              <a:gd name="connsiteY421" fmla="*/ 504389 h 6981568"/>
              <a:gd name="connsiteX422" fmla="*/ 2007946 w 12307330"/>
              <a:gd name="connsiteY422" fmla="*/ 639674 h 6981568"/>
              <a:gd name="connsiteX423" fmla="*/ 2046287 w 12307330"/>
              <a:gd name="connsiteY423" fmla="*/ 773955 h 6981568"/>
              <a:gd name="connsiteX424" fmla="*/ 2157295 w 12307330"/>
              <a:gd name="connsiteY424" fmla="*/ 829207 h 6981568"/>
              <a:gd name="connsiteX425" fmla="*/ 2222928 w 12307330"/>
              <a:gd name="connsiteY425" fmla="*/ 813803 h 6981568"/>
              <a:gd name="connsiteX426" fmla="*/ 2271818 w 12307330"/>
              <a:gd name="connsiteY426" fmla="*/ 768597 h 6981568"/>
              <a:gd name="connsiteX427" fmla="*/ 2271818 w 12307330"/>
              <a:gd name="connsiteY427" fmla="*/ 821170 h 6981568"/>
              <a:gd name="connsiteX428" fmla="*/ 2399401 w 12307330"/>
              <a:gd name="connsiteY428" fmla="*/ 821170 h 6981568"/>
              <a:gd name="connsiteX429" fmla="*/ 2399401 w 12307330"/>
              <a:gd name="connsiteY429" fmla="*/ 330261 h 6981568"/>
              <a:gd name="connsiteX430" fmla="*/ 1113116 w 12307330"/>
              <a:gd name="connsiteY430" fmla="*/ 330261 h 6981568"/>
              <a:gd name="connsiteX431" fmla="*/ 976492 w 12307330"/>
              <a:gd name="connsiteY431" fmla="*/ 400247 h 6981568"/>
              <a:gd name="connsiteX432" fmla="*/ 976492 w 12307330"/>
              <a:gd name="connsiteY432" fmla="*/ 465545 h 6981568"/>
              <a:gd name="connsiteX433" fmla="*/ 926263 w 12307330"/>
              <a:gd name="connsiteY433" fmla="*/ 465545 h 6981568"/>
              <a:gd name="connsiteX434" fmla="*/ 926263 w 12307330"/>
              <a:gd name="connsiteY434" fmla="*/ 565335 h 6981568"/>
              <a:gd name="connsiteX435" fmla="*/ 976492 w 12307330"/>
              <a:gd name="connsiteY435" fmla="*/ 565335 h 6981568"/>
              <a:gd name="connsiteX436" fmla="*/ 976492 w 12307330"/>
              <a:gd name="connsiteY436" fmla="*/ 690417 h 6981568"/>
              <a:gd name="connsiteX437" fmla="*/ 988045 w 12307330"/>
              <a:gd name="connsiteY437" fmla="*/ 776531 h 6981568"/>
              <a:gd name="connsiteX438" fmla="*/ 1023708 w 12307330"/>
              <a:gd name="connsiteY438" fmla="*/ 816163 h 6981568"/>
              <a:gd name="connsiteX439" fmla="*/ 1098717 w 12307330"/>
              <a:gd name="connsiteY439" fmla="*/ 829207 h 6981568"/>
              <a:gd name="connsiteX440" fmla="*/ 1193149 w 12307330"/>
              <a:gd name="connsiteY440" fmla="*/ 818156 h 6981568"/>
              <a:gd name="connsiteX441" fmla="*/ 1183103 w 12307330"/>
              <a:gd name="connsiteY441" fmla="*/ 724076 h 6981568"/>
              <a:gd name="connsiteX442" fmla="*/ 1140910 w 12307330"/>
              <a:gd name="connsiteY442" fmla="*/ 732766 h 6981568"/>
              <a:gd name="connsiteX443" fmla="*/ 1117470 w 12307330"/>
              <a:gd name="connsiteY443" fmla="*/ 721402 h 6981568"/>
              <a:gd name="connsiteX444" fmla="*/ 1113116 w 12307330"/>
              <a:gd name="connsiteY444" fmla="*/ 691327 h 6981568"/>
              <a:gd name="connsiteX445" fmla="*/ 1113116 w 12307330"/>
              <a:gd name="connsiteY445" fmla="*/ 565335 h 6981568"/>
              <a:gd name="connsiteX446" fmla="*/ 1188126 w 12307330"/>
              <a:gd name="connsiteY446" fmla="*/ 565335 h 6981568"/>
              <a:gd name="connsiteX447" fmla="*/ 1188126 w 12307330"/>
              <a:gd name="connsiteY447" fmla="*/ 465545 h 6981568"/>
              <a:gd name="connsiteX448" fmla="*/ 1113116 w 12307330"/>
              <a:gd name="connsiteY448" fmla="*/ 465545 h 6981568"/>
              <a:gd name="connsiteX449" fmla="*/ 239868 w 12307330"/>
              <a:gd name="connsiteY449" fmla="*/ 330261 h 6981568"/>
              <a:gd name="connsiteX450" fmla="*/ 239868 w 12307330"/>
              <a:gd name="connsiteY450" fmla="*/ 821170 h 6981568"/>
              <a:gd name="connsiteX451" fmla="*/ 391895 w 12307330"/>
              <a:gd name="connsiteY451" fmla="*/ 821170 h 6981568"/>
              <a:gd name="connsiteX452" fmla="*/ 391895 w 12307330"/>
              <a:gd name="connsiteY452" fmla="*/ 330261 h 6981568"/>
              <a:gd name="connsiteX453" fmla="*/ 6775654 w 12307330"/>
              <a:gd name="connsiteY453" fmla="*/ 321889 h 6981568"/>
              <a:gd name="connsiteX454" fmla="*/ 6641374 w 12307330"/>
              <a:gd name="connsiteY454" fmla="*/ 345664 h 6981568"/>
              <a:gd name="connsiteX455" fmla="*/ 6544264 w 12307330"/>
              <a:gd name="connsiteY455" fmla="*/ 435910 h 6981568"/>
              <a:gd name="connsiteX456" fmla="*/ 6511112 w 12307330"/>
              <a:gd name="connsiteY456" fmla="*/ 575715 h 6981568"/>
              <a:gd name="connsiteX457" fmla="*/ 6541417 w 12307330"/>
              <a:gd name="connsiteY457" fmla="*/ 711000 h 6981568"/>
              <a:gd name="connsiteX458" fmla="*/ 6626807 w 12307330"/>
              <a:gd name="connsiteY458" fmla="*/ 799739 h 6981568"/>
              <a:gd name="connsiteX459" fmla="*/ 6769292 w 12307330"/>
              <a:gd name="connsiteY459" fmla="*/ 829542 h 6981568"/>
              <a:gd name="connsiteX460" fmla="*/ 6892019 w 12307330"/>
              <a:gd name="connsiteY460" fmla="*/ 812966 h 6981568"/>
              <a:gd name="connsiteX461" fmla="*/ 7011063 w 12307330"/>
              <a:gd name="connsiteY461" fmla="*/ 750514 h 6981568"/>
              <a:gd name="connsiteX462" fmla="*/ 7011063 w 12307330"/>
              <a:gd name="connsiteY462" fmla="*/ 541225 h 6981568"/>
              <a:gd name="connsiteX463" fmla="*/ 6776659 w 12307330"/>
              <a:gd name="connsiteY463" fmla="*/ 541225 h 6981568"/>
              <a:gd name="connsiteX464" fmla="*/ 6776659 w 12307330"/>
              <a:gd name="connsiteY464" fmla="*/ 643358 h 6981568"/>
              <a:gd name="connsiteX465" fmla="*/ 6878122 w 12307330"/>
              <a:gd name="connsiteY465" fmla="*/ 643358 h 6981568"/>
              <a:gd name="connsiteX466" fmla="*/ 6878122 w 12307330"/>
              <a:gd name="connsiteY466" fmla="*/ 689569 h 6981568"/>
              <a:gd name="connsiteX467" fmla="*/ 6825214 w 12307330"/>
              <a:gd name="connsiteY467" fmla="*/ 714684 h 6981568"/>
              <a:gd name="connsiteX468" fmla="*/ 6776659 w 12307330"/>
              <a:gd name="connsiteY468" fmla="*/ 722051 h 6981568"/>
              <a:gd name="connsiteX469" fmla="*/ 6693110 w 12307330"/>
              <a:gd name="connsiteY469" fmla="*/ 687895 h 6981568"/>
              <a:gd name="connsiteX470" fmla="*/ 6663140 w 12307330"/>
              <a:gd name="connsiteY470" fmla="*/ 574041 h 6981568"/>
              <a:gd name="connsiteX471" fmla="*/ 6692775 w 12307330"/>
              <a:gd name="connsiteY471" fmla="*/ 464374 h 6981568"/>
              <a:gd name="connsiteX472" fmla="*/ 6772306 w 12307330"/>
              <a:gd name="connsiteY472" fmla="*/ 429715 h 6981568"/>
              <a:gd name="connsiteX473" fmla="*/ 6827391 w 12307330"/>
              <a:gd name="connsiteY473" fmla="*/ 444449 h 6981568"/>
              <a:gd name="connsiteX474" fmla="*/ 6858031 w 12307330"/>
              <a:gd name="connsiteY474" fmla="*/ 486977 h 6981568"/>
              <a:gd name="connsiteX475" fmla="*/ 7004366 w 12307330"/>
              <a:gd name="connsiteY475" fmla="*/ 460857 h 6981568"/>
              <a:gd name="connsiteX476" fmla="*/ 6964350 w 12307330"/>
              <a:gd name="connsiteY476" fmla="*/ 382332 h 6981568"/>
              <a:gd name="connsiteX477" fmla="*/ 6897377 w 12307330"/>
              <a:gd name="connsiteY477" fmla="*/ 336623 h 6981568"/>
              <a:gd name="connsiteX478" fmla="*/ 6775654 w 12307330"/>
              <a:gd name="connsiteY478" fmla="*/ 321889 h 6981568"/>
              <a:gd name="connsiteX479" fmla="*/ 0 w 12307330"/>
              <a:gd name="connsiteY479" fmla="*/ 0 h 6981568"/>
              <a:gd name="connsiteX480" fmla="*/ 12307330 w 12307330"/>
              <a:gd name="connsiteY480" fmla="*/ 0 h 6981568"/>
              <a:gd name="connsiteX481" fmla="*/ 12307330 w 12307330"/>
              <a:gd name="connsiteY481" fmla="*/ 6981568 h 6981568"/>
              <a:gd name="connsiteX482" fmla="*/ 0 w 12307330"/>
              <a:gd name="connsiteY482" fmla="*/ 6981568 h 698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</a:cxnLst>
            <a:rect l="l" t="t" r="r" b="b"/>
            <a:pathLst>
              <a:path w="12307330" h="6981568"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1" y="551270"/>
                </a:moveTo>
                <a:cubicBezTo>
                  <a:pt x="5585105" y="551270"/>
                  <a:pt x="5600842" y="558805"/>
                  <a:pt x="5613567" y="573874"/>
                </a:cubicBezTo>
                <a:cubicBezTo>
                  <a:pt x="5626292" y="588943"/>
                  <a:pt x="5632656" y="611881"/>
                  <a:pt x="5632656" y="642688"/>
                </a:cubicBezTo>
                <a:cubicBezTo>
                  <a:pt x="5632656" y="675728"/>
                  <a:pt x="5626348" y="699726"/>
                  <a:pt x="5613734" y="714684"/>
                </a:cubicBezTo>
                <a:cubicBezTo>
                  <a:pt x="5601122" y="729641"/>
                  <a:pt x="5584992" y="737120"/>
                  <a:pt x="5565348" y="737120"/>
                </a:cubicBezTo>
                <a:cubicBezTo>
                  <a:pt x="5545925" y="737120"/>
                  <a:pt x="5529797" y="729529"/>
                  <a:pt x="5516960" y="714349"/>
                </a:cubicBezTo>
                <a:cubicBezTo>
                  <a:pt x="5504123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6" y="574209"/>
                </a:cubicBezTo>
                <a:cubicBezTo>
                  <a:pt x="5530075" y="558917"/>
                  <a:pt x="5546483" y="551270"/>
                  <a:pt x="5566351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8" y="457509"/>
                  <a:pt x="5452609" y="475089"/>
                  <a:pt x="5415998" y="510250"/>
                </a:cubicBezTo>
                <a:cubicBezTo>
                  <a:pt x="5379387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7" y="829207"/>
                  <a:pt x="5564677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3" y="697048"/>
                  <a:pt x="5769613" y="642353"/>
                </a:cubicBezTo>
                <a:cubicBezTo>
                  <a:pt x="5769613" y="593686"/>
                  <a:pt x="5754991" y="552721"/>
                  <a:pt x="5725746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20" y="457509"/>
                  <a:pt x="4591156" y="462587"/>
                  <a:pt x="4571733" y="472745"/>
                </a:cubicBezTo>
                <a:cubicBezTo>
                  <a:pt x="4552312" y="482903"/>
                  <a:pt x="4533112" y="499813"/>
                  <a:pt x="4514137" y="523477"/>
                </a:cubicBezTo>
                <a:lnTo>
                  <a:pt x="4514137" y="465545"/>
                </a:lnTo>
                <a:lnTo>
                  <a:pt x="4387223" y="465545"/>
                </a:lnTo>
                <a:lnTo>
                  <a:pt x="4387223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1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6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1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2" y="766922"/>
                  <a:pt x="6093147" y="780708"/>
                  <a:pt x="6109332" y="792874"/>
                </a:cubicBezTo>
                <a:cubicBezTo>
                  <a:pt x="6125517" y="805041"/>
                  <a:pt x="6145162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1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1" y="776531"/>
                </a:cubicBezTo>
                <a:cubicBezTo>
                  <a:pt x="5120071" y="794256"/>
                  <a:pt x="5131960" y="807467"/>
                  <a:pt x="5148033" y="816163"/>
                </a:cubicBezTo>
                <a:cubicBezTo>
                  <a:pt x="5164107" y="824859"/>
                  <a:pt x="5189110" y="829207"/>
                  <a:pt x="5223042" y="829207"/>
                </a:cubicBezTo>
                <a:cubicBezTo>
                  <a:pt x="5252287" y="829207"/>
                  <a:pt x="5283764" y="825523"/>
                  <a:pt x="5317473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5" y="732766"/>
                </a:cubicBezTo>
                <a:cubicBezTo>
                  <a:pt x="5254073" y="732766"/>
                  <a:pt x="5246260" y="728978"/>
                  <a:pt x="5241794" y="721402"/>
                </a:cubicBezTo>
                <a:cubicBezTo>
                  <a:pt x="5238892" y="716501"/>
                  <a:pt x="5237441" y="706476"/>
                  <a:pt x="5237441" y="691327"/>
                </a:cubicBezTo>
                <a:lnTo>
                  <a:pt x="5237441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1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83916B2-191F-4730-8C77-950865D64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66054"/>
            <a:ext cx="2910300" cy="2400161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E298D4-C913-47EA-9552-CE442A6B3704}"/>
              </a:ext>
            </a:extLst>
          </p:cNvPr>
          <p:cNvSpPr txBox="1"/>
          <p:nvPr/>
        </p:nvSpPr>
        <p:spPr>
          <a:xfrm>
            <a:off x="5753100" y="2866054"/>
            <a:ext cx="581761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Presented by:</a:t>
            </a:r>
          </a:p>
          <a:p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Haani Bin Qaiser</a:t>
            </a:r>
          </a:p>
          <a:p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Muhammad Asim Saleem</a:t>
            </a:r>
          </a:p>
          <a:p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Muhammad Abaid</a:t>
            </a:r>
          </a:p>
          <a:p>
            <a:r>
              <a:rPr lang="en-US" sz="3200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Muhammad Hurraira</a:t>
            </a:r>
            <a:endParaRPr lang="en-US" sz="3200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85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608113-BD79-4C85-9A92-6B76CB9C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627"/>
            <a:ext cx="12294448" cy="6915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63BE4-848E-4127-99D9-DB8C8F09F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-228600"/>
            <a:ext cx="12192000" cy="812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5E0C1B-9AAD-40D6-B73B-282DF1AB55F9}"/>
              </a:ext>
            </a:extLst>
          </p:cNvPr>
          <p:cNvSpPr txBox="1"/>
          <p:nvPr/>
        </p:nvSpPr>
        <p:spPr>
          <a:xfrm>
            <a:off x="-75352" y="8202725"/>
            <a:ext cx="12369800" cy="11340521"/>
          </a:xfrm>
          <a:custGeom>
            <a:avLst/>
            <a:gdLst/>
            <a:ahLst/>
            <a:cxnLst/>
            <a:rect l="l" t="t" r="r" b="b"/>
            <a:pathLst>
              <a:path w="12307330" h="6981568">
                <a:moveTo>
                  <a:pt x="10806698" y="3478828"/>
                </a:moveTo>
                <a:lnTo>
                  <a:pt x="10806698" y="3484633"/>
                </a:lnTo>
                <a:cubicBezTo>
                  <a:pt x="10806698" y="3498722"/>
                  <a:pt x="10804863" y="3508842"/>
                  <a:pt x="10801192" y="3514994"/>
                </a:cubicBezTo>
                <a:cubicBezTo>
                  <a:pt x="10798017" y="3520550"/>
                  <a:pt x="10793031" y="3525089"/>
                  <a:pt x="10786235" y="3528611"/>
                </a:cubicBezTo>
                <a:cubicBezTo>
                  <a:pt x="10779438" y="3532133"/>
                  <a:pt x="10772021" y="3533895"/>
                  <a:pt x="10763985" y="3533895"/>
                </a:cubicBezTo>
                <a:cubicBezTo>
                  <a:pt x="10756444" y="3533895"/>
                  <a:pt x="10750342" y="3531737"/>
                  <a:pt x="10745679" y="3527421"/>
                </a:cubicBezTo>
                <a:cubicBezTo>
                  <a:pt x="10741015" y="3523105"/>
                  <a:pt x="10738684" y="3517871"/>
                  <a:pt x="10738684" y="3511719"/>
                </a:cubicBezTo>
                <a:cubicBezTo>
                  <a:pt x="10738684" y="3505766"/>
                  <a:pt x="10740668" y="3501128"/>
                  <a:pt x="10744637" y="3497804"/>
                </a:cubicBezTo>
                <a:cubicBezTo>
                  <a:pt x="10748606" y="3494480"/>
                  <a:pt x="10752773" y="3492248"/>
                  <a:pt x="10757139" y="3491107"/>
                </a:cubicBezTo>
                <a:cubicBezTo>
                  <a:pt x="10761504" y="3489966"/>
                  <a:pt x="10769367" y="3488180"/>
                  <a:pt x="10780728" y="3485749"/>
                </a:cubicBezTo>
                <a:cubicBezTo>
                  <a:pt x="10792088" y="3483318"/>
                  <a:pt x="10800745" y="3481011"/>
                  <a:pt x="10806698" y="3478828"/>
                </a:cubicBezTo>
                <a:close/>
                <a:moveTo>
                  <a:pt x="9930398" y="3478828"/>
                </a:moveTo>
                <a:lnTo>
                  <a:pt x="9930398" y="3484633"/>
                </a:lnTo>
                <a:cubicBezTo>
                  <a:pt x="9930398" y="3498722"/>
                  <a:pt x="9928563" y="3508842"/>
                  <a:pt x="9924892" y="3514994"/>
                </a:cubicBezTo>
                <a:cubicBezTo>
                  <a:pt x="9921717" y="3520550"/>
                  <a:pt x="9916731" y="3525089"/>
                  <a:pt x="9909935" y="3528611"/>
                </a:cubicBezTo>
                <a:cubicBezTo>
                  <a:pt x="9903138" y="3532133"/>
                  <a:pt x="9895721" y="3533895"/>
                  <a:pt x="9887685" y="3533895"/>
                </a:cubicBezTo>
                <a:cubicBezTo>
                  <a:pt x="9880144" y="3533895"/>
                  <a:pt x="9874042" y="3531737"/>
                  <a:pt x="9869379" y="3527421"/>
                </a:cubicBezTo>
                <a:cubicBezTo>
                  <a:pt x="9864715" y="3523105"/>
                  <a:pt x="9862384" y="3517871"/>
                  <a:pt x="9862384" y="3511719"/>
                </a:cubicBezTo>
                <a:cubicBezTo>
                  <a:pt x="9862384" y="3505766"/>
                  <a:pt x="9864368" y="3501128"/>
                  <a:pt x="9868337" y="3497804"/>
                </a:cubicBezTo>
                <a:cubicBezTo>
                  <a:pt x="9872306" y="3494480"/>
                  <a:pt x="9876473" y="3492248"/>
                  <a:pt x="9880839" y="3491107"/>
                </a:cubicBezTo>
                <a:cubicBezTo>
                  <a:pt x="9885204" y="3489966"/>
                  <a:pt x="9893067" y="3488180"/>
                  <a:pt x="9904428" y="3485749"/>
                </a:cubicBezTo>
                <a:cubicBezTo>
                  <a:pt x="9915788" y="3483318"/>
                  <a:pt x="9924445" y="3481011"/>
                  <a:pt x="9930398" y="3478828"/>
                </a:cubicBezTo>
                <a:close/>
                <a:moveTo>
                  <a:pt x="9216023" y="3478828"/>
                </a:moveTo>
                <a:lnTo>
                  <a:pt x="9216023" y="3484633"/>
                </a:lnTo>
                <a:cubicBezTo>
                  <a:pt x="9216023" y="3498722"/>
                  <a:pt x="9214188" y="3508842"/>
                  <a:pt x="9210517" y="3514994"/>
                </a:cubicBezTo>
                <a:cubicBezTo>
                  <a:pt x="9207342" y="3520550"/>
                  <a:pt x="9202356" y="3525089"/>
                  <a:pt x="9195559" y="3528611"/>
                </a:cubicBezTo>
                <a:cubicBezTo>
                  <a:pt x="9188763" y="3532133"/>
                  <a:pt x="9181346" y="3533895"/>
                  <a:pt x="9173310" y="3533895"/>
                </a:cubicBezTo>
                <a:cubicBezTo>
                  <a:pt x="9165769" y="3533895"/>
                  <a:pt x="9159667" y="3531737"/>
                  <a:pt x="9155004" y="3527421"/>
                </a:cubicBezTo>
                <a:cubicBezTo>
                  <a:pt x="9150340" y="3523105"/>
                  <a:pt x="9148009" y="3517871"/>
                  <a:pt x="9148009" y="3511719"/>
                </a:cubicBezTo>
                <a:cubicBezTo>
                  <a:pt x="9148009" y="3505766"/>
                  <a:pt x="9149993" y="3501128"/>
                  <a:pt x="9153962" y="3497804"/>
                </a:cubicBezTo>
                <a:cubicBezTo>
                  <a:pt x="9157931" y="3494480"/>
                  <a:pt x="9162098" y="3492248"/>
                  <a:pt x="9166463" y="3491107"/>
                </a:cubicBezTo>
                <a:cubicBezTo>
                  <a:pt x="9170829" y="3489966"/>
                  <a:pt x="9178692" y="3488180"/>
                  <a:pt x="9190053" y="3485749"/>
                </a:cubicBezTo>
                <a:cubicBezTo>
                  <a:pt x="9201413" y="3483318"/>
                  <a:pt x="9210070" y="3481011"/>
                  <a:pt x="9216023" y="3478828"/>
                </a:cubicBezTo>
                <a:close/>
                <a:moveTo>
                  <a:pt x="11043186" y="3425697"/>
                </a:moveTo>
                <a:cubicBezTo>
                  <a:pt x="11050330" y="3425697"/>
                  <a:pt x="11056903" y="3427755"/>
                  <a:pt x="11062906" y="3431873"/>
                </a:cubicBezTo>
                <a:cubicBezTo>
                  <a:pt x="11068909" y="3435990"/>
                  <a:pt x="11073671" y="3441944"/>
                  <a:pt x="11077193" y="3449732"/>
                </a:cubicBezTo>
                <a:cubicBezTo>
                  <a:pt x="11080715" y="3457521"/>
                  <a:pt x="11082477" y="3466823"/>
                  <a:pt x="11082477" y="3477638"/>
                </a:cubicBezTo>
                <a:cubicBezTo>
                  <a:pt x="11082477" y="3489147"/>
                  <a:pt x="11080715" y="3498746"/>
                  <a:pt x="11077193" y="3506436"/>
                </a:cubicBezTo>
                <a:cubicBezTo>
                  <a:pt x="11073671" y="3514125"/>
                  <a:pt x="11068958" y="3519830"/>
                  <a:pt x="11063055" y="3523551"/>
                </a:cubicBezTo>
                <a:cubicBezTo>
                  <a:pt x="11057151" y="3527272"/>
                  <a:pt x="11050627" y="3529132"/>
                  <a:pt x="11043484" y="3529132"/>
                </a:cubicBezTo>
                <a:cubicBezTo>
                  <a:pt x="11036439" y="3529132"/>
                  <a:pt x="11029941" y="3527173"/>
                  <a:pt x="11023987" y="3523253"/>
                </a:cubicBezTo>
                <a:cubicBezTo>
                  <a:pt x="11018034" y="3519334"/>
                  <a:pt x="11013346" y="3513505"/>
                  <a:pt x="11009923" y="3505766"/>
                </a:cubicBezTo>
                <a:cubicBezTo>
                  <a:pt x="11006500" y="3498027"/>
                  <a:pt x="11004789" y="3488651"/>
                  <a:pt x="11004789" y="3477638"/>
                </a:cubicBezTo>
                <a:cubicBezTo>
                  <a:pt x="11004789" y="3467220"/>
                  <a:pt x="11006401" y="3458067"/>
                  <a:pt x="11009625" y="3450179"/>
                </a:cubicBezTo>
                <a:cubicBezTo>
                  <a:pt x="11012850" y="3442291"/>
                  <a:pt x="11017389" y="3436239"/>
                  <a:pt x="11023243" y="3432022"/>
                </a:cubicBezTo>
                <a:cubicBezTo>
                  <a:pt x="11029097" y="3427805"/>
                  <a:pt x="11035745" y="3425697"/>
                  <a:pt x="11043186" y="3425697"/>
                </a:cubicBezTo>
                <a:close/>
                <a:moveTo>
                  <a:pt x="10595809" y="3425697"/>
                </a:moveTo>
                <a:cubicBezTo>
                  <a:pt x="10603349" y="3425697"/>
                  <a:pt x="10609947" y="3427805"/>
                  <a:pt x="10615603" y="3432022"/>
                </a:cubicBezTo>
                <a:cubicBezTo>
                  <a:pt x="10621259" y="3436239"/>
                  <a:pt x="10625624" y="3442217"/>
                  <a:pt x="10628700" y="3449956"/>
                </a:cubicBezTo>
                <a:cubicBezTo>
                  <a:pt x="10631775" y="3457695"/>
                  <a:pt x="10633313" y="3466922"/>
                  <a:pt x="10633313" y="3477638"/>
                </a:cubicBezTo>
                <a:cubicBezTo>
                  <a:pt x="10633313" y="3494207"/>
                  <a:pt x="10629617" y="3506932"/>
                  <a:pt x="10622226" y="3515812"/>
                </a:cubicBezTo>
                <a:cubicBezTo>
                  <a:pt x="10614834" y="3524692"/>
                  <a:pt x="10606028" y="3529132"/>
                  <a:pt x="10595809" y="3529132"/>
                </a:cubicBezTo>
                <a:cubicBezTo>
                  <a:pt x="10583803" y="3529132"/>
                  <a:pt x="10574105" y="3524791"/>
                  <a:pt x="10566713" y="3516110"/>
                </a:cubicBezTo>
                <a:cubicBezTo>
                  <a:pt x="10559321" y="3507428"/>
                  <a:pt x="10555625" y="3495001"/>
                  <a:pt x="10555625" y="3478828"/>
                </a:cubicBezTo>
                <a:cubicBezTo>
                  <a:pt x="10555625" y="3467815"/>
                  <a:pt x="10557361" y="3458315"/>
                  <a:pt x="10560834" y="3450328"/>
                </a:cubicBezTo>
                <a:cubicBezTo>
                  <a:pt x="10564307" y="3442341"/>
                  <a:pt x="10569069" y="3436239"/>
                  <a:pt x="10575122" y="3432022"/>
                </a:cubicBezTo>
                <a:cubicBezTo>
                  <a:pt x="10581174" y="3427805"/>
                  <a:pt x="10588070" y="3425697"/>
                  <a:pt x="10595809" y="3425697"/>
                </a:cubicBezTo>
                <a:close/>
                <a:moveTo>
                  <a:pt x="10081161" y="3425697"/>
                </a:moveTo>
                <a:cubicBezTo>
                  <a:pt x="10088305" y="3425697"/>
                  <a:pt x="10094878" y="3427755"/>
                  <a:pt x="10100881" y="3431873"/>
                </a:cubicBezTo>
                <a:cubicBezTo>
                  <a:pt x="10106884" y="3435990"/>
                  <a:pt x="10111646" y="3441944"/>
                  <a:pt x="10115169" y="3449732"/>
                </a:cubicBezTo>
                <a:cubicBezTo>
                  <a:pt x="10118691" y="3457521"/>
                  <a:pt x="10120452" y="3466823"/>
                  <a:pt x="10120452" y="3477638"/>
                </a:cubicBezTo>
                <a:cubicBezTo>
                  <a:pt x="10120452" y="3489147"/>
                  <a:pt x="10118691" y="3498746"/>
                  <a:pt x="10115169" y="3506436"/>
                </a:cubicBezTo>
                <a:cubicBezTo>
                  <a:pt x="10111646" y="3514125"/>
                  <a:pt x="10106933" y="3519830"/>
                  <a:pt x="10101030" y="3523551"/>
                </a:cubicBezTo>
                <a:cubicBezTo>
                  <a:pt x="10095126" y="3527272"/>
                  <a:pt x="10088603" y="3529132"/>
                  <a:pt x="10081459" y="3529132"/>
                </a:cubicBezTo>
                <a:cubicBezTo>
                  <a:pt x="10074414" y="3529132"/>
                  <a:pt x="10067915" y="3527173"/>
                  <a:pt x="10061962" y="3523253"/>
                </a:cubicBezTo>
                <a:cubicBezTo>
                  <a:pt x="10056009" y="3519334"/>
                  <a:pt x="10051321" y="3513505"/>
                  <a:pt x="10047898" y="3505766"/>
                </a:cubicBezTo>
                <a:cubicBezTo>
                  <a:pt x="10044475" y="3498027"/>
                  <a:pt x="10042763" y="3488651"/>
                  <a:pt x="10042763" y="3477638"/>
                </a:cubicBezTo>
                <a:cubicBezTo>
                  <a:pt x="10042763" y="3467220"/>
                  <a:pt x="10044376" y="3458067"/>
                  <a:pt x="10047601" y="3450179"/>
                </a:cubicBezTo>
                <a:cubicBezTo>
                  <a:pt x="10050825" y="3442291"/>
                  <a:pt x="10055364" y="3436239"/>
                  <a:pt x="10061218" y="3432022"/>
                </a:cubicBezTo>
                <a:cubicBezTo>
                  <a:pt x="10067072" y="3427805"/>
                  <a:pt x="10073720" y="3425697"/>
                  <a:pt x="10081161" y="3425697"/>
                </a:cubicBezTo>
                <a:close/>
                <a:moveTo>
                  <a:pt x="10907753" y="3395336"/>
                </a:moveTo>
                <a:cubicBezTo>
                  <a:pt x="10901799" y="3395336"/>
                  <a:pt x="10896963" y="3397370"/>
                  <a:pt x="10893242" y="3401438"/>
                </a:cubicBezTo>
                <a:cubicBezTo>
                  <a:pt x="10889521" y="3405506"/>
                  <a:pt x="10887661" y="3411558"/>
                  <a:pt x="10887661" y="3419595"/>
                </a:cubicBezTo>
                <a:lnTo>
                  <a:pt x="10887661" y="3535829"/>
                </a:lnTo>
                <a:cubicBezTo>
                  <a:pt x="10887661" y="3543767"/>
                  <a:pt x="10889521" y="3549869"/>
                  <a:pt x="10893242" y="3554135"/>
                </a:cubicBezTo>
                <a:cubicBezTo>
                  <a:pt x="10896963" y="3558402"/>
                  <a:pt x="10901799" y="3560535"/>
                  <a:pt x="10907753" y="3560535"/>
                </a:cubicBezTo>
                <a:cubicBezTo>
                  <a:pt x="10913706" y="3560535"/>
                  <a:pt x="10918617" y="3558451"/>
                  <a:pt x="10922487" y="3554284"/>
                </a:cubicBezTo>
                <a:cubicBezTo>
                  <a:pt x="10926356" y="3550117"/>
                  <a:pt x="10928291" y="3543965"/>
                  <a:pt x="10928291" y="3535829"/>
                </a:cubicBezTo>
                <a:lnTo>
                  <a:pt x="10928291" y="3418404"/>
                </a:lnTo>
                <a:cubicBezTo>
                  <a:pt x="10928291" y="3411161"/>
                  <a:pt x="10926356" y="3405506"/>
                  <a:pt x="10922487" y="3401438"/>
                </a:cubicBezTo>
                <a:cubicBezTo>
                  <a:pt x="10918617" y="3397370"/>
                  <a:pt x="10913706" y="3395336"/>
                  <a:pt x="10907753" y="3395336"/>
                </a:cubicBezTo>
                <a:close/>
                <a:moveTo>
                  <a:pt x="9580503" y="3395336"/>
                </a:moveTo>
                <a:cubicBezTo>
                  <a:pt x="9574749" y="3395336"/>
                  <a:pt x="9570110" y="3397320"/>
                  <a:pt x="9566588" y="3401289"/>
                </a:cubicBezTo>
                <a:cubicBezTo>
                  <a:pt x="9563066" y="3405257"/>
                  <a:pt x="9561305" y="3411062"/>
                  <a:pt x="9561305" y="3418702"/>
                </a:cubicBezTo>
                <a:lnTo>
                  <a:pt x="9561305" y="3534936"/>
                </a:lnTo>
                <a:cubicBezTo>
                  <a:pt x="9561305" y="3543370"/>
                  <a:pt x="9563264" y="3549745"/>
                  <a:pt x="9567183" y="3554061"/>
                </a:cubicBezTo>
                <a:cubicBezTo>
                  <a:pt x="9571102" y="3558377"/>
                  <a:pt x="9576138" y="3560535"/>
                  <a:pt x="9582289" y="3560535"/>
                </a:cubicBezTo>
                <a:cubicBezTo>
                  <a:pt x="9588540" y="3560535"/>
                  <a:pt x="9593575" y="3558377"/>
                  <a:pt x="9597395" y="3554061"/>
                </a:cubicBezTo>
                <a:cubicBezTo>
                  <a:pt x="9601215" y="3549745"/>
                  <a:pt x="9603125" y="3543370"/>
                  <a:pt x="9603125" y="3534936"/>
                </a:cubicBezTo>
                <a:lnTo>
                  <a:pt x="9603125" y="3480019"/>
                </a:lnTo>
                <a:cubicBezTo>
                  <a:pt x="9603125" y="3462953"/>
                  <a:pt x="9605234" y="3449856"/>
                  <a:pt x="9609451" y="3440728"/>
                </a:cubicBezTo>
                <a:cubicBezTo>
                  <a:pt x="9613667" y="3431600"/>
                  <a:pt x="9622423" y="3427036"/>
                  <a:pt x="9635719" y="3427036"/>
                </a:cubicBezTo>
                <a:cubicBezTo>
                  <a:pt x="9642366" y="3427036"/>
                  <a:pt x="9647228" y="3428847"/>
                  <a:pt x="9650304" y="3432468"/>
                </a:cubicBezTo>
                <a:cubicBezTo>
                  <a:pt x="9653379" y="3436090"/>
                  <a:pt x="9655265" y="3440728"/>
                  <a:pt x="9655959" y="3446384"/>
                </a:cubicBezTo>
                <a:cubicBezTo>
                  <a:pt x="9656654" y="3452039"/>
                  <a:pt x="9657001" y="3459977"/>
                  <a:pt x="9657001" y="3470196"/>
                </a:cubicBezTo>
                <a:lnTo>
                  <a:pt x="9657001" y="3534936"/>
                </a:lnTo>
                <a:cubicBezTo>
                  <a:pt x="9657001" y="3543469"/>
                  <a:pt x="9658911" y="3549869"/>
                  <a:pt x="9662731" y="3554135"/>
                </a:cubicBezTo>
                <a:cubicBezTo>
                  <a:pt x="9666551" y="3558402"/>
                  <a:pt x="9671537" y="3560535"/>
                  <a:pt x="9677688" y="3560535"/>
                </a:cubicBezTo>
                <a:cubicBezTo>
                  <a:pt x="9684038" y="3560535"/>
                  <a:pt x="9689148" y="3558402"/>
                  <a:pt x="9693017" y="3554135"/>
                </a:cubicBezTo>
                <a:cubicBezTo>
                  <a:pt x="9696887" y="3549869"/>
                  <a:pt x="9698822" y="3543469"/>
                  <a:pt x="9698822" y="3534936"/>
                </a:cubicBezTo>
                <a:lnTo>
                  <a:pt x="9698822" y="3480912"/>
                </a:lnTo>
                <a:cubicBezTo>
                  <a:pt x="9698822" y="3463549"/>
                  <a:pt x="9700310" y="3451444"/>
                  <a:pt x="9703287" y="3444598"/>
                </a:cubicBezTo>
                <a:cubicBezTo>
                  <a:pt x="9705965" y="3439240"/>
                  <a:pt x="9709711" y="3434974"/>
                  <a:pt x="9714523" y="3431799"/>
                </a:cubicBezTo>
                <a:cubicBezTo>
                  <a:pt x="9719335" y="3428623"/>
                  <a:pt x="9724420" y="3427036"/>
                  <a:pt x="9729778" y="3427036"/>
                </a:cubicBezTo>
                <a:cubicBezTo>
                  <a:pt x="9736426" y="3427036"/>
                  <a:pt x="9741387" y="3428822"/>
                  <a:pt x="9744661" y="3432394"/>
                </a:cubicBezTo>
                <a:cubicBezTo>
                  <a:pt x="9747935" y="3435966"/>
                  <a:pt x="9749944" y="3440381"/>
                  <a:pt x="9750688" y="3445640"/>
                </a:cubicBezTo>
                <a:cubicBezTo>
                  <a:pt x="9751433" y="3450898"/>
                  <a:pt x="9751805" y="3457893"/>
                  <a:pt x="9751805" y="3466624"/>
                </a:cubicBezTo>
                <a:lnTo>
                  <a:pt x="9751805" y="3534936"/>
                </a:lnTo>
                <a:cubicBezTo>
                  <a:pt x="9751805" y="3543370"/>
                  <a:pt x="9753764" y="3549745"/>
                  <a:pt x="9757683" y="3554061"/>
                </a:cubicBezTo>
                <a:cubicBezTo>
                  <a:pt x="9761602" y="3558377"/>
                  <a:pt x="9766638" y="3560535"/>
                  <a:pt x="9772789" y="3560535"/>
                </a:cubicBezTo>
                <a:cubicBezTo>
                  <a:pt x="9779139" y="3560535"/>
                  <a:pt x="9784249" y="3558402"/>
                  <a:pt x="9788119" y="3554135"/>
                </a:cubicBezTo>
                <a:cubicBezTo>
                  <a:pt x="9791988" y="3549869"/>
                  <a:pt x="9793923" y="3543469"/>
                  <a:pt x="9793923" y="3534936"/>
                </a:cubicBezTo>
                <a:lnTo>
                  <a:pt x="9793923" y="3455611"/>
                </a:lnTo>
                <a:cubicBezTo>
                  <a:pt x="9793923" y="3439835"/>
                  <a:pt x="9792187" y="3428276"/>
                  <a:pt x="9788714" y="3420934"/>
                </a:cubicBezTo>
                <a:cubicBezTo>
                  <a:pt x="9784745" y="3412798"/>
                  <a:pt x="9778743" y="3406547"/>
                  <a:pt x="9770706" y="3402182"/>
                </a:cubicBezTo>
                <a:cubicBezTo>
                  <a:pt x="9762669" y="3397816"/>
                  <a:pt x="9753095" y="3395633"/>
                  <a:pt x="9741982" y="3395633"/>
                </a:cubicBezTo>
                <a:cubicBezTo>
                  <a:pt x="9732457" y="3395633"/>
                  <a:pt x="9723775" y="3397643"/>
                  <a:pt x="9715937" y="3401661"/>
                </a:cubicBezTo>
                <a:cubicBezTo>
                  <a:pt x="9708099" y="3405679"/>
                  <a:pt x="9700757" y="3411856"/>
                  <a:pt x="9693910" y="3420190"/>
                </a:cubicBezTo>
                <a:cubicBezTo>
                  <a:pt x="9689148" y="3411955"/>
                  <a:pt x="9683095" y="3405803"/>
                  <a:pt x="9675753" y="3401735"/>
                </a:cubicBezTo>
                <a:cubicBezTo>
                  <a:pt x="9668411" y="3397667"/>
                  <a:pt x="9659630" y="3395633"/>
                  <a:pt x="9649411" y="3395633"/>
                </a:cubicBezTo>
                <a:cubicBezTo>
                  <a:pt x="9639588" y="3395633"/>
                  <a:pt x="9630659" y="3397618"/>
                  <a:pt x="9622622" y="3401586"/>
                </a:cubicBezTo>
                <a:cubicBezTo>
                  <a:pt x="9614585" y="3405555"/>
                  <a:pt x="9607044" y="3411756"/>
                  <a:pt x="9600000" y="3420190"/>
                </a:cubicBezTo>
                <a:lnTo>
                  <a:pt x="9600000" y="3416320"/>
                </a:lnTo>
                <a:cubicBezTo>
                  <a:pt x="9600000" y="3409772"/>
                  <a:pt x="9598139" y="3404637"/>
                  <a:pt x="9594419" y="3400917"/>
                </a:cubicBezTo>
                <a:cubicBezTo>
                  <a:pt x="9590698" y="3397196"/>
                  <a:pt x="9586060" y="3395336"/>
                  <a:pt x="9580503" y="3395336"/>
                </a:cubicBezTo>
                <a:close/>
                <a:moveTo>
                  <a:pt x="9313803" y="3395336"/>
                </a:moveTo>
                <a:cubicBezTo>
                  <a:pt x="9308049" y="3395336"/>
                  <a:pt x="9303410" y="3397320"/>
                  <a:pt x="9299888" y="3401289"/>
                </a:cubicBezTo>
                <a:cubicBezTo>
                  <a:pt x="9296366" y="3405257"/>
                  <a:pt x="9294605" y="3411062"/>
                  <a:pt x="9294605" y="3418702"/>
                </a:cubicBezTo>
                <a:lnTo>
                  <a:pt x="9294605" y="3534936"/>
                </a:lnTo>
                <a:cubicBezTo>
                  <a:pt x="9294605" y="3543370"/>
                  <a:pt x="9296564" y="3549745"/>
                  <a:pt x="9300483" y="3554061"/>
                </a:cubicBezTo>
                <a:cubicBezTo>
                  <a:pt x="9304402" y="3558377"/>
                  <a:pt x="9309438" y="3560535"/>
                  <a:pt x="9315589" y="3560535"/>
                </a:cubicBezTo>
                <a:cubicBezTo>
                  <a:pt x="9321840" y="3560535"/>
                  <a:pt x="9326875" y="3558377"/>
                  <a:pt x="9330695" y="3554061"/>
                </a:cubicBezTo>
                <a:cubicBezTo>
                  <a:pt x="9334515" y="3549745"/>
                  <a:pt x="9336425" y="3543370"/>
                  <a:pt x="9336425" y="3534936"/>
                </a:cubicBezTo>
                <a:lnTo>
                  <a:pt x="9336425" y="3480019"/>
                </a:lnTo>
                <a:cubicBezTo>
                  <a:pt x="9336425" y="3462953"/>
                  <a:pt x="9338534" y="3449856"/>
                  <a:pt x="9342750" y="3440728"/>
                </a:cubicBezTo>
                <a:cubicBezTo>
                  <a:pt x="9346967" y="3431600"/>
                  <a:pt x="9355723" y="3427036"/>
                  <a:pt x="9369019" y="3427036"/>
                </a:cubicBezTo>
                <a:cubicBezTo>
                  <a:pt x="9375666" y="3427036"/>
                  <a:pt x="9380528" y="3428847"/>
                  <a:pt x="9383604" y="3432468"/>
                </a:cubicBezTo>
                <a:cubicBezTo>
                  <a:pt x="9386679" y="3436090"/>
                  <a:pt x="9388565" y="3440728"/>
                  <a:pt x="9389259" y="3446384"/>
                </a:cubicBezTo>
                <a:cubicBezTo>
                  <a:pt x="9389954" y="3452039"/>
                  <a:pt x="9390301" y="3459977"/>
                  <a:pt x="9390301" y="3470196"/>
                </a:cubicBezTo>
                <a:lnTo>
                  <a:pt x="9390301" y="3534936"/>
                </a:lnTo>
                <a:cubicBezTo>
                  <a:pt x="9390301" y="3543469"/>
                  <a:pt x="9392211" y="3549869"/>
                  <a:pt x="9396031" y="3554135"/>
                </a:cubicBezTo>
                <a:cubicBezTo>
                  <a:pt x="9399851" y="3558402"/>
                  <a:pt x="9404837" y="3560535"/>
                  <a:pt x="9410988" y="3560535"/>
                </a:cubicBezTo>
                <a:cubicBezTo>
                  <a:pt x="9417338" y="3560535"/>
                  <a:pt x="9422448" y="3558402"/>
                  <a:pt x="9426317" y="3554135"/>
                </a:cubicBezTo>
                <a:cubicBezTo>
                  <a:pt x="9430187" y="3549869"/>
                  <a:pt x="9432122" y="3543469"/>
                  <a:pt x="9432122" y="3534936"/>
                </a:cubicBezTo>
                <a:lnTo>
                  <a:pt x="9432122" y="3480912"/>
                </a:lnTo>
                <a:cubicBezTo>
                  <a:pt x="9432122" y="3463549"/>
                  <a:pt x="9433610" y="3451444"/>
                  <a:pt x="9436587" y="3444598"/>
                </a:cubicBezTo>
                <a:cubicBezTo>
                  <a:pt x="9439265" y="3439240"/>
                  <a:pt x="9443011" y="3434974"/>
                  <a:pt x="9447823" y="3431799"/>
                </a:cubicBezTo>
                <a:cubicBezTo>
                  <a:pt x="9452635" y="3428623"/>
                  <a:pt x="9457720" y="3427036"/>
                  <a:pt x="9463078" y="3427036"/>
                </a:cubicBezTo>
                <a:cubicBezTo>
                  <a:pt x="9469726" y="3427036"/>
                  <a:pt x="9474687" y="3428822"/>
                  <a:pt x="9477961" y="3432394"/>
                </a:cubicBezTo>
                <a:cubicBezTo>
                  <a:pt x="9481235" y="3435966"/>
                  <a:pt x="9483244" y="3440381"/>
                  <a:pt x="9483988" y="3445640"/>
                </a:cubicBezTo>
                <a:cubicBezTo>
                  <a:pt x="9484732" y="3450898"/>
                  <a:pt x="9485105" y="3457893"/>
                  <a:pt x="9485105" y="3466624"/>
                </a:cubicBezTo>
                <a:lnTo>
                  <a:pt x="9485105" y="3534936"/>
                </a:lnTo>
                <a:cubicBezTo>
                  <a:pt x="9485105" y="3543370"/>
                  <a:pt x="9487064" y="3549745"/>
                  <a:pt x="9490983" y="3554061"/>
                </a:cubicBezTo>
                <a:cubicBezTo>
                  <a:pt x="9494902" y="3558377"/>
                  <a:pt x="9499938" y="3560535"/>
                  <a:pt x="9506089" y="3560535"/>
                </a:cubicBezTo>
                <a:cubicBezTo>
                  <a:pt x="9512439" y="3560535"/>
                  <a:pt x="9517549" y="3558402"/>
                  <a:pt x="9521419" y="3554135"/>
                </a:cubicBezTo>
                <a:cubicBezTo>
                  <a:pt x="9525288" y="3549869"/>
                  <a:pt x="9527223" y="3543469"/>
                  <a:pt x="9527223" y="3534936"/>
                </a:cubicBezTo>
                <a:lnTo>
                  <a:pt x="9527223" y="3455611"/>
                </a:lnTo>
                <a:cubicBezTo>
                  <a:pt x="9527223" y="3439835"/>
                  <a:pt x="9525487" y="3428276"/>
                  <a:pt x="9522014" y="3420934"/>
                </a:cubicBezTo>
                <a:cubicBezTo>
                  <a:pt x="9518045" y="3412798"/>
                  <a:pt x="9512042" y="3406547"/>
                  <a:pt x="9504006" y="3402182"/>
                </a:cubicBezTo>
                <a:cubicBezTo>
                  <a:pt x="9495969" y="3397816"/>
                  <a:pt x="9486394" y="3395633"/>
                  <a:pt x="9475282" y="3395633"/>
                </a:cubicBezTo>
                <a:cubicBezTo>
                  <a:pt x="9465757" y="3395633"/>
                  <a:pt x="9457075" y="3397643"/>
                  <a:pt x="9449237" y="3401661"/>
                </a:cubicBezTo>
                <a:cubicBezTo>
                  <a:pt x="9441399" y="3405679"/>
                  <a:pt x="9434057" y="3411856"/>
                  <a:pt x="9427210" y="3420190"/>
                </a:cubicBezTo>
                <a:cubicBezTo>
                  <a:pt x="9422448" y="3411955"/>
                  <a:pt x="9416396" y="3405803"/>
                  <a:pt x="9409053" y="3401735"/>
                </a:cubicBezTo>
                <a:cubicBezTo>
                  <a:pt x="9401711" y="3397667"/>
                  <a:pt x="9392930" y="3395633"/>
                  <a:pt x="9382711" y="3395633"/>
                </a:cubicBezTo>
                <a:cubicBezTo>
                  <a:pt x="9372888" y="3395633"/>
                  <a:pt x="9363958" y="3397618"/>
                  <a:pt x="9355922" y="3401586"/>
                </a:cubicBezTo>
                <a:cubicBezTo>
                  <a:pt x="9347885" y="3405555"/>
                  <a:pt x="9340344" y="3411756"/>
                  <a:pt x="9333300" y="3420190"/>
                </a:cubicBezTo>
                <a:lnTo>
                  <a:pt x="9333300" y="3416320"/>
                </a:lnTo>
                <a:cubicBezTo>
                  <a:pt x="9333300" y="3409772"/>
                  <a:pt x="9331439" y="3404637"/>
                  <a:pt x="9327719" y="3400917"/>
                </a:cubicBezTo>
                <a:cubicBezTo>
                  <a:pt x="9323998" y="3397196"/>
                  <a:pt x="9319360" y="3395336"/>
                  <a:pt x="9313803" y="3395336"/>
                </a:cubicBezTo>
                <a:close/>
                <a:moveTo>
                  <a:pt x="8772962" y="3395336"/>
                </a:moveTo>
                <a:cubicBezTo>
                  <a:pt x="8766910" y="3395336"/>
                  <a:pt x="8762048" y="3397345"/>
                  <a:pt x="8758377" y="3401363"/>
                </a:cubicBezTo>
                <a:cubicBezTo>
                  <a:pt x="8754706" y="3405382"/>
                  <a:pt x="8752870" y="3411459"/>
                  <a:pt x="8752870" y="3419595"/>
                </a:cubicBezTo>
                <a:lnTo>
                  <a:pt x="8752870" y="3500111"/>
                </a:lnTo>
                <a:cubicBezTo>
                  <a:pt x="8752870" y="3516283"/>
                  <a:pt x="8755400" y="3528686"/>
                  <a:pt x="8760460" y="3537318"/>
                </a:cubicBezTo>
                <a:cubicBezTo>
                  <a:pt x="8764727" y="3544461"/>
                  <a:pt x="8770754" y="3550067"/>
                  <a:pt x="8778543" y="3554135"/>
                </a:cubicBezTo>
                <a:cubicBezTo>
                  <a:pt x="8786332" y="3558203"/>
                  <a:pt x="8795137" y="3560237"/>
                  <a:pt x="8804960" y="3560237"/>
                </a:cubicBezTo>
                <a:cubicBezTo>
                  <a:pt x="8813096" y="3560237"/>
                  <a:pt x="8820339" y="3559220"/>
                  <a:pt x="8826689" y="3557186"/>
                </a:cubicBezTo>
                <a:cubicBezTo>
                  <a:pt x="8833039" y="3555152"/>
                  <a:pt x="8838893" y="3552052"/>
                  <a:pt x="8844251" y="3547885"/>
                </a:cubicBezTo>
                <a:cubicBezTo>
                  <a:pt x="8849608" y="3543717"/>
                  <a:pt x="8854718" y="3538558"/>
                  <a:pt x="8859580" y="3532406"/>
                </a:cubicBezTo>
                <a:lnTo>
                  <a:pt x="8859580" y="3537615"/>
                </a:lnTo>
                <a:cubicBezTo>
                  <a:pt x="8859580" y="3544858"/>
                  <a:pt x="8861391" y="3550489"/>
                  <a:pt x="8865012" y="3554507"/>
                </a:cubicBezTo>
                <a:cubicBezTo>
                  <a:pt x="8868634" y="3558526"/>
                  <a:pt x="8873222" y="3560535"/>
                  <a:pt x="8878779" y="3560535"/>
                </a:cubicBezTo>
                <a:cubicBezTo>
                  <a:pt x="8884335" y="3560535"/>
                  <a:pt x="8888874" y="3558600"/>
                  <a:pt x="8892397" y="3554731"/>
                </a:cubicBezTo>
                <a:cubicBezTo>
                  <a:pt x="8895919" y="3550861"/>
                  <a:pt x="8897680" y="3545057"/>
                  <a:pt x="8897680" y="3537318"/>
                </a:cubicBezTo>
                <a:lnTo>
                  <a:pt x="8897680" y="3419595"/>
                </a:lnTo>
                <a:cubicBezTo>
                  <a:pt x="8897680" y="3411459"/>
                  <a:pt x="8895844" y="3405382"/>
                  <a:pt x="8892173" y="3401363"/>
                </a:cubicBezTo>
                <a:cubicBezTo>
                  <a:pt x="8888502" y="3397345"/>
                  <a:pt x="8883640" y="3395336"/>
                  <a:pt x="8877588" y="3395336"/>
                </a:cubicBezTo>
                <a:cubicBezTo>
                  <a:pt x="8871536" y="3395336"/>
                  <a:pt x="8866624" y="3397370"/>
                  <a:pt x="8862854" y="3401438"/>
                </a:cubicBezTo>
                <a:cubicBezTo>
                  <a:pt x="8859084" y="3405506"/>
                  <a:pt x="8857199" y="3411558"/>
                  <a:pt x="8857199" y="3419595"/>
                </a:cubicBezTo>
                <a:lnTo>
                  <a:pt x="8857199" y="3469006"/>
                </a:lnTo>
                <a:cubicBezTo>
                  <a:pt x="8857199" y="3488452"/>
                  <a:pt x="8856058" y="3501053"/>
                  <a:pt x="8853776" y="3506808"/>
                </a:cubicBezTo>
                <a:cubicBezTo>
                  <a:pt x="8850997" y="3513356"/>
                  <a:pt x="8846582" y="3518665"/>
                  <a:pt x="8840530" y="3522733"/>
                </a:cubicBezTo>
                <a:cubicBezTo>
                  <a:pt x="8834478" y="3526800"/>
                  <a:pt x="8828028" y="3528835"/>
                  <a:pt x="8821182" y="3528835"/>
                </a:cubicBezTo>
                <a:cubicBezTo>
                  <a:pt x="8814138" y="3528835"/>
                  <a:pt x="8808557" y="3527024"/>
                  <a:pt x="8804439" y="3523402"/>
                </a:cubicBezTo>
                <a:cubicBezTo>
                  <a:pt x="8800321" y="3519781"/>
                  <a:pt x="8797469" y="3514770"/>
                  <a:pt x="8795881" y="3508371"/>
                </a:cubicBezTo>
                <a:cubicBezTo>
                  <a:pt x="8794294" y="3501971"/>
                  <a:pt x="8793500" y="3494058"/>
                  <a:pt x="8793500" y="3484633"/>
                </a:cubicBezTo>
                <a:lnTo>
                  <a:pt x="8793500" y="3419595"/>
                </a:lnTo>
                <a:cubicBezTo>
                  <a:pt x="8793500" y="3411558"/>
                  <a:pt x="8791615" y="3405506"/>
                  <a:pt x="8787845" y="3401438"/>
                </a:cubicBezTo>
                <a:cubicBezTo>
                  <a:pt x="8784074" y="3397370"/>
                  <a:pt x="8779113" y="3395336"/>
                  <a:pt x="8772962" y="3395336"/>
                </a:cubicBezTo>
                <a:close/>
                <a:moveTo>
                  <a:pt x="10776486" y="3395038"/>
                </a:moveTo>
                <a:cubicBezTo>
                  <a:pt x="10760512" y="3395038"/>
                  <a:pt x="10747167" y="3397221"/>
                  <a:pt x="10736451" y="3401586"/>
                </a:cubicBezTo>
                <a:cubicBezTo>
                  <a:pt x="10725736" y="3405952"/>
                  <a:pt x="10717848" y="3411508"/>
                  <a:pt x="10712788" y="3418255"/>
                </a:cubicBezTo>
                <a:cubicBezTo>
                  <a:pt x="10707727" y="3425002"/>
                  <a:pt x="10705197" y="3431947"/>
                  <a:pt x="10705197" y="3439091"/>
                </a:cubicBezTo>
                <a:cubicBezTo>
                  <a:pt x="10705197" y="3443655"/>
                  <a:pt x="10706859" y="3447401"/>
                  <a:pt x="10710183" y="3450328"/>
                </a:cubicBezTo>
                <a:cubicBezTo>
                  <a:pt x="10713507" y="3453255"/>
                  <a:pt x="10717451" y="3454718"/>
                  <a:pt x="10722015" y="3454718"/>
                </a:cubicBezTo>
                <a:cubicBezTo>
                  <a:pt x="10727075" y="3454718"/>
                  <a:pt x="10730374" y="3453800"/>
                  <a:pt x="10731912" y="3451965"/>
                </a:cubicBezTo>
                <a:cubicBezTo>
                  <a:pt x="10733450" y="3450129"/>
                  <a:pt x="10736079" y="3446334"/>
                  <a:pt x="10739800" y="3440579"/>
                </a:cubicBezTo>
                <a:cubicBezTo>
                  <a:pt x="10743521" y="3434825"/>
                  <a:pt x="10747986" y="3430509"/>
                  <a:pt x="10753195" y="3427631"/>
                </a:cubicBezTo>
                <a:cubicBezTo>
                  <a:pt x="10758403" y="3424754"/>
                  <a:pt x="10766167" y="3423315"/>
                  <a:pt x="10776486" y="3423315"/>
                </a:cubicBezTo>
                <a:cubicBezTo>
                  <a:pt x="10788491" y="3423315"/>
                  <a:pt x="10796404" y="3425821"/>
                  <a:pt x="10800224" y="3430831"/>
                </a:cubicBezTo>
                <a:cubicBezTo>
                  <a:pt x="10804044" y="3435842"/>
                  <a:pt x="10806202" y="3443705"/>
                  <a:pt x="10806698" y="3454420"/>
                </a:cubicBezTo>
                <a:cubicBezTo>
                  <a:pt x="10798165" y="3456901"/>
                  <a:pt x="10790253" y="3459009"/>
                  <a:pt x="10782960" y="3460746"/>
                </a:cubicBezTo>
                <a:cubicBezTo>
                  <a:pt x="10775668" y="3462482"/>
                  <a:pt x="10766911" y="3464392"/>
                  <a:pt x="10756692" y="3466476"/>
                </a:cubicBezTo>
                <a:cubicBezTo>
                  <a:pt x="10746473" y="3468559"/>
                  <a:pt x="10740073" y="3469899"/>
                  <a:pt x="10737493" y="3470494"/>
                </a:cubicBezTo>
                <a:cubicBezTo>
                  <a:pt x="10725190" y="3473173"/>
                  <a:pt x="10715516" y="3478431"/>
                  <a:pt x="10708472" y="3486270"/>
                </a:cubicBezTo>
                <a:cubicBezTo>
                  <a:pt x="10701427" y="3494108"/>
                  <a:pt x="10697905" y="3503583"/>
                  <a:pt x="10697905" y="3514696"/>
                </a:cubicBezTo>
                <a:cubicBezTo>
                  <a:pt x="10697905" y="3522931"/>
                  <a:pt x="10700038" y="3530571"/>
                  <a:pt x="10704305" y="3537615"/>
                </a:cubicBezTo>
                <a:cubicBezTo>
                  <a:pt x="10708571" y="3544660"/>
                  <a:pt x="10714648" y="3550241"/>
                  <a:pt x="10722536" y="3554359"/>
                </a:cubicBezTo>
                <a:cubicBezTo>
                  <a:pt x="10730424" y="3558476"/>
                  <a:pt x="10739577" y="3560535"/>
                  <a:pt x="10749995" y="3560535"/>
                </a:cubicBezTo>
                <a:cubicBezTo>
                  <a:pt x="10761405" y="3560535"/>
                  <a:pt x="10771699" y="3558625"/>
                  <a:pt x="10780877" y="3554805"/>
                </a:cubicBezTo>
                <a:cubicBezTo>
                  <a:pt x="10790054" y="3550985"/>
                  <a:pt x="10799555" y="3545255"/>
                  <a:pt x="10809377" y="3537615"/>
                </a:cubicBezTo>
                <a:cubicBezTo>
                  <a:pt x="10813941" y="3545057"/>
                  <a:pt x="10818257" y="3550737"/>
                  <a:pt x="10822325" y="3554656"/>
                </a:cubicBezTo>
                <a:cubicBezTo>
                  <a:pt x="10826393" y="3558575"/>
                  <a:pt x="10830511" y="3560535"/>
                  <a:pt x="10834678" y="3560535"/>
                </a:cubicBezTo>
                <a:cubicBezTo>
                  <a:pt x="10839639" y="3560535"/>
                  <a:pt x="10844079" y="3558823"/>
                  <a:pt x="10847998" y="3555400"/>
                </a:cubicBezTo>
                <a:cubicBezTo>
                  <a:pt x="10851917" y="3551977"/>
                  <a:pt x="10853877" y="3548182"/>
                  <a:pt x="10853877" y="3544015"/>
                </a:cubicBezTo>
                <a:cubicBezTo>
                  <a:pt x="10853877" y="3541634"/>
                  <a:pt x="10852612" y="3536301"/>
                  <a:pt x="10850082" y="3528016"/>
                </a:cubicBezTo>
                <a:cubicBezTo>
                  <a:pt x="10847552" y="3519731"/>
                  <a:pt x="10846287" y="3511769"/>
                  <a:pt x="10846287" y="3504129"/>
                </a:cubicBezTo>
                <a:cubicBezTo>
                  <a:pt x="10846386" y="3495993"/>
                  <a:pt x="10846460" y="3488601"/>
                  <a:pt x="10846510" y="3481954"/>
                </a:cubicBezTo>
                <a:cubicBezTo>
                  <a:pt x="10846559" y="3475306"/>
                  <a:pt x="10846584" y="3467220"/>
                  <a:pt x="10846584" y="3457695"/>
                </a:cubicBezTo>
                <a:cubicBezTo>
                  <a:pt x="10846584" y="3442613"/>
                  <a:pt x="10844476" y="3430509"/>
                  <a:pt x="10840259" y="3421381"/>
                </a:cubicBezTo>
                <a:cubicBezTo>
                  <a:pt x="10836042" y="3412252"/>
                  <a:pt x="10828824" y="3405580"/>
                  <a:pt x="10818605" y="3401363"/>
                </a:cubicBezTo>
                <a:cubicBezTo>
                  <a:pt x="10808385" y="3397146"/>
                  <a:pt x="10794345" y="3395038"/>
                  <a:pt x="10776486" y="3395038"/>
                </a:cubicBezTo>
                <a:close/>
                <a:moveTo>
                  <a:pt x="9900186" y="3395038"/>
                </a:moveTo>
                <a:cubicBezTo>
                  <a:pt x="9884212" y="3395038"/>
                  <a:pt x="9870867" y="3397221"/>
                  <a:pt x="9860151" y="3401586"/>
                </a:cubicBezTo>
                <a:cubicBezTo>
                  <a:pt x="9849436" y="3405952"/>
                  <a:pt x="9841548" y="3411508"/>
                  <a:pt x="9836488" y="3418255"/>
                </a:cubicBezTo>
                <a:cubicBezTo>
                  <a:pt x="9831428" y="3425002"/>
                  <a:pt x="9828897" y="3431947"/>
                  <a:pt x="9828897" y="3439091"/>
                </a:cubicBezTo>
                <a:cubicBezTo>
                  <a:pt x="9828897" y="3443655"/>
                  <a:pt x="9830559" y="3447401"/>
                  <a:pt x="9833883" y="3450328"/>
                </a:cubicBezTo>
                <a:cubicBezTo>
                  <a:pt x="9837207" y="3453255"/>
                  <a:pt x="9841151" y="3454718"/>
                  <a:pt x="9845715" y="3454718"/>
                </a:cubicBezTo>
                <a:cubicBezTo>
                  <a:pt x="9850775" y="3454718"/>
                  <a:pt x="9854074" y="3453800"/>
                  <a:pt x="9855612" y="3451965"/>
                </a:cubicBezTo>
                <a:cubicBezTo>
                  <a:pt x="9857150" y="3450129"/>
                  <a:pt x="9859779" y="3446334"/>
                  <a:pt x="9863500" y="3440579"/>
                </a:cubicBezTo>
                <a:cubicBezTo>
                  <a:pt x="9867221" y="3434825"/>
                  <a:pt x="9871686" y="3430509"/>
                  <a:pt x="9876895" y="3427631"/>
                </a:cubicBezTo>
                <a:cubicBezTo>
                  <a:pt x="9882104" y="3424754"/>
                  <a:pt x="9889867" y="3423315"/>
                  <a:pt x="9900186" y="3423315"/>
                </a:cubicBezTo>
                <a:cubicBezTo>
                  <a:pt x="9912192" y="3423315"/>
                  <a:pt x="9920104" y="3425821"/>
                  <a:pt x="9923924" y="3430831"/>
                </a:cubicBezTo>
                <a:cubicBezTo>
                  <a:pt x="9927744" y="3435842"/>
                  <a:pt x="9929902" y="3443705"/>
                  <a:pt x="9930398" y="3454420"/>
                </a:cubicBezTo>
                <a:cubicBezTo>
                  <a:pt x="9921865" y="3456901"/>
                  <a:pt x="9913953" y="3459009"/>
                  <a:pt x="9906660" y="3460746"/>
                </a:cubicBezTo>
                <a:cubicBezTo>
                  <a:pt x="9899368" y="3462482"/>
                  <a:pt x="9890612" y="3464392"/>
                  <a:pt x="9880392" y="3466476"/>
                </a:cubicBezTo>
                <a:cubicBezTo>
                  <a:pt x="9870173" y="3468559"/>
                  <a:pt x="9863773" y="3469899"/>
                  <a:pt x="9861193" y="3470494"/>
                </a:cubicBezTo>
                <a:cubicBezTo>
                  <a:pt x="9848890" y="3473173"/>
                  <a:pt x="9839216" y="3478431"/>
                  <a:pt x="9832172" y="3486270"/>
                </a:cubicBezTo>
                <a:cubicBezTo>
                  <a:pt x="9825127" y="3494108"/>
                  <a:pt x="9821605" y="3503583"/>
                  <a:pt x="9821605" y="3514696"/>
                </a:cubicBezTo>
                <a:cubicBezTo>
                  <a:pt x="9821605" y="3522931"/>
                  <a:pt x="9823738" y="3530571"/>
                  <a:pt x="9828005" y="3537615"/>
                </a:cubicBezTo>
                <a:cubicBezTo>
                  <a:pt x="9832271" y="3544660"/>
                  <a:pt x="9838348" y="3550241"/>
                  <a:pt x="9846236" y="3554359"/>
                </a:cubicBezTo>
                <a:cubicBezTo>
                  <a:pt x="9854124" y="3558476"/>
                  <a:pt x="9863277" y="3560535"/>
                  <a:pt x="9873695" y="3560535"/>
                </a:cubicBezTo>
                <a:cubicBezTo>
                  <a:pt x="9885105" y="3560535"/>
                  <a:pt x="9895399" y="3558625"/>
                  <a:pt x="9904577" y="3554805"/>
                </a:cubicBezTo>
                <a:cubicBezTo>
                  <a:pt x="9913754" y="3550985"/>
                  <a:pt x="9923255" y="3545255"/>
                  <a:pt x="9933077" y="3537615"/>
                </a:cubicBezTo>
                <a:cubicBezTo>
                  <a:pt x="9937641" y="3545057"/>
                  <a:pt x="9941957" y="3550737"/>
                  <a:pt x="9946025" y="3554656"/>
                </a:cubicBezTo>
                <a:cubicBezTo>
                  <a:pt x="9950093" y="3558575"/>
                  <a:pt x="9954211" y="3560535"/>
                  <a:pt x="9958378" y="3560535"/>
                </a:cubicBezTo>
                <a:cubicBezTo>
                  <a:pt x="9963339" y="3560535"/>
                  <a:pt x="9967779" y="3558823"/>
                  <a:pt x="9971698" y="3555400"/>
                </a:cubicBezTo>
                <a:cubicBezTo>
                  <a:pt x="9975617" y="3551977"/>
                  <a:pt x="9977577" y="3548182"/>
                  <a:pt x="9977577" y="3544015"/>
                </a:cubicBezTo>
                <a:cubicBezTo>
                  <a:pt x="9977577" y="3541634"/>
                  <a:pt x="9976312" y="3536301"/>
                  <a:pt x="9973782" y="3528016"/>
                </a:cubicBezTo>
                <a:cubicBezTo>
                  <a:pt x="9971252" y="3519731"/>
                  <a:pt x="9969987" y="3511769"/>
                  <a:pt x="9969987" y="3504129"/>
                </a:cubicBezTo>
                <a:cubicBezTo>
                  <a:pt x="9970086" y="3495993"/>
                  <a:pt x="9970160" y="3488601"/>
                  <a:pt x="9970210" y="3481954"/>
                </a:cubicBezTo>
                <a:cubicBezTo>
                  <a:pt x="9970259" y="3475306"/>
                  <a:pt x="9970284" y="3467220"/>
                  <a:pt x="9970284" y="3457695"/>
                </a:cubicBezTo>
                <a:cubicBezTo>
                  <a:pt x="9970284" y="3442613"/>
                  <a:pt x="9968176" y="3430509"/>
                  <a:pt x="9963959" y="3421381"/>
                </a:cubicBezTo>
                <a:cubicBezTo>
                  <a:pt x="9959742" y="3412252"/>
                  <a:pt x="9952524" y="3405580"/>
                  <a:pt x="9942305" y="3401363"/>
                </a:cubicBezTo>
                <a:cubicBezTo>
                  <a:pt x="9932085" y="3397146"/>
                  <a:pt x="9918046" y="3395038"/>
                  <a:pt x="9900186" y="3395038"/>
                </a:cubicBezTo>
                <a:close/>
                <a:moveTo>
                  <a:pt x="9185811" y="3395038"/>
                </a:moveTo>
                <a:cubicBezTo>
                  <a:pt x="9169837" y="3395038"/>
                  <a:pt x="9156492" y="3397221"/>
                  <a:pt x="9145776" y="3401586"/>
                </a:cubicBezTo>
                <a:cubicBezTo>
                  <a:pt x="9135061" y="3405952"/>
                  <a:pt x="9127173" y="3411508"/>
                  <a:pt x="9122113" y="3418255"/>
                </a:cubicBezTo>
                <a:cubicBezTo>
                  <a:pt x="9117053" y="3425002"/>
                  <a:pt x="9114523" y="3431947"/>
                  <a:pt x="9114523" y="3439091"/>
                </a:cubicBezTo>
                <a:cubicBezTo>
                  <a:pt x="9114523" y="3443655"/>
                  <a:pt x="9116184" y="3447401"/>
                  <a:pt x="9119508" y="3450328"/>
                </a:cubicBezTo>
                <a:cubicBezTo>
                  <a:pt x="9122832" y="3453255"/>
                  <a:pt x="9126776" y="3454718"/>
                  <a:pt x="9131340" y="3454718"/>
                </a:cubicBezTo>
                <a:cubicBezTo>
                  <a:pt x="9136400" y="3454718"/>
                  <a:pt x="9139699" y="3453800"/>
                  <a:pt x="9141237" y="3451965"/>
                </a:cubicBezTo>
                <a:cubicBezTo>
                  <a:pt x="9142775" y="3450129"/>
                  <a:pt x="9145404" y="3446334"/>
                  <a:pt x="9149125" y="3440579"/>
                </a:cubicBezTo>
                <a:cubicBezTo>
                  <a:pt x="9152846" y="3434825"/>
                  <a:pt x="9157311" y="3430509"/>
                  <a:pt x="9162520" y="3427631"/>
                </a:cubicBezTo>
                <a:cubicBezTo>
                  <a:pt x="9167729" y="3424754"/>
                  <a:pt x="9175492" y="3423315"/>
                  <a:pt x="9185811" y="3423315"/>
                </a:cubicBezTo>
                <a:cubicBezTo>
                  <a:pt x="9197817" y="3423315"/>
                  <a:pt x="9205729" y="3425821"/>
                  <a:pt x="9209549" y="3430831"/>
                </a:cubicBezTo>
                <a:cubicBezTo>
                  <a:pt x="9213369" y="3435842"/>
                  <a:pt x="9215527" y="3443705"/>
                  <a:pt x="9216023" y="3454420"/>
                </a:cubicBezTo>
                <a:cubicBezTo>
                  <a:pt x="9207490" y="3456901"/>
                  <a:pt x="9199578" y="3459009"/>
                  <a:pt x="9192285" y="3460746"/>
                </a:cubicBezTo>
                <a:cubicBezTo>
                  <a:pt x="9184993" y="3462482"/>
                  <a:pt x="9176237" y="3464392"/>
                  <a:pt x="9166017" y="3466476"/>
                </a:cubicBezTo>
                <a:cubicBezTo>
                  <a:pt x="9155797" y="3468559"/>
                  <a:pt x="9149398" y="3469899"/>
                  <a:pt x="9146818" y="3470494"/>
                </a:cubicBezTo>
                <a:cubicBezTo>
                  <a:pt x="9134515" y="3473173"/>
                  <a:pt x="9124841" y="3478431"/>
                  <a:pt x="9117797" y="3486270"/>
                </a:cubicBezTo>
                <a:cubicBezTo>
                  <a:pt x="9110752" y="3494108"/>
                  <a:pt x="9107230" y="3503583"/>
                  <a:pt x="9107230" y="3514696"/>
                </a:cubicBezTo>
                <a:cubicBezTo>
                  <a:pt x="9107230" y="3522931"/>
                  <a:pt x="9109363" y="3530571"/>
                  <a:pt x="9113629" y="3537615"/>
                </a:cubicBezTo>
                <a:cubicBezTo>
                  <a:pt x="9117896" y="3544660"/>
                  <a:pt x="9123973" y="3550241"/>
                  <a:pt x="9131861" y="3554359"/>
                </a:cubicBezTo>
                <a:cubicBezTo>
                  <a:pt x="9139749" y="3558476"/>
                  <a:pt x="9148902" y="3560535"/>
                  <a:pt x="9159320" y="3560535"/>
                </a:cubicBezTo>
                <a:cubicBezTo>
                  <a:pt x="9170730" y="3560535"/>
                  <a:pt x="9181024" y="3558625"/>
                  <a:pt x="9190202" y="3554805"/>
                </a:cubicBezTo>
                <a:cubicBezTo>
                  <a:pt x="9199379" y="3550985"/>
                  <a:pt x="9208879" y="3545255"/>
                  <a:pt x="9218702" y="3537615"/>
                </a:cubicBezTo>
                <a:cubicBezTo>
                  <a:pt x="9223266" y="3545057"/>
                  <a:pt x="9227582" y="3550737"/>
                  <a:pt x="9231650" y="3554656"/>
                </a:cubicBezTo>
                <a:cubicBezTo>
                  <a:pt x="9235718" y="3558575"/>
                  <a:pt x="9239836" y="3560535"/>
                  <a:pt x="9244003" y="3560535"/>
                </a:cubicBezTo>
                <a:cubicBezTo>
                  <a:pt x="9248964" y="3560535"/>
                  <a:pt x="9253404" y="3558823"/>
                  <a:pt x="9257323" y="3555400"/>
                </a:cubicBezTo>
                <a:cubicBezTo>
                  <a:pt x="9261242" y="3551977"/>
                  <a:pt x="9263202" y="3548182"/>
                  <a:pt x="9263202" y="3544015"/>
                </a:cubicBezTo>
                <a:cubicBezTo>
                  <a:pt x="9263202" y="3541634"/>
                  <a:pt x="9261937" y="3536301"/>
                  <a:pt x="9259407" y="3528016"/>
                </a:cubicBezTo>
                <a:cubicBezTo>
                  <a:pt x="9256877" y="3519731"/>
                  <a:pt x="9255612" y="3511769"/>
                  <a:pt x="9255612" y="3504129"/>
                </a:cubicBezTo>
                <a:cubicBezTo>
                  <a:pt x="9255711" y="3495993"/>
                  <a:pt x="9255785" y="3488601"/>
                  <a:pt x="9255835" y="3481954"/>
                </a:cubicBezTo>
                <a:cubicBezTo>
                  <a:pt x="9255884" y="3475306"/>
                  <a:pt x="9255909" y="3467220"/>
                  <a:pt x="9255909" y="3457695"/>
                </a:cubicBezTo>
                <a:cubicBezTo>
                  <a:pt x="9255909" y="3442613"/>
                  <a:pt x="9253801" y="3430509"/>
                  <a:pt x="9249584" y="3421381"/>
                </a:cubicBezTo>
                <a:cubicBezTo>
                  <a:pt x="9245367" y="3412252"/>
                  <a:pt x="9238149" y="3405580"/>
                  <a:pt x="9227929" y="3401363"/>
                </a:cubicBezTo>
                <a:cubicBezTo>
                  <a:pt x="9217710" y="3397146"/>
                  <a:pt x="9203671" y="3395038"/>
                  <a:pt x="9185811" y="3395038"/>
                </a:cubicBezTo>
                <a:close/>
                <a:moveTo>
                  <a:pt x="8525312" y="3338632"/>
                </a:moveTo>
                <a:cubicBezTo>
                  <a:pt x="8516878" y="3338632"/>
                  <a:pt x="8510181" y="3340294"/>
                  <a:pt x="8505220" y="3343618"/>
                </a:cubicBezTo>
                <a:cubicBezTo>
                  <a:pt x="8500259" y="3346942"/>
                  <a:pt x="8497779" y="3353366"/>
                  <a:pt x="8497779" y="3362891"/>
                </a:cubicBezTo>
                <a:lnTo>
                  <a:pt x="8497779" y="3535532"/>
                </a:lnTo>
                <a:cubicBezTo>
                  <a:pt x="8497779" y="3543965"/>
                  <a:pt x="8499664" y="3550241"/>
                  <a:pt x="8503434" y="3554359"/>
                </a:cubicBezTo>
                <a:cubicBezTo>
                  <a:pt x="8507205" y="3558476"/>
                  <a:pt x="8512066" y="3560535"/>
                  <a:pt x="8518019" y="3560535"/>
                </a:cubicBezTo>
                <a:cubicBezTo>
                  <a:pt x="8524171" y="3560535"/>
                  <a:pt x="8529107" y="3558451"/>
                  <a:pt x="8532828" y="3554284"/>
                </a:cubicBezTo>
                <a:cubicBezTo>
                  <a:pt x="8536549" y="3550117"/>
                  <a:pt x="8538409" y="3543866"/>
                  <a:pt x="8538409" y="3535532"/>
                </a:cubicBezTo>
                <a:lnTo>
                  <a:pt x="8538409" y="3384918"/>
                </a:lnTo>
                <a:lnTo>
                  <a:pt x="8573383" y="3523923"/>
                </a:lnTo>
                <a:cubicBezTo>
                  <a:pt x="8574574" y="3528487"/>
                  <a:pt x="8575740" y="3532878"/>
                  <a:pt x="8576881" y="3537094"/>
                </a:cubicBezTo>
                <a:cubicBezTo>
                  <a:pt x="8578022" y="3541311"/>
                  <a:pt x="8579585" y="3545156"/>
                  <a:pt x="8581569" y="3548629"/>
                </a:cubicBezTo>
                <a:cubicBezTo>
                  <a:pt x="8583553" y="3552101"/>
                  <a:pt x="8586331" y="3554954"/>
                  <a:pt x="8589903" y="3557186"/>
                </a:cubicBezTo>
                <a:cubicBezTo>
                  <a:pt x="8593475" y="3559419"/>
                  <a:pt x="8597841" y="3560535"/>
                  <a:pt x="8603000" y="3560535"/>
                </a:cubicBezTo>
                <a:cubicBezTo>
                  <a:pt x="8609846" y="3560535"/>
                  <a:pt x="8615204" y="3558799"/>
                  <a:pt x="8619074" y="3555326"/>
                </a:cubicBezTo>
                <a:cubicBezTo>
                  <a:pt x="8622943" y="3551853"/>
                  <a:pt x="8625597" y="3548009"/>
                  <a:pt x="8627036" y="3543792"/>
                </a:cubicBezTo>
                <a:cubicBezTo>
                  <a:pt x="8628475" y="3539575"/>
                  <a:pt x="8630335" y="3532952"/>
                  <a:pt x="8632617" y="3523923"/>
                </a:cubicBezTo>
                <a:lnTo>
                  <a:pt x="8667592" y="3384918"/>
                </a:lnTo>
                <a:lnTo>
                  <a:pt x="8667592" y="3535532"/>
                </a:lnTo>
                <a:cubicBezTo>
                  <a:pt x="8667592" y="3543866"/>
                  <a:pt x="8669477" y="3550117"/>
                  <a:pt x="8673247" y="3554284"/>
                </a:cubicBezTo>
                <a:cubicBezTo>
                  <a:pt x="8677017" y="3558451"/>
                  <a:pt x="8681830" y="3560535"/>
                  <a:pt x="8687683" y="3560535"/>
                </a:cubicBezTo>
                <a:cubicBezTo>
                  <a:pt x="8693934" y="3560535"/>
                  <a:pt x="8698920" y="3558451"/>
                  <a:pt x="8702641" y="3554284"/>
                </a:cubicBezTo>
                <a:cubicBezTo>
                  <a:pt x="8706361" y="3550117"/>
                  <a:pt x="8708222" y="3543866"/>
                  <a:pt x="8708222" y="3535532"/>
                </a:cubicBezTo>
                <a:lnTo>
                  <a:pt x="8708222" y="3362891"/>
                </a:lnTo>
                <a:cubicBezTo>
                  <a:pt x="8708222" y="3353366"/>
                  <a:pt x="8705741" y="3346942"/>
                  <a:pt x="8700780" y="3343618"/>
                </a:cubicBezTo>
                <a:cubicBezTo>
                  <a:pt x="8695819" y="3340294"/>
                  <a:pt x="8689122" y="3338632"/>
                  <a:pt x="8680689" y="3338632"/>
                </a:cubicBezTo>
                <a:lnTo>
                  <a:pt x="8666996" y="3338632"/>
                </a:lnTo>
                <a:cubicBezTo>
                  <a:pt x="8658761" y="3338632"/>
                  <a:pt x="8652783" y="3339376"/>
                  <a:pt x="8649063" y="3340865"/>
                </a:cubicBezTo>
                <a:cubicBezTo>
                  <a:pt x="8645342" y="3342353"/>
                  <a:pt x="8642589" y="3345032"/>
                  <a:pt x="8640803" y="3348901"/>
                </a:cubicBezTo>
                <a:cubicBezTo>
                  <a:pt x="8639017" y="3352771"/>
                  <a:pt x="8636983" y="3359071"/>
                  <a:pt x="8634701" y="3367802"/>
                </a:cubicBezTo>
                <a:lnTo>
                  <a:pt x="8603000" y="3487311"/>
                </a:lnTo>
                <a:lnTo>
                  <a:pt x="8571300" y="3367802"/>
                </a:lnTo>
                <a:cubicBezTo>
                  <a:pt x="8569018" y="3359071"/>
                  <a:pt x="8566984" y="3352771"/>
                  <a:pt x="8565198" y="3348901"/>
                </a:cubicBezTo>
                <a:cubicBezTo>
                  <a:pt x="8563412" y="3345032"/>
                  <a:pt x="8560659" y="3342353"/>
                  <a:pt x="8556938" y="3340865"/>
                </a:cubicBezTo>
                <a:cubicBezTo>
                  <a:pt x="8553217" y="3339376"/>
                  <a:pt x="8547239" y="3338632"/>
                  <a:pt x="8539004" y="3338632"/>
                </a:cubicBezTo>
                <a:close/>
                <a:moveTo>
                  <a:pt x="10908199" y="3336697"/>
                </a:moveTo>
                <a:cubicBezTo>
                  <a:pt x="10902742" y="3336697"/>
                  <a:pt x="10897955" y="3338558"/>
                  <a:pt x="10893837" y="3342278"/>
                </a:cubicBezTo>
                <a:cubicBezTo>
                  <a:pt x="10889720" y="3345999"/>
                  <a:pt x="10887661" y="3350737"/>
                  <a:pt x="10887661" y="3356492"/>
                </a:cubicBezTo>
                <a:cubicBezTo>
                  <a:pt x="10887661" y="3362841"/>
                  <a:pt x="10889670" y="3367753"/>
                  <a:pt x="10893688" y="3371226"/>
                </a:cubicBezTo>
                <a:cubicBezTo>
                  <a:pt x="10897707" y="3374698"/>
                  <a:pt x="10902544" y="3376435"/>
                  <a:pt x="10908199" y="3376435"/>
                </a:cubicBezTo>
                <a:cubicBezTo>
                  <a:pt x="10913656" y="3376435"/>
                  <a:pt x="10918369" y="3374673"/>
                  <a:pt x="10922338" y="3371151"/>
                </a:cubicBezTo>
                <a:cubicBezTo>
                  <a:pt x="10926307" y="3367629"/>
                  <a:pt x="10928291" y="3362742"/>
                  <a:pt x="10928291" y="3356492"/>
                </a:cubicBezTo>
                <a:cubicBezTo>
                  <a:pt x="10928291" y="3350042"/>
                  <a:pt x="10926257" y="3345131"/>
                  <a:pt x="10922189" y="3341758"/>
                </a:cubicBezTo>
                <a:cubicBezTo>
                  <a:pt x="10918121" y="3338384"/>
                  <a:pt x="10913458" y="3336697"/>
                  <a:pt x="10908199" y="3336697"/>
                </a:cubicBezTo>
                <a:close/>
                <a:moveTo>
                  <a:pt x="11103908" y="3334911"/>
                </a:moveTo>
                <a:cubicBezTo>
                  <a:pt x="11097757" y="3334911"/>
                  <a:pt x="11093019" y="3337045"/>
                  <a:pt x="11089695" y="3341311"/>
                </a:cubicBezTo>
                <a:cubicBezTo>
                  <a:pt x="11086371" y="3345577"/>
                  <a:pt x="11084709" y="3351878"/>
                  <a:pt x="11084709" y="3360212"/>
                </a:cubicBezTo>
                <a:lnTo>
                  <a:pt x="11084709" y="3420190"/>
                </a:lnTo>
                <a:cubicBezTo>
                  <a:pt x="11077069" y="3411856"/>
                  <a:pt x="11069231" y="3405679"/>
                  <a:pt x="11061195" y="3401661"/>
                </a:cubicBezTo>
                <a:cubicBezTo>
                  <a:pt x="11053158" y="3397643"/>
                  <a:pt x="11043285" y="3395633"/>
                  <a:pt x="11031577" y="3395633"/>
                </a:cubicBezTo>
                <a:cubicBezTo>
                  <a:pt x="11011337" y="3395633"/>
                  <a:pt x="10995015" y="3402727"/>
                  <a:pt x="10982613" y="3416916"/>
                </a:cubicBezTo>
                <a:cubicBezTo>
                  <a:pt x="10970211" y="3431104"/>
                  <a:pt x="10964010" y="3450898"/>
                  <a:pt x="10964010" y="3476298"/>
                </a:cubicBezTo>
                <a:cubicBezTo>
                  <a:pt x="10964010" y="3488304"/>
                  <a:pt x="10965572" y="3499466"/>
                  <a:pt x="10968698" y="3509785"/>
                </a:cubicBezTo>
                <a:cubicBezTo>
                  <a:pt x="10971823" y="3520103"/>
                  <a:pt x="10976412" y="3529082"/>
                  <a:pt x="10982464" y="3536722"/>
                </a:cubicBezTo>
                <a:cubicBezTo>
                  <a:pt x="10988517" y="3544362"/>
                  <a:pt x="10995685" y="3550241"/>
                  <a:pt x="11003970" y="3554359"/>
                </a:cubicBezTo>
                <a:cubicBezTo>
                  <a:pt x="11012255" y="3558476"/>
                  <a:pt x="11021259" y="3560535"/>
                  <a:pt x="11030982" y="3560535"/>
                </a:cubicBezTo>
                <a:cubicBezTo>
                  <a:pt x="11038324" y="3560535"/>
                  <a:pt x="11045096" y="3559518"/>
                  <a:pt x="11051297" y="3557484"/>
                </a:cubicBezTo>
                <a:cubicBezTo>
                  <a:pt x="11057499" y="3555450"/>
                  <a:pt x="11063253" y="3552473"/>
                  <a:pt x="11068561" y="3548554"/>
                </a:cubicBezTo>
                <a:cubicBezTo>
                  <a:pt x="11073869" y="3544635"/>
                  <a:pt x="11079252" y="3539550"/>
                  <a:pt x="11084709" y="3533299"/>
                </a:cubicBezTo>
                <a:lnTo>
                  <a:pt x="11084709" y="3537318"/>
                </a:lnTo>
                <a:cubicBezTo>
                  <a:pt x="11084709" y="3544759"/>
                  <a:pt x="11086520" y="3550489"/>
                  <a:pt x="11090141" y="3554507"/>
                </a:cubicBezTo>
                <a:cubicBezTo>
                  <a:pt x="11093763" y="3558526"/>
                  <a:pt x="11098352" y="3560535"/>
                  <a:pt x="11103908" y="3560535"/>
                </a:cubicBezTo>
                <a:cubicBezTo>
                  <a:pt x="11109563" y="3560535"/>
                  <a:pt x="11114177" y="3558600"/>
                  <a:pt x="11117749" y="3554731"/>
                </a:cubicBezTo>
                <a:cubicBezTo>
                  <a:pt x="11121321" y="3550861"/>
                  <a:pt x="11123107" y="3545057"/>
                  <a:pt x="11123107" y="3537318"/>
                </a:cubicBezTo>
                <a:lnTo>
                  <a:pt x="11123107" y="3358129"/>
                </a:lnTo>
                <a:cubicBezTo>
                  <a:pt x="11123107" y="3350489"/>
                  <a:pt x="11121445" y="3344709"/>
                  <a:pt x="11118121" y="3340790"/>
                </a:cubicBezTo>
                <a:cubicBezTo>
                  <a:pt x="11114797" y="3336871"/>
                  <a:pt x="11110059" y="3334911"/>
                  <a:pt x="11103908" y="3334911"/>
                </a:cubicBezTo>
                <a:close/>
                <a:moveTo>
                  <a:pt x="10534194" y="3334911"/>
                </a:moveTo>
                <a:cubicBezTo>
                  <a:pt x="10528241" y="3334911"/>
                  <a:pt x="10523603" y="3337020"/>
                  <a:pt x="10520279" y="3341237"/>
                </a:cubicBezTo>
                <a:cubicBezTo>
                  <a:pt x="10516955" y="3345453"/>
                  <a:pt x="10515293" y="3351679"/>
                  <a:pt x="10515293" y="3359915"/>
                </a:cubicBezTo>
                <a:lnTo>
                  <a:pt x="10515293" y="3537318"/>
                </a:lnTo>
                <a:cubicBezTo>
                  <a:pt x="10515293" y="3544958"/>
                  <a:pt x="10517005" y="3550737"/>
                  <a:pt x="10520427" y="3554656"/>
                </a:cubicBezTo>
                <a:cubicBezTo>
                  <a:pt x="10523851" y="3558575"/>
                  <a:pt x="10528439" y="3560535"/>
                  <a:pt x="10534194" y="3560535"/>
                </a:cubicBezTo>
                <a:cubicBezTo>
                  <a:pt x="10539849" y="3560535"/>
                  <a:pt x="10544513" y="3558575"/>
                  <a:pt x="10548184" y="3554656"/>
                </a:cubicBezTo>
                <a:cubicBezTo>
                  <a:pt x="10551855" y="3550737"/>
                  <a:pt x="10553691" y="3544958"/>
                  <a:pt x="10553691" y="3537318"/>
                </a:cubicBezTo>
                <a:lnTo>
                  <a:pt x="10553691" y="3533299"/>
                </a:lnTo>
                <a:cubicBezTo>
                  <a:pt x="10558155" y="3538459"/>
                  <a:pt x="10561752" y="3542328"/>
                  <a:pt x="10564481" y="3544908"/>
                </a:cubicBezTo>
                <a:cubicBezTo>
                  <a:pt x="10567209" y="3547488"/>
                  <a:pt x="10570508" y="3549993"/>
                  <a:pt x="10574377" y="3552424"/>
                </a:cubicBezTo>
                <a:cubicBezTo>
                  <a:pt x="10578247" y="3554855"/>
                  <a:pt x="10582935" y="3556814"/>
                  <a:pt x="10588442" y="3558302"/>
                </a:cubicBezTo>
                <a:cubicBezTo>
                  <a:pt x="10593949" y="3559791"/>
                  <a:pt x="10599827" y="3560535"/>
                  <a:pt x="10606078" y="3560535"/>
                </a:cubicBezTo>
                <a:cubicBezTo>
                  <a:pt x="10616297" y="3560535"/>
                  <a:pt x="10625649" y="3558476"/>
                  <a:pt x="10634132" y="3554359"/>
                </a:cubicBezTo>
                <a:cubicBezTo>
                  <a:pt x="10642615" y="3550241"/>
                  <a:pt x="10649833" y="3544412"/>
                  <a:pt x="10655787" y="3536871"/>
                </a:cubicBezTo>
                <a:cubicBezTo>
                  <a:pt x="10661740" y="3529331"/>
                  <a:pt x="10666279" y="3520426"/>
                  <a:pt x="10669405" y="3510157"/>
                </a:cubicBezTo>
                <a:cubicBezTo>
                  <a:pt x="10672530" y="3499887"/>
                  <a:pt x="10674093" y="3488601"/>
                  <a:pt x="10674093" y="3476298"/>
                </a:cubicBezTo>
                <a:cubicBezTo>
                  <a:pt x="10674093" y="3459629"/>
                  <a:pt x="10671289" y="3445218"/>
                  <a:pt x="10665684" y="3433064"/>
                </a:cubicBezTo>
                <a:cubicBezTo>
                  <a:pt x="10660078" y="3420909"/>
                  <a:pt x="10652190" y="3411632"/>
                  <a:pt x="10642020" y="3405233"/>
                </a:cubicBezTo>
                <a:cubicBezTo>
                  <a:pt x="10631850" y="3398833"/>
                  <a:pt x="10620018" y="3395633"/>
                  <a:pt x="10606525" y="3395633"/>
                </a:cubicBezTo>
                <a:cubicBezTo>
                  <a:pt x="10594817" y="3395633"/>
                  <a:pt x="10584994" y="3397742"/>
                  <a:pt x="10577057" y="3401959"/>
                </a:cubicBezTo>
                <a:cubicBezTo>
                  <a:pt x="10569119" y="3406175"/>
                  <a:pt x="10561330" y="3412252"/>
                  <a:pt x="10553691" y="3420190"/>
                </a:cubicBezTo>
                <a:lnTo>
                  <a:pt x="10553691" y="3358129"/>
                </a:lnTo>
                <a:cubicBezTo>
                  <a:pt x="10553691" y="3350687"/>
                  <a:pt x="10552004" y="3344957"/>
                  <a:pt x="10548630" y="3340939"/>
                </a:cubicBezTo>
                <a:cubicBezTo>
                  <a:pt x="10545257" y="3336921"/>
                  <a:pt x="10540445" y="3334911"/>
                  <a:pt x="10534194" y="3334911"/>
                </a:cubicBezTo>
                <a:close/>
                <a:moveTo>
                  <a:pt x="10312589" y="3334911"/>
                </a:moveTo>
                <a:cubicBezTo>
                  <a:pt x="10306041" y="3334911"/>
                  <a:pt x="10300757" y="3337144"/>
                  <a:pt x="10296739" y="3341609"/>
                </a:cubicBezTo>
                <a:cubicBezTo>
                  <a:pt x="10292720" y="3346074"/>
                  <a:pt x="10290711" y="3352771"/>
                  <a:pt x="10290711" y="3361701"/>
                </a:cubicBezTo>
                <a:lnTo>
                  <a:pt x="10290711" y="3466624"/>
                </a:lnTo>
                <a:cubicBezTo>
                  <a:pt x="10290711" y="3483095"/>
                  <a:pt x="10292497" y="3497258"/>
                  <a:pt x="10296069" y="3509115"/>
                </a:cubicBezTo>
                <a:cubicBezTo>
                  <a:pt x="10299641" y="3520971"/>
                  <a:pt x="10305247" y="3530695"/>
                  <a:pt x="10312887" y="3538285"/>
                </a:cubicBezTo>
                <a:cubicBezTo>
                  <a:pt x="10320526" y="3545875"/>
                  <a:pt x="10330399" y="3551481"/>
                  <a:pt x="10342503" y="3555103"/>
                </a:cubicBezTo>
                <a:cubicBezTo>
                  <a:pt x="10354608" y="3558724"/>
                  <a:pt x="10369044" y="3560535"/>
                  <a:pt x="10385812" y="3560535"/>
                </a:cubicBezTo>
                <a:cubicBezTo>
                  <a:pt x="10399901" y="3560535"/>
                  <a:pt x="10412205" y="3558848"/>
                  <a:pt x="10422722" y="3555475"/>
                </a:cubicBezTo>
                <a:cubicBezTo>
                  <a:pt x="10433239" y="3552101"/>
                  <a:pt x="10442466" y="3546743"/>
                  <a:pt x="10450404" y="3539401"/>
                </a:cubicBezTo>
                <a:cubicBezTo>
                  <a:pt x="10459631" y="3530769"/>
                  <a:pt x="10465907" y="3520748"/>
                  <a:pt x="10469231" y="3509338"/>
                </a:cubicBezTo>
                <a:cubicBezTo>
                  <a:pt x="10472554" y="3497928"/>
                  <a:pt x="10474216" y="3483690"/>
                  <a:pt x="10474216" y="3466624"/>
                </a:cubicBezTo>
                <a:lnTo>
                  <a:pt x="10474216" y="3361701"/>
                </a:lnTo>
                <a:cubicBezTo>
                  <a:pt x="10474216" y="3352672"/>
                  <a:pt x="10472157" y="3345949"/>
                  <a:pt x="10468040" y="3341534"/>
                </a:cubicBezTo>
                <a:cubicBezTo>
                  <a:pt x="10463922" y="3337119"/>
                  <a:pt x="10458540" y="3334911"/>
                  <a:pt x="10451892" y="3334911"/>
                </a:cubicBezTo>
                <a:cubicBezTo>
                  <a:pt x="10445244" y="3334911"/>
                  <a:pt x="10439936" y="3337119"/>
                  <a:pt x="10435967" y="3341534"/>
                </a:cubicBezTo>
                <a:cubicBezTo>
                  <a:pt x="10431999" y="3345949"/>
                  <a:pt x="10430014" y="3352672"/>
                  <a:pt x="10430014" y="3361701"/>
                </a:cubicBezTo>
                <a:lnTo>
                  <a:pt x="10430014" y="3469899"/>
                </a:lnTo>
                <a:cubicBezTo>
                  <a:pt x="10430014" y="3488552"/>
                  <a:pt x="10426443" y="3502467"/>
                  <a:pt x="10419299" y="3511645"/>
                </a:cubicBezTo>
                <a:cubicBezTo>
                  <a:pt x="10412155" y="3520823"/>
                  <a:pt x="10399951" y="3525411"/>
                  <a:pt x="10382687" y="3525411"/>
                </a:cubicBezTo>
                <a:cubicBezTo>
                  <a:pt x="10370185" y="3525411"/>
                  <a:pt x="10360462" y="3523154"/>
                  <a:pt x="10353517" y="3518640"/>
                </a:cubicBezTo>
                <a:cubicBezTo>
                  <a:pt x="10346571" y="3514125"/>
                  <a:pt x="10341734" y="3507775"/>
                  <a:pt x="10339006" y="3499590"/>
                </a:cubicBezTo>
                <a:cubicBezTo>
                  <a:pt x="10336277" y="3491404"/>
                  <a:pt x="10334913" y="3481210"/>
                  <a:pt x="10334913" y="3469006"/>
                </a:cubicBezTo>
                <a:lnTo>
                  <a:pt x="10334913" y="3361701"/>
                </a:lnTo>
                <a:cubicBezTo>
                  <a:pt x="10334913" y="3352771"/>
                  <a:pt x="10332904" y="3346074"/>
                  <a:pt x="10328886" y="3341609"/>
                </a:cubicBezTo>
                <a:cubicBezTo>
                  <a:pt x="10324867" y="3337144"/>
                  <a:pt x="10319435" y="3334911"/>
                  <a:pt x="10312589" y="3334911"/>
                </a:cubicBezTo>
                <a:close/>
                <a:moveTo>
                  <a:pt x="10141883" y="3334911"/>
                </a:moveTo>
                <a:cubicBezTo>
                  <a:pt x="10135732" y="3334911"/>
                  <a:pt x="10130994" y="3337045"/>
                  <a:pt x="10127670" y="3341311"/>
                </a:cubicBezTo>
                <a:cubicBezTo>
                  <a:pt x="10124346" y="3345577"/>
                  <a:pt x="10122684" y="3351878"/>
                  <a:pt x="10122684" y="3360212"/>
                </a:cubicBezTo>
                <a:lnTo>
                  <a:pt x="10122684" y="3420190"/>
                </a:lnTo>
                <a:cubicBezTo>
                  <a:pt x="10115045" y="3411856"/>
                  <a:pt x="10107206" y="3405679"/>
                  <a:pt x="10099169" y="3401661"/>
                </a:cubicBezTo>
                <a:cubicBezTo>
                  <a:pt x="10091133" y="3397643"/>
                  <a:pt x="10081261" y="3395633"/>
                  <a:pt x="10069553" y="3395633"/>
                </a:cubicBezTo>
                <a:cubicBezTo>
                  <a:pt x="10049312" y="3395633"/>
                  <a:pt x="10032991" y="3402727"/>
                  <a:pt x="10020588" y="3416916"/>
                </a:cubicBezTo>
                <a:cubicBezTo>
                  <a:pt x="10008186" y="3431104"/>
                  <a:pt x="10001985" y="3450898"/>
                  <a:pt x="10001985" y="3476298"/>
                </a:cubicBezTo>
                <a:cubicBezTo>
                  <a:pt x="10001985" y="3488304"/>
                  <a:pt x="10003547" y="3499466"/>
                  <a:pt x="10006673" y="3509785"/>
                </a:cubicBezTo>
                <a:cubicBezTo>
                  <a:pt x="10009798" y="3520103"/>
                  <a:pt x="10014387" y="3529082"/>
                  <a:pt x="10020439" y="3536722"/>
                </a:cubicBezTo>
                <a:cubicBezTo>
                  <a:pt x="10026492" y="3544362"/>
                  <a:pt x="10033660" y="3550241"/>
                  <a:pt x="10041945" y="3554359"/>
                </a:cubicBezTo>
                <a:cubicBezTo>
                  <a:pt x="10050230" y="3558476"/>
                  <a:pt x="10059234" y="3560535"/>
                  <a:pt x="10068957" y="3560535"/>
                </a:cubicBezTo>
                <a:cubicBezTo>
                  <a:pt x="10076299" y="3560535"/>
                  <a:pt x="10083071" y="3559518"/>
                  <a:pt x="10089272" y="3557484"/>
                </a:cubicBezTo>
                <a:cubicBezTo>
                  <a:pt x="10095474" y="3555450"/>
                  <a:pt x="10101228" y="3552473"/>
                  <a:pt x="10106536" y="3548554"/>
                </a:cubicBezTo>
                <a:cubicBezTo>
                  <a:pt x="10111845" y="3544635"/>
                  <a:pt x="10117227" y="3539550"/>
                  <a:pt x="10122684" y="3533299"/>
                </a:cubicBezTo>
                <a:lnTo>
                  <a:pt x="10122684" y="3537318"/>
                </a:lnTo>
                <a:cubicBezTo>
                  <a:pt x="10122684" y="3544759"/>
                  <a:pt x="10124495" y="3550489"/>
                  <a:pt x="10128117" y="3554507"/>
                </a:cubicBezTo>
                <a:cubicBezTo>
                  <a:pt x="10131738" y="3558526"/>
                  <a:pt x="10136327" y="3560535"/>
                  <a:pt x="10141883" y="3560535"/>
                </a:cubicBezTo>
                <a:cubicBezTo>
                  <a:pt x="10147539" y="3560535"/>
                  <a:pt x="10152152" y="3558600"/>
                  <a:pt x="10155724" y="3554731"/>
                </a:cubicBezTo>
                <a:cubicBezTo>
                  <a:pt x="10159296" y="3550861"/>
                  <a:pt x="10161082" y="3545057"/>
                  <a:pt x="10161082" y="3537318"/>
                </a:cubicBezTo>
                <a:lnTo>
                  <a:pt x="10161082" y="3358129"/>
                </a:lnTo>
                <a:cubicBezTo>
                  <a:pt x="10161082" y="3350489"/>
                  <a:pt x="10159420" y="3344709"/>
                  <a:pt x="10156096" y="3340790"/>
                </a:cubicBezTo>
                <a:cubicBezTo>
                  <a:pt x="10152772" y="3336871"/>
                  <a:pt x="10148035" y="3334911"/>
                  <a:pt x="10141883" y="3334911"/>
                </a:cubicBezTo>
                <a:close/>
                <a:moveTo>
                  <a:pt x="8954235" y="3334911"/>
                </a:moveTo>
                <a:cubicBezTo>
                  <a:pt x="8947885" y="3334911"/>
                  <a:pt x="8942948" y="3336970"/>
                  <a:pt x="8939426" y="3341088"/>
                </a:cubicBezTo>
                <a:cubicBezTo>
                  <a:pt x="8935904" y="3345205"/>
                  <a:pt x="8934143" y="3351382"/>
                  <a:pt x="8934143" y="3359617"/>
                </a:cubicBezTo>
                <a:lnTo>
                  <a:pt x="8934143" y="3535829"/>
                </a:lnTo>
                <a:cubicBezTo>
                  <a:pt x="8934143" y="3552300"/>
                  <a:pt x="8940840" y="3560535"/>
                  <a:pt x="8954235" y="3560535"/>
                </a:cubicBezTo>
                <a:cubicBezTo>
                  <a:pt x="8960684" y="3560535"/>
                  <a:pt x="8965719" y="3558426"/>
                  <a:pt x="8969341" y="3554210"/>
                </a:cubicBezTo>
                <a:cubicBezTo>
                  <a:pt x="8972962" y="3549993"/>
                  <a:pt x="8974773" y="3543866"/>
                  <a:pt x="8974773" y="3535829"/>
                </a:cubicBezTo>
                <a:lnTo>
                  <a:pt x="8974773" y="3482102"/>
                </a:lnTo>
                <a:cubicBezTo>
                  <a:pt x="8974773" y="3466624"/>
                  <a:pt x="8975864" y="3455859"/>
                  <a:pt x="8978047" y="3449807"/>
                </a:cubicBezTo>
                <a:cubicBezTo>
                  <a:pt x="8980924" y="3442663"/>
                  <a:pt x="8985265" y="3437032"/>
                  <a:pt x="8991070" y="3432915"/>
                </a:cubicBezTo>
                <a:cubicBezTo>
                  <a:pt x="8996874" y="3428797"/>
                  <a:pt x="9003397" y="3426738"/>
                  <a:pt x="9010640" y="3426738"/>
                </a:cubicBezTo>
                <a:cubicBezTo>
                  <a:pt x="9021455" y="3426738"/>
                  <a:pt x="9028797" y="3430236"/>
                  <a:pt x="9032667" y="3437231"/>
                </a:cubicBezTo>
                <a:cubicBezTo>
                  <a:pt x="9036537" y="3444226"/>
                  <a:pt x="9038471" y="3454222"/>
                  <a:pt x="9038471" y="3467220"/>
                </a:cubicBezTo>
                <a:lnTo>
                  <a:pt x="9038471" y="3535829"/>
                </a:lnTo>
                <a:cubicBezTo>
                  <a:pt x="9038471" y="3552300"/>
                  <a:pt x="9045169" y="3560535"/>
                  <a:pt x="9058563" y="3560535"/>
                </a:cubicBezTo>
                <a:cubicBezTo>
                  <a:pt x="9064715" y="3560535"/>
                  <a:pt x="9069651" y="3558451"/>
                  <a:pt x="9073372" y="3554284"/>
                </a:cubicBezTo>
                <a:cubicBezTo>
                  <a:pt x="9077092" y="3550117"/>
                  <a:pt x="9078953" y="3543965"/>
                  <a:pt x="9078953" y="3535829"/>
                </a:cubicBezTo>
                <a:lnTo>
                  <a:pt x="9078953" y="3457992"/>
                </a:lnTo>
                <a:cubicBezTo>
                  <a:pt x="9078953" y="3450154"/>
                  <a:pt x="9078457" y="3443234"/>
                  <a:pt x="9077464" y="3437231"/>
                </a:cubicBezTo>
                <a:cubicBezTo>
                  <a:pt x="9076472" y="3431228"/>
                  <a:pt x="9074537" y="3425796"/>
                  <a:pt x="9071660" y="3420934"/>
                </a:cubicBezTo>
                <a:cubicBezTo>
                  <a:pt x="9067096" y="3412600"/>
                  <a:pt x="9060820" y="3406250"/>
                  <a:pt x="9052833" y="3401884"/>
                </a:cubicBezTo>
                <a:cubicBezTo>
                  <a:pt x="9044846" y="3397518"/>
                  <a:pt x="9035693" y="3395336"/>
                  <a:pt x="9025375" y="3395336"/>
                </a:cubicBezTo>
                <a:cubicBezTo>
                  <a:pt x="9018528" y="3395336"/>
                  <a:pt x="9012129" y="3396204"/>
                  <a:pt x="9006176" y="3397940"/>
                </a:cubicBezTo>
                <a:cubicBezTo>
                  <a:pt x="9000223" y="3399676"/>
                  <a:pt x="8994790" y="3402281"/>
                  <a:pt x="8989879" y="3405754"/>
                </a:cubicBezTo>
                <a:cubicBezTo>
                  <a:pt x="8984968" y="3409226"/>
                  <a:pt x="8979932" y="3413939"/>
                  <a:pt x="8974773" y="3419892"/>
                </a:cubicBezTo>
                <a:lnTo>
                  <a:pt x="8974773" y="3359617"/>
                </a:lnTo>
                <a:cubicBezTo>
                  <a:pt x="8974773" y="3351481"/>
                  <a:pt x="8972962" y="3345329"/>
                  <a:pt x="8969341" y="3341162"/>
                </a:cubicBezTo>
                <a:cubicBezTo>
                  <a:pt x="8965719" y="3336995"/>
                  <a:pt x="8960684" y="3334911"/>
                  <a:pt x="8954235" y="3334911"/>
                </a:cubicBezTo>
                <a:close/>
                <a:moveTo>
                  <a:pt x="10330448" y="3116878"/>
                </a:moveTo>
                <a:lnTo>
                  <a:pt x="10330448" y="3122683"/>
                </a:lnTo>
                <a:cubicBezTo>
                  <a:pt x="10330448" y="3136772"/>
                  <a:pt x="10328613" y="3146892"/>
                  <a:pt x="10324942" y="3153044"/>
                </a:cubicBezTo>
                <a:cubicBezTo>
                  <a:pt x="10321767" y="3158600"/>
                  <a:pt x="10316781" y="3163139"/>
                  <a:pt x="10309985" y="3166661"/>
                </a:cubicBezTo>
                <a:cubicBezTo>
                  <a:pt x="10303188" y="3170183"/>
                  <a:pt x="10295771" y="3171945"/>
                  <a:pt x="10287735" y="3171945"/>
                </a:cubicBezTo>
                <a:cubicBezTo>
                  <a:pt x="10280194" y="3171945"/>
                  <a:pt x="10274092" y="3169787"/>
                  <a:pt x="10269429" y="3165471"/>
                </a:cubicBezTo>
                <a:cubicBezTo>
                  <a:pt x="10264765" y="3161155"/>
                  <a:pt x="10262434" y="3155921"/>
                  <a:pt x="10262434" y="3149769"/>
                </a:cubicBezTo>
                <a:cubicBezTo>
                  <a:pt x="10262434" y="3143816"/>
                  <a:pt x="10264418" y="3139178"/>
                  <a:pt x="10268387" y="3135854"/>
                </a:cubicBezTo>
                <a:cubicBezTo>
                  <a:pt x="10272356" y="3132530"/>
                  <a:pt x="10276523" y="3130298"/>
                  <a:pt x="10280889" y="3129157"/>
                </a:cubicBezTo>
                <a:cubicBezTo>
                  <a:pt x="10285254" y="3128016"/>
                  <a:pt x="10293117" y="3126230"/>
                  <a:pt x="10304478" y="3123799"/>
                </a:cubicBezTo>
                <a:cubicBezTo>
                  <a:pt x="10315838" y="3121368"/>
                  <a:pt x="10324495" y="3119061"/>
                  <a:pt x="10330448" y="3116878"/>
                </a:cubicBezTo>
                <a:close/>
                <a:moveTo>
                  <a:pt x="9006473" y="3116878"/>
                </a:moveTo>
                <a:lnTo>
                  <a:pt x="9006473" y="3122683"/>
                </a:lnTo>
                <a:cubicBezTo>
                  <a:pt x="9006473" y="3136772"/>
                  <a:pt x="9004638" y="3146892"/>
                  <a:pt x="9000967" y="3153044"/>
                </a:cubicBezTo>
                <a:cubicBezTo>
                  <a:pt x="8997792" y="3158600"/>
                  <a:pt x="8992806" y="3163139"/>
                  <a:pt x="8986009" y="3166661"/>
                </a:cubicBezTo>
                <a:cubicBezTo>
                  <a:pt x="8979213" y="3170183"/>
                  <a:pt x="8971796" y="3171945"/>
                  <a:pt x="8963760" y="3171945"/>
                </a:cubicBezTo>
                <a:cubicBezTo>
                  <a:pt x="8956219" y="3171945"/>
                  <a:pt x="8950117" y="3169787"/>
                  <a:pt x="8945454" y="3165471"/>
                </a:cubicBezTo>
                <a:cubicBezTo>
                  <a:pt x="8940790" y="3161155"/>
                  <a:pt x="8938459" y="3155921"/>
                  <a:pt x="8938459" y="3149769"/>
                </a:cubicBezTo>
                <a:cubicBezTo>
                  <a:pt x="8938459" y="3143816"/>
                  <a:pt x="8940443" y="3139178"/>
                  <a:pt x="8944412" y="3135854"/>
                </a:cubicBezTo>
                <a:cubicBezTo>
                  <a:pt x="8948381" y="3132530"/>
                  <a:pt x="8952548" y="3130298"/>
                  <a:pt x="8956913" y="3129157"/>
                </a:cubicBezTo>
                <a:cubicBezTo>
                  <a:pt x="8961279" y="3128016"/>
                  <a:pt x="8969142" y="3126230"/>
                  <a:pt x="8980503" y="3123799"/>
                </a:cubicBezTo>
                <a:cubicBezTo>
                  <a:pt x="8991863" y="3121368"/>
                  <a:pt x="9000520" y="3119061"/>
                  <a:pt x="9006473" y="3116878"/>
                </a:cubicBezTo>
                <a:close/>
                <a:moveTo>
                  <a:pt x="8825498" y="3116878"/>
                </a:moveTo>
                <a:lnTo>
                  <a:pt x="8825498" y="3122683"/>
                </a:lnTo>
                <a:cubicBezTo>
                  <a:pt x="8825498" y="3136772"/>
                  <a:pt x="8823663" y="3146892"/>
                  <a:pt x="8819992" y="3153044"/>
                </a:cubicBezTo>
                <a:cubicBezTo>
                  <a:pt x="8816817" y="3158600"/>
                  <a:pt x="8811831" y="3163139"/>
                  <a:pt x="8805034" y="3166661"/>
                </a:cubicBezTo>
                <a:cubicBezTo>
                  <a:pt x="8798238" y="3170183"/>
                  <a:pt x="8790821" y="3171945"/>
                  <a:pt x="8782785" y="3171945"/>
                </a:cubicBezTo>
                <a:cubicBezTo>
                  <a:pt x="8775244" y="3171945"/>
                  <a:pt x="8769142" y="3169787"/>
                  <a:pt x="8764479" y="3165471"/>
                </a:cubicBezTo>
                <a:cubicBezTo>
                  <a:pt x="8759815" y="3161155"/>
                  <a:pt x="8757484" y="3155921"/>
                  <a:pt x="8757484" y="3149769"/>
                </a:cubicBezTo>
                <a:cubicBezTo>
                  <a:pt x="8757484" y="3143816"/>
                  <a:pt x="8759468" y="3139178"/>
                  <a:pt x="8763437" y="3135854"/>
                </a:cubicBezTo>
                <a:cubicBezTo>
                  <a:pt x="8767406" y="3132530"/>
                  <a:pt x="8771573" y="3130298"/>
                  <a:pt x="8775939" y="3129157"/>
                </a:cubicBezTo>
                <a:cubicBezTo>
                  <a:pt x="8780304" y="3128016"/>
                  <a:pt x="8788167" y="3126230"/>
                  <a:pt x="8799528" y="3123799"/>
                </a:cubicBezTo>
                <a:cubicBezTo>
                  <a:pt x="8810888" y="3121368"/>
                  <a:pt x="8819545" y="3119061"/>
                  <a:pt x="8825498" y="3116878"/>
                </a:cubicBezTo>
                <a:close/>
                <a:moveTo>
                  <a:pt x="9477068" y="3097977"/>
                </a:moveTo>
                <a:lnTo>
                  <a:pt x="9523056" y="3097977"/>
                </a:lnTo>
                <a:cubicBezTo>
                  <a:pt x="9538435" y="3097977"/>
                  <a:pt x="9549994" y="3100457"/>
                  <a:pt x="9557733" y="3105419"/>
                </a:cubicBezTo>
                <a:cubicBezTo>
                  <a:pt x="9565472" y="3110379"/>
                  <a:pt x="9569341" y="3118367"/>
                  <a:pt x="9569341" y="3129380"/>
                </a:cubicBezTo>
                <a:cubicBezTo>
                  <a:pt x="9569341" y="3150910"/>
                  <a:pt x="9554409" y="3161676"/>
                  <a:pt x="9524544" y="3161676"/>
                </a:cubicBezTo>
                <a:lnTo>
                  <a:pt x="9477068" y="3161676"/>
                </a:lnTo>
                <a:close/>
                <a:moveTo>
                  <a:pt x="10729754" y="3061365"/>
                </a:moveTo>
                <a:cubicBezTo>
                  <a:pt x="10740371" y="3061365"/>
                  <a:pt x="10748928" y="3064813"/>
                  <a:pt x="10755427" y="3071709"/>
                </a:cubicBezTo>
                <a:cubicBezTo>
                  <a:pt x="10761926" y="3078605"/>
                  <a:pt x="10765671" y="3088998"/>
                  <a:pt x="10766663" y="3102888"/>
                </a:cubicBezTo>
                <a:lnTo>
                  <a:pt x="10692994" y="3102888"/>
                </a:lnTo>
                <a:cubicBezTo>
                  <a:pt x="10694383" y="3089196"/>
                  <a:pt x="10698327" y="3078853"/>
                  <a:pt x="10704825" y="3071858"/>
                </a:cubicBezTo>
                <a:cubicBezTo>
                  <a:pt x="10711324" y="3064863"/>
                  <a:pt x="10719634" y="3061365"/>
                  <a:pt x="10729754" y="3061365"/>
                </a:cubicBezTo>
                <a:close/>
                <a:moveTo>
                  <a:pt x="10859532" y="3033386"/>
                </a:moveTo>
                <a:cubicBezTo>
                  <a:pt x="10846336" y="3033386"/>
                  <a:pt x="10839738" y="3042514"/>
                  <a:pt x="10839738" y="3060770"/>
                </a:cubicBezTo>
                <a:lnTo>
                  <a:pt x="10839738" y="3173879"/>
                </a:lnTo>
                <a:cubicBezTo>
                  <a:pt x="10839738" y="3182015"/>
                  <a:pt x="10841623" y="3188167"/>
                  <a:pt x="10845394" y="3192334"/>
                </a:cubicBezTo>
                <a:cubicBezTo>
                  <a:pt x="10849164" y="3196501"/>
                  <a:pt x="10853976" y="3198585"/>
                  <a:pt x="10859830" y="3198585"/>
                </a:cubicBezTo>
                <a:cubicBezTo>
                  <a:pt x="10865783" y="3198585"/>
                  <a:pt x="10870695" y="3196526"/>
                  <a:pt x="10874564" y="3192409"/>
                </a:cubicBezTo>
                <a:cubicBezTo>
                  <a:pt x="10878433" y="3188291"/>
                  <a:pt x="10880368" y="3182115"/>
                  <a:pt x="10880368" y="3173879"/>
                </a:cubicBezTo>
                <a:lnTo>
                  <a:pt x="10880368" y="3139947"/>
                </a:lnTo>
                <a:cubicBezTo>
                  <a:pt x="10880368" y="3127743"/>
                  <a:pt x="10880765" y="3117399"/>
                  <a:pt x="10881559" y="3108916"/>
                </a:cubicBezTo>
                <a:cubicBezTo>
                  <a:pt x="10882353" y="3100433"/>
                  <a:pt x="10883791" y="3093115"/>
                  <a:pt x="10885875" y="3086964"/>
                </a:cubicBezTo>
                <a:cubicBezTo>
                  <a:pt x="10887959" y="3080812"/>
                  <a:pt x="10890885" y="3076174"/>
                  <a:pt x="10894656" y="3073048"/>
                </a:cubicBezTo>
                <a:cubicBezTo>
                  <a:pt x="10898426" y="3069923"/>
                  <a:pt x="10903288" y="3068360"/>
                  <a:pt x="10909241" y="3068360"/>
                </a:cubicBezTo>
                <a:cubicBezTo>
                  <a:pt x="10913607" y="3068360"/>
                  <a:pt x="10918642" y="3069278"/>
                  <a:pt x="10924347" y="3071114"/>
                </a:cubicBezTo>
                <a:cubicBezTo>
                  <a:pt x="10930052" y="3072949"/>
                  <a:pt x="10933649" y="3073867"/>
                  <a:pt x="10935137" y="3073867"/>
                </a:cubicBezTo>
                <a:cubicBezTo>
                  <a:pt x="10939106" y="3073867"/>
                  <a:pt x="10942802" y="3072255"/>
                  <a:pt x="10946225" y="3069030"/>
                </a:cubicBezTo>
                <a:cubicBezTo>
                  <a:pt x="10949648" y="3065805"/>
                  <a:pt x="10951359" y="3061713"/>
                  <a:pt x="10951359" y="3056752"/>
                </a:cubicBezTo>
                <a:cubicBezTo>
                  <a:pt x="10951359" y="3049707"/>
                  <a:pt x="10947341" y="3044052"/>
                  <a:pt x="10939304" y="3039785"/>
                </a:cubicBezTo>
                <a:cubicBezTo>
                  <a:pt x="10931267" y="3035519"/>
                  <a:pt x="10922983" y="3033386"/>
                  <a:pt x="10914450" y="3033386"/>
                </a:cubicBezTo>
                <a:cubicBezTo>
                  <a:pt x="10905917" y="3033386"/>
                  <a:pt x="10899096" y="3035519"/>
                  <a:pt x="10893986" y="3039785"/>
                </a:cubicBezTo>
                <a:cubicBezTo>
                  <a:pt x="10888876" y="3044052"/>
                  <a:pt x="10883891" y="3050352"/>
                  <a:pt x="10879029" y="3058686"/>
                </a:cubicBezTo>
                <a:cubicBezTo>
                  <a:pt x="10878731" y="3050352"/>
                  <a:pt x="10877094" y="3044052"/>
                  <a:pt x="10874117" y="3039785"/>
                </a:cubicBezTo>
                <a:cubicBezTo>
                  <a:pt x="10871141" y="3035519"/>
                  <a:pt x="10866279" y="3033386"/>
                  <a:pt x="10859532" y="3033386"/>
                </a:cubicBezTo>
                <a:close/>
                <a:moveTo>
                  <a:pt x="10553542" y="3033386"/>
                </a:moveTo>
                <a:cubicBezTo>
                  <a:pt x="10540147" y="3033386"/>
                  <a:pt x="10528712" y="3035544"/>
                  <a:pt x="10519237" y="3039860"/>
                </a:cubicBezTo>
                <a:cubicBezTo>
                  <a:pt x="10509761" y="3044176"/>
                  <a:pt x="10502593" y="3049955"/>
                  <a:pt x="10497731" y="3057198"/>
                </a:cubicBezTo>
                <a:cubicBezTo>
                  <a:pt x="10492869" y="3064441"/>
                  <a:pt x="10490439" y="3072131"/>
                  <a:pt x="10490439" y="3080267"/>
                </a:cubicBezTo>
                <a:cubicBezTo>
                  <a:pt x="10490439" y="3089395"/>
                  <a:pt x="10493068" y="3097084"/>
                  <a:pt x="10498327" y="3103335"/>
                </a:cubicBezTo>
                <a:cubicBezTo>
                  <a:pt x="10503585" y="3109586"/>
                  <a:pt x="10510605" y="3114621"/>
                  <a:pt x="10519386" y="3118441"/>
                </a:cubicBezTo>
                <a:cubicBezTo>
                  <a:pt x="10528167" y="3122261"/>
                  <a:pt x="10539552" y="3125907"/>
                  <a:pt x="10553542" y="3129380"/>
                </a:cubicBezTo>
                <a:cubicBezTo>
                  <a:pt x="10565944" y="3132356"/>
                  <a:pt x="10574849" y="3135482"/>
                  <a:pt x="10580256" y="3138756"/>
                </a:cubicBezTo>
                <a:cubicBezTo>
                  <a:pt x="10585664" y="3142030"/>
                  <a:pt x="10588367" y="3147239"/>
                  <a:pt x="10588367" y="3154383"/>
                </a:cubicBezTo>
                <a:cubicBezTo>
                  <a:pt x="10588367" y="3159046"/>
                  <a:pt x="10585763" y="3163189"/>
                  <a:pt x="10580554" y="3166810"/>
                </a:cubicBezTo>
                <a:cubicBezTo>
                  <a:pt x="10575345" y="3170432"/>
                  <a:pt x="10568673" y="3172242"/>
                  <a:pt x="10560537" y="3172242"/>
                </a:cubicBezTo>
                <a:cubicBezTo>
                  <a:pt x="10550515" y="3172242"/>
                  <a:pt x="10542603" y="3170456"/>
                  <a:pt x="10536799" y="3166885"/>
                </a:cubicBezTo>
                <a:cubicBezTo>
                  <a:pt x="10530994" y="3163313"/>
                  <a:pt x="10526009" y="3157905"/>
                  <a:pt x="10521841" y="3150662"/>
                </a:cubicBezTo>
                <a:cubicBezTo>
                  <a:pt x="10519758" y="3146892"/>
                  <a:pt x="10517575" y="3143965"/>
                  <a:pt x="10515293" y="3141881"/>
                </a:cubicBezTo>
                <a:cubicBezTo>
                  <a:pt x="10513011" y="3139798"/>
                  <a:pt x="10509737" y="3138756"/>
                  <a:pt x="10505470" y="3138756"/>
                </a:cubicBezTo>
                <a:cubicBezTo>
                  <a:pt x="10500609" y="3138756"/>
                  <a:pt x="10496590" y="3140343"/>
                  <a:pt x="10493415" y="3143519"/>
                </a:cubicBezTo>
                <a:cubicBezTo>
                  <a:pt x="10490240" y="3146693"/>
                  <a:pt x="10488653" y="3150513"/>
                  <a:pt x="10488653" y="3154978"/>
                </a:cubicBezTo>
                <a:cubicBezTo>
                  <a:pt x="10488653" y="3161725"/>
                  <a:pt x="10491133" y="3168447"/>
                  <a:pt x="10496094" y="3175144"/>
                </a:cubicBezTo>
                <a:cubicBezTo>
                  <a:pt x="10501055" y="3181842"/>
                  <a:pt x="10508745" y="3187423"/>
                  <a:pt x="10519163" y="3191888"/>
                </a:cubicBezTo>
                <a:cubicBezTo>
                  <a:pt x="10529580" y="3196352"/>
                  <a:pt x="10542082" y="3198585"/>
                  <a:pt x="10556667" y="3198585"/>
                </a:cubicBezTo>
                <a:cubicBezTo>
                  <a:pt x="10571947" y="3198585"/>
                  <a:pt x="10584919" y="3196526"/>
                  <a:pt x="10595586" y="3192409"/>
                </a:cubicBezTo>
                <a:cubicBezTo>
                  <a:pt x="10606251" y="3188291"/>
                  <a:pt x="10614313" y="3182239"/>
                  <a:pt x="10619770" y="3174252"/>
                </a:cubicBezTo>
                <a:cubicBezTo>
                  <a:pt x="10625227" y="3166264"/>
                  <a:pt x="10627956" y="3156665"/>
                  <a:pt x="10627956" y="3145453"/>
                </a:cubicBezTo>
                <a:cubicBezTo>
                  <a:pt x="10627956" y="3138012"/>
                  <a:pt x="10625897" y="3131389"/>
                  <a:pt x="10621779" y="3125585"/>
                </a:cubicBezTo>
                <a:cubicBezTo>
                  <a:pt x="10617662" y="3119780"/>
                  <a:pt x="10611609" y="3114745"/>
                  <a:pt x="10603622" y="3110479"/>
                </a:cubicBezTo>
                <a:cubicBezTo>
                  <a:pt x="10595635" y="3106212"/>
                  <a:pt x="10585341" y="3102541"/>
                  <a:pt x="10572741" y="3099465"/>
                </a:cubicBezTo>
                <a:cubicBezTo>
                  <a:pt x="10562124" y="3096886"/>
                  <a:pt x="10553790" y="3094703"/>
                  <a:pt x="10547737" y="3092917"/>
                </a:cubicBezTo>
                <a:cubicBezTo>
                  <a:pt x="10541685" y="3091131"/>
                  <a:pt x="10536873" y="3088874"/>
                  <a:pt x="10533301" y="3086145"/>
                </a:cubicBezTo>
                <a:cubicBezTo>
                  <a:pt x="10529729" y="3083417"/>
                  <a:pt x="10527943" y="3079919"/>
                  <a:pt x="10527943" y="3075653"/>
                </a:cubicBezTo>
                <a:cubicBezTo>
                  <a:pt x="10527943" y="3070990"/>
                  <a:pt x="10530374" y="3067095"/>
                  <a:pt x="10535236" y="3063970"/>
                </a:cubicBezTo>
                <a:cubicBezTo>
                  <a:pt x="10540097" y="3060844"/>
                  <a:pt x="10546199" y="3059282"/>
                  <a:pt x="10553542" y="3059282"/>
                </a:cubicBezTo>
                <a:cubicBezTo>
                  <a:pt x="10560685" y="3059282"/>
                  <a:pt x="10566341" y="3060472"/>
                  <a:pt x="10570508" y="3062854"/>
                </a:cubicBezTo>
                <a:cubicBezTo>
                  <a:pt x="10574675" y="3065235"/>
                  <a:pt x="10578297" y="3068410"/>
                  <a:pt x="10581373" y="3072379"/>
                </a:cubicBezTo>
                <a:cubicBezTo>
                  <a:pt x="10585143" y="3077141"/>
                  <a:pt x="10588491" y="3080713"/>
                  <a:pt x="10591419" y="3083094"/>
                </a:cubicBezTo>
                <a:cubicBezTo>
                  <a:pt x="10594345" y="3085476"/>
                  <a:pt x="10597893" y="3086666"/>
                  <a:pt x="10602060" y="3086666"/>
                </a:cubicBezTo>
                <a:cubicBezTo>
                  <a:pt x="10607814" y="3086666"/>
                  <a:pt x="10612255" y="3085178"/>
                  <a:pt x="10615380" y="3082201"/>
                </a:cubicBezTo>
                <a:cubicBezTo>
                  <a:pt x="10618505" y="3079225"/>
                  <a:pt x="10620068" y="3075405"/>
                  <a:pt x="10620068" y="3070742"/>
                </a:cubicBezTo>
                <a:cubicBezTo>
                  <a:pt x="10620068" y="3066475"/>
                  <a:pt x="10618604" y="3062110"/>
                  <a:pt x="10615677" y="3057645"/>
                </a:cubicBezTo>
                <a:cubicBezTo>
                  <a:pt x="10612751" y="3053180"/>
                  <a:pt x="10608484" y="3049112"/>
                  <a:pt x="10602878" y="3045441"/>
                </a:cubicBezTo>
                <a:cubicBezTo>
                  <a:pt x="10597272" y="3041770"/>
                  <a:pt x="10590277" y="3038843"/>
                  <a:pt x="10581893" y="3036660"/>
                </a:cubicBezTo>
                <a:cubicBezTo>
                  <a:pt x="10573509" y="3034477"/>
                  <a:pt x="10564059" y="3033386"/>
                  <a:pt x="10553542" y="3033386"/>
                </a:cubicBezTo>
                <a:close/>
                <a:moveTo>
                  <a:pt x="10431503" y="3033386"/>
                </a:moveTo>
                <a:cubicBezTo>
                  <a:pt x="10425549" y="3033386"/>
                  <a:pt x="10420713" y="3035420"/>
                  <a:pt x="10416992" y="3039488"/>
                </a:cubicBezTo>
                <a:cubicBezTo>
                  <a:pt x="10413271" y="3043556"/>
                  <a:pt x="10411411" y="3049608"/>
                  <a:pt x="10411411" y="3057645"/>
                </a:cubicBezTo>
                <a:lnTo>
                  <a:pt x="10411411" y="3173879"/>
                </a:lnTo>
                <a:cubicBezTo>
                  <a:pt x="10411411" y="3181817"/>
                  <a:pt x="10413271" y="3187919"/>
                  <a:pt x="10416992" y="3192185"/>
                </a:cubicBezTo>
                <a:cubicBezTo>
                  <a:pt x="10420713" y="3196452"/>
                  <a:pt x="10425549" y="3198585"/>
                  <a:pt x="10431503" y="3198585"/>
                </a:cubicBezTo>
                <a:cubicBezTo>
                  <a:pt x="10437456" y="3198585"/>
                  <a:pt x="10442367" y="3196501"/>
                  <a:pt x="10446237" y="3192334"/>
                </a:cubicBezTo>
                <a:cubicBezTo>
                  <a:pt x="10450106" y="3188167"/>
                  <a:pt x="10452041" y="3182015"/>
                  <a:pt x="10452041" y="3173879"/>
                </a:cubicBezTo>
                <a:lnTo>
                  <a:pt x="10452041" y="3056454"/>
                </a:lnTo>
                <a:cubicBezTo>
                  <a:pt x="10452041" y="3049211"/>
                  <a:pt x="10450106" y="3043556"/>
                  <a:pt x="10446237" y="3039488"/>
                </a:cubicBezTo>
                <a:cubicBezTo>
                  <a:pt x="10442367" y="3035420"/>
                  <a:pt x="10437456" y="3033386"/>
                  <a:pt x="10431503" y="3033386"/>
                </a:cubicBezTo>
                <a:close/>
                <a:moveTo>
                  <a:pt x="9752846" y="3033386"/>
                </a:moveTo>
                <a:cubicBezTo>
                  <a:pt x="9746992" y="3033386"/>
                  <a:pt x="9742379" y="3035296"/>
                  <a:pt x="9739005" y="3039116"/>
                </a:cubicBezTo>
                <a:cubicBezTo>
                  <a:pt x="9735632" y="3042935"/>
                  <a:pt x="9733945" y="3048715"/>
                  <a:pt x="9733945" y="3056454"/>
                </a:cubicBezTo>
                <a:lnTo>
                  <a:pt x="9733945" y="3173879"/>
                </a:lnTo>
                <a:cubicBezTo>
                  <a:pt x="9733945" y="3181817"/>
                  <a:pt x="9735830" y="3187919"/>
                  <a:pt x="9739601" y="3192185"/>
                </a:cubicBezTo>
                <a:cubicBezTo>
                  <a:pt x="9743371" y="3196452"/>
                  <a:pt x="9748183" y="3198585"/>
                  <a:pt x="9754037" y="3198585"/>
                </a:cubicBezTo>
                <a:cubicBezTo>
                  <a:pt x="9760089" y="3198585"/>
                  <a:pt x="9765025" y="3196526"/>
                  <a:pt x="9768845" y="3192409"/>
                </a:cubicBezTo>
                <a:cubicBezTo>
                  <a:pt x="9772665" y="3188291"/>
                  <a:pt x="9774575" y="3182115"/>
                  <a:pt x="9774575" y="3173879"/>
                </a:cubicBezTo>
                <a:lnTo>
                  <a:pt x="9774575" y="3122980"/>
                </a:lnTo>
                <a:cubicBezTo>
                  <a:pt x="9774575" y="3106411"/>
                  <a:pt x="9775567" y="3095100"/>
                  <a:pt x="9777552" y="3089047"/>
                </a:cubicBezTo>
                <a:cubicBezTo>
                  <a:pt x="9780330" y="3081507"/>
                  <a:pt x="9784696" y="3075578"/>
                  <a:pt x="9790649" y="3071262"/>
                </a:cubicBezTo>
                <a:cubicBezTo>
                  <a:pt x="9796602" y="3066946"/>
                  <a:pt x="9803200" y="3064788"/>
                  <a:pt x="9810443" y="3064788"/>
                </a:cubicBezTo>
                <a:cubicBezTo>
                  <a:pt x="9821555" y="3064788"/>
                  <a:pt x="9828972" y="3068335"/>
                  <a:pt x="9832693" y="3075430"/>
                </a:cubicBezTo>
                <a:cubicBezTo>
                  <a:pt x="9836413" y="3082524"/>
                  <a:pt x="9838274" y="3092768"/>
                  <a:pt x="9838274" y="3106163"/>
                </a:cubicBezTo>
                <a:lnTo>
                  <a:pt x="9838274" y="3173879"/>
                </a:lnTo>
                <a:cubicBezTo>
                  <a:pt x="9838274" y="3181817"/>
                  <a:pt x="9840159" y="3187919"/>
                  <a:pt x="9843929" y="3192185"/>
                </a:cubicBezTo>
                <a:cubicBezTo>
                  <a:pt x="9847699" y="3196452"/>
                  <a:pt x="9852611" y="3198585"/>
                  <a:pt x="9858663" y="3198585"/>
                </a:cubicBezTo>
                <a:cubicBezTo>
                  <a:pt x="9864616" y="3198585"/>
                  <a:pt x="9869453" y="3196501"/>
                  <a:pt x="9873174" y="3192334"/>
                </a:cubicBezTo>
                <a:cubicBezTo>
                  <a:pt x="9876895" y="3188167"/>
                  <a:pt x="9878755" y="3182015"/>
                  <a:pt x="9878755" y="3173879"/>
                </a:cubicBezTo>
                <a:lnTo>
                  <a:pt x="9878755" y="3098275"/>
                </a:lnTo>
                <a:cubicBezTo>
                  <a:pt x="9878755" y="3089345"/>
                  <a:pt x="9878358" y="3082003"/>
                  <a:pt x="9877564" y="3076248"/>
                </a:cubicBezTo>
                <a:cubicBezTo>
                  <a:pt x="9876771" y="3070493"/>
                  <a:pt x="9875034" y="3065136"/>
                  <a:pt x="9872355" y="3060175"/>
                </a:cubicBezTo>
                <a:cubicBezTo>
                  <a:pt x="9868188" y="3051642"/>
                  <a:pt x="9861888" y="3045044"/>
                  <a:pt x="9853454" y="3040381"/>
                </a:cubicBezTo>
                <a:cubicBezTo>
                  <a:pt x="9845021" y="3035717"/>
                  <a:pt x="9835446" y="3033386"/>
                  <a:pt x="9824730" y="3033386"/>
                </a:cubicBezTo>
                <a:cubicBezTo>
                  <a:pt x="9813717" y="3033386"/>
                  <a:pt x="9803969" y="3035593"/>
                  <a:pt x="9795486" y="3040009"/>
                </a:cubicBezTo>
                <a:cubicBezTo>
                  <a:pt x="9787002" y="3044424"/>
                  <a:pt x="9779189" y="3051344"/>
                  <a:pt x="9772045" y="3060770"/>
                </a:cubicBezTo>
                <a:lnTo>
                  <a:pt x="9772045" y="3055859"/>
                </a:lnTo>
                <a:cubicBezTo>
                  <a:pt x="9772045" y="3050997"/>
                  <a:pt x="9771177" y="3046879"/>
                  <a:pt x="9769441" y="3043506"/>
                </a:cubicBezTo>
                <a:cubicBezTo>
                  <a:pt x="9767704" y="3040133"/>
                  <a:pt x="9765397" y="3037602"/>
                  <a:pt x="9762520" y="3035916"/>
                </a:cubicBezTo>
                <a:cubicBezTo>
                  <a:pt x="9759643" y="3034229"/>
                  <a:pt x="9756418" y="3033386"/>
                  <a:pt x="9752846" y="3033386"/>
                </a:cubicBezTo>
                <a:close/>
                <a:moveTo>
                  <a:pt x="9669503" y="3033386"/>
                </a:moveTo>
                <a:cubicBezTo>
                  <a:pt x="9663549" y="3033386"/>
                  <a:pt x="9658713" y="3035420"/>
                  <a:pt x="9654992" y="3039488"/>
                </a:cubicBezTo>
                <a:cubicBezTo>
                  <a:pt x="9651271" y="3043556"/>
                  <a:pt x="9649411" y="3049608"/>
                  <a:pt x="9649411" y="3057645"/>
                </a:cubicBezTo>
                <a:lnTo>
                  <a:pt x="9649411" y="3173879"/>
                </a:lnTo>
                <a:cubicBezTo>
                  <a:pt x="9649411" y="3181817"/>
                  <a:pt x="9651271" y="3187919"/>
                  <a:pt x="9654992" y="3192185"/>
                </a:cubicBezTo>
                <a:cubicBezTo>
                  <a:pt x="9658713" y="3196452"/>
                  <a:pt x="9663549" y="3198585"/>
                  <a:pt x="9669503" y="3198585"/>
                </a:cubicBezTo>
                <a:cubicBezTo>
                  <a:pt x="9675456" y="3198585"/>
                  <a:pt x="9680367" y="3196501"/>
                  <a:pt x="9684237" y="3192334"/>
                </a:cubicBezTo>
                <a:cubicBezTo>
                  <a:pt x="9688106" y="3188167"/>
                  <a:pt x="9690041" y="3182015"/>
                  <a:pt x="9690041" y="3173879"/>
                </a:cubicBezTo>
                <a:lnTo>
                  <a:pt x="9690041" y="3056454"/>
                </a:lnTo>
                <a:cubicBezTo>
                  <a:pt x="9690041" y="3049211"/>
                  <a:pt x="9688106" y="3043556"/>
                  <a:pt x="9684237" y="3039488"/>
                </a:cubicBezTo>
                <a:cubicBezTo>
                  <a:pt x="9680367" y="3035420"/>
                  <a:pt x="9675456" y="3033386"/>
                  <a:pt x="9669503" y="3033386"/>
                </a:cubicBezTo>
                <a:close/>
                <a:moveTo>
                  <a:pt x="9288503" y="3033386"/>
                </a:moveTo>
                <a:cubicBezTo>
                  <a:pt x="9282549" y="3033386"/>
                  <a:pt x="9277713" y="3035420"/>
                  <a:pt x="9273992" y="3039488"/>
                </a:cubicBezTo>
                <a:cubicBezTo>
                  <a:pt x="9270271" y="3043556"/>
                  <a:pt x="9268411" y="3049608"/>
                  <a:pt x="9268411" y="3057645"/>
                </a:cubicBezTo>
                <a:lnTo>
                  <a:pt x="9268411" y="3173879"/>
                </a:lnTo>
                <a:cubicBezTo>
                  <a:pt x="9268411" y="3181817"/>
                  <a:pt x="9270271" y="3187919"/>
                  <a:pt x="9273992" y="3192185"/>
                </a:cubicBezTo>
                <a:cubicBezTo>
                  <a:pt x="9277713" y="3196452"/>
                  <a:pt x="9282549" y="3198585"/>
                  <a:pt x="9288503" y="3198585"/>
                </a:cubicBezTo>
                <a:cubicBezTo>
                  <a:pt x="9294456" y="3198585"/>
                  <a:pt x="9299367" y="3196501"/>
                  <a:pt x="9303237" y="3192334"/>
                </a:cubicBezTo>
                <a:cubicBezTo>
                  <a:pt x="9307106" y="3188167"/>
                  <a:pt x="9309041" y="3182015"/>
                  <a:pt x="9309041" y="3173879"/>
                </a:cubicBezTo>
                <a:lnTo>
                  <a:pt x="9309041" y="3056454"/>
                </a:lnTo>
                <a:cubicBezTo>
                  <a:pt x="9309041" y="3049211"/>
                  <a:pt x="9307106" y="3043556"/>
                  <a:pt x="9303237" y="3039488"/>
                </a:cubicBezTo>
                <a:cubicBezTo>
                  <a:pt x="9299367" y="3035420"/>
                  <a:pt x="9294456" y="3033386"/>
                  <a:pt x="9288503" y="3033386"/>
                </a:cubicBezTo>
                <a:close/>
                <a:moveTo>
                  <a:pt x="9105146" y="3033386"/>
                </a:moveTo>
                <a:cubicBezTo>
                  <a:pt x="9099292" y="3033386"/>
                  <a:pt x="9094679" y="3035296"/>
                  <a:pt x="9091305" y="3039116"/>
                </a:cubicBezTo>
                <a:cubicBezTo>
                  <a:pt x="9087932" y="3042935"/>
                  <a:pt x="9086245" y="3048715"/>
                  <a:pt x="9086245" y="3056454"/>
                </a:cubicBezTo>
                <a:lnTo>
                  <a:pt x="9086245" y="3173879"/>
                </a:lnTo>
                <a:cubicBezTo>
                  <a:pt x="9086245" y="3181817"/>
                  <a:pt x="9088130" y="3187919"/>
                  <a:pt x="9091901" y="3192185"/>
                </a:cubicBezTo>
                <a:cubicBezTo>
                  <a:pt x="9095671" y="3196452"/>
                  <a:pt x="9100483" y="3198585"/>
                  <a:pt x="9106337" y="3198585"/>
                </a:cubicBezTo>
                <a:cubicBezTo>
                  <a:pt x="9112389" y="3198585"/>
                  <a:pt x="9117325" y="3196526"/>
                  <a:pt x="9121145" y="3192409"/>
                </a:cubicBezTo>
                <a:cubicBezTo>
                  <a:pt x="9124965" y="3188291"/>
                  <a:pt x="9126875" y="3182115"/>
                  <a:pt x="9126875" y="3173879"/>
                </a:cubicBezTo>
                <a:lnTo>
                  <a:pt x="9126875" y="3122980"/>
                </a:lnTo>
                <a:cubicBezTo>
                  <a:pt x="9126875" y="3106411"/>
                  <a:pt x="9127867" y="3095100"/>
                  <a:pt x="9129852" y="3089047"/>
                </a:cubicBezTo>
                <a:cubicBezTo>
                  <a:pt x="9132630" y="3081507"/>
                  <a:pt x="9136995" y="3075578"/>
                  <a:pt x="9142949" y="3071262"/>
                </a:cubicBezTo>
                <a:cubicBezTo>
                  <a:pt x="9148902" y="3066946"/>
                  <a:pt x="9155500" y="3064788"/>
                  <a:pt x="9162743" y="3064788"/>
                </a:cubicBezTo>
                <a:cubicBezTo>
                  <a:pt x="9173855" y="3064788"/>
                  <a:pt x="9181272" y="3068335"/>
                  <a:pt x="9184993" y="3075430"/>
                </a:cubicBezTo>
                <a:cubicBezTo>
                  <a:pt x="9188713" y="3082524"/>
                  <a:pt x="9190574" y="3092768"/>
                  <a:pt x="9190574" y="3106163"/>
                </a:cubicBezTo>
                <a:lnTo>
                  <a:pt x="9190574" y="3173879"/>
                </a:lnTo>
                <a:cubicBezTo>
                  <a:pt x="9190574" y="3181817"/>
                  <a:pt x="9192459" y="3187919"/>
                  <a:pt x="9196229" y="3192185"/>
                </a:cubicBezTo>
                <a:cubicBezTo>
                  <a:pt x="9199999" y="3196452"/>
                  <a:pt x="9204911" y="3198585"/>
                  <a:pt x="9210963" y="3198585"/>
                </a:cubicBezTo>
                <a:cubicBezTo>
                  <a:pt x="9216916" y="3198585"/>
                  <a:pt x="9221753" y="3196501"/>
                  <a:pt x="9225474" y="3192334"/>
                </a:cubicBezTo>
                <a:cubicBezTo>
                  <a:pt x="9229195" y="3188167"/>
                  <a:pt x="9231055" y="3182015"/>
                  <a:pt x="9231055" y="3173879"/>
                </a:cubicBezTo>
                <a:lnTo>
                  <a:pt x="9231055" y="3098275"/>
                </a:lnTo>
                <a:cubicBezTo>
                  <a:pt x="9231055" y="3089345"/>
                  <a:pt x="9230658" y="3082003"/>
                  <a:pt x="9229864" y="3076248"/>
                </a:cubicBezTo>
                <a:cubicBezTo>
                  <a:pt x="9229071" y="3070493"/>
                  <a:pt x="9227334" y="3065136"/>
                  <a:pt x="9224655" y="3060175"/>
                </a:cubicBezTo>
                <a:cubicBezTo>
                  <a:pt x="9220488" y="3051642"/>
                  <a:pt x="9214188" y="3045044"/>
                  <a:pt x="9205754" y="3040381"/>
                </a:cubicBezTo>
                <a:cubicBezTo>
                  <a:pt x="9197321" y="3035717"/>
                  <a:pt x="9187746" y="3033386"/>
                  <a:pt x="9177030" y="3033386"/>
                </a:cubicBezTo>
                <a:cubicBezTo>
                  <a:pt x="9166017" y="3033386"/>
                  <a:pt x="9156269" y="3035593"/>
                  <a:pt x="9147786" y="3040009"/>
                </a:cubicBezTo>
                <a:cubicBezTo>
                  <a:pt x="9139302" y="3044424"/>
                  <a:pt x="9131489" y="3051344"/>
                  <a:pt x="9124345" y="3060770"/>
                </a:cubicBezTo>
                <a:lnTo>
                  <a:pt x="9124345" y="3055859"/>
                </a:lnTo>
                <a:cubicBezTo>
                  <a:pt x="9124345" y="3050997"/>
                  <a:pt x="9123477" y="3046879"/>
                  <a:pt x="9121741" y="3043506"/>
                </a:cubicBezTo>
                <a:cubicBezTo>
                  <a:pt x="9120004" y="3040133"/>
                  <a:pt x="9117697" y="3037602"/>
                  <a:pt x="9114820" y="3035916"/>
                </a:cubicBezTo>
                <a:cubicBezTo>
                  <a:pt x="9111943" y="3034229"/>
                  <a:pt x="9108718" y="3033386"/>
                  <a:pt x="9105146" y="3033386"/>
                </a:cubicBezTo>
                <a:close/>
                <a:moveTo>
                  <a:pt x="10731094" y="3033088"/>
                </a:moveTo>
                <a:cubicBezTo>
                  <a:pt x="10718890" y="3033088"/>
                  <a:pt x="10707777" y="3035048"/>
                  <a:pt x="10697756" y="3038967"/>
                </a:cubicBezTo>
                <a:cubicBezTo>
                  <a:pt x="10687735" y="3042886"/>
                  <a:pt x="10679301" y="3048516"/>
                  <a:pt x="10672455" y="3055859"/>
                </a:cubicBezTo>
                <a:cubicBezTo>
                  <a:pt x="10665609" y="3063201"/>
                  <a:pt x="10660400" y="3072007"/>
                  <a:pt x="10656829" y="3082276"/>
                </a:cubicBezTo>
                <a:cubicBezTo>
                  <a:pt x="10653257" y="3092545"/>
                  <a:pt x="10651471" y="3103682"/>
                  <a:pt x="10651471" y="3115688"/>
                </a:cubicBezTo>
                <a:cubicBezTo>
                  <a:pt x="10651471" y="3141187"/>
                  <a:pt x="10658713" y="3161378"/>
                  <a:pt x="10673199" y="3176261"/>
                </a:cubicBezTo>
                <a:cubicBezTo>
                  <a:pt x="10687685" y="3191144"/>
                  <a:pt x="10707975" y="3198585"/>
                  <a:pt x="10734070" y="3198585"/>
                </a:cubicBezTo>
                <a:cubicBezTo>
                  <a:pt x="10745480" y="3198585"/>
                  <a:pt x="10755576" y="3197097"/>
                  <a:pt x="10764357" y="3194120"/>
                </a:cubicBezTo>
                <a:cubicBezTo>
                  <a:pt x="10773137" y="3191144"/>
                  <a:pt x="10780430" y="3187398"/>
                  <a:pt x="10786235" y="3182884"/>
                </a:cubicBezTo>
                <a:cubicBezTo>
                  <a:pt x="10792039" y="3178369"/>
                  <a:pt x="10796379" y="3173656"/>
                  <a:pt x="10799257" y="3168745"/>
                </a:cubicBezTo>
                <a:cubicBezTo>
                  <a:pt x="10802134" y="3163834"/>
                  <a:pt x="10803573" y="3159542"/>
                  <a:pt x="10803573" y="3155871"/>
                </a:cubicBezTo>
                <a:cubicBezTo>
                  <a:pt x="10803573" y="3151704"/>
                  <a:pt x="10802283" y="3148479"/>
                  <a:pt x="10799703" y="3146197"/>
                </a:cubicBezTo>
                <a:cubicBezTo>
                  <a:pt x="10797123" y="3143915"/>
                  <a:pt x="10793750" y="3142774"/>
                  <a:pt x="10789583" y="3142774"/>
                </a:cubicBezTo>
                <a:cubicBezTo>
                  <a:pt x="10785713" y="3142774"/>
                  <a:pt x="10782737" y="3143667"/>
                  <a:pt x="10780653" y="3145453"/>
                </a:cubicBezTo>
                <a:cubicBezTo>
                  <a:pt x="10775593" y="3150216"/>
                  <a:pt x="10771475" y="3153986"/>
                  <a:pt x="10768301" y="3156764"/>
                </a:cubicBezTo>
                <a:cubicBezTo>
                  <a:pt x="10765125" y="3159542"/>
                  <a:pt x="10761653" y="3162147"/>
                  <a:pt x="10757883" y="3164578"/>
                </a:cubicBezTo>
                <a:cubicBezTo>
                  <a:pt x="10754112" y="3167009"/>
                  <a:pt x="10750218" y="3168794"/>
                  <a:pt x="10746200" y="3169936"/>
                </a:cubicBezTo>
                <a:cubicBezTo>
                  <a:pt x="10742181" y="3171076"/>
                  <a:pt x="10737741" y="3171647"/>
                  <a:pt x="10732879" y="3171647"/>
                </a:cubicBezTo>
                <a:cubicBezTo>
                  <a:pt x="10725637" y="3171647"/>
                  <a:pt x="10719014" y="3169861"/>
                  <a:pt x="10713011" y="3166289"/>
                </a:cubicBezTo>
                <a:cubicBezTo>
                  <a:pt x="10707008" y="3162717"/>
                  <a:pt x="10702196" y="3157409"/>
                  <a:pt x="10698575" y="3150365"/>
                </a:cubicBezTo>
                <a:cubicBezTo>
                  <a:pt x="10694953" y="3143320"/>
                  <a:pt x="10693093" y="3135184"/>
                  <a:pt x="10692994" y="3125957"/>
                </a:cubicBezTo>
                <a:lnTo>
                  <a:pt x="10772468" y="3125957"/>
                </a:lnTo>
                <a:cubicBezTo>
                  <a:pt x="10783084" y="3125957"/>
                  <a:pt x="10791319" y="3124444"/>
                  <a:pt x="10797173" y="3121418"/>
                </a:cubicBezTo>
                <a:cubicBezTo>
                  <a:pt x="10803027" y="3118391"/>
                  <a:pt x="10805954" y="3111768"/>
                  <a:pt x="10805954" y="3101549"/>
                </a:cubicBezTo>
                <a:cubicBezTo>
                  <a:pt x="10805954" y="3090536"/>
                  <a:pt x="10803127" y="3079721"/>
                  <a:pt x="10797471" y="3069104"/>
                </a:cubicBezTo>
                <a:cubicBezTo>
                  <a:pt x="10791815" y="3058488"/>
                  <a:pt x="10783307" y="3049831"/>
                  <a:pt x="10771947" y="3043134"/>
                </a:cubicBezTo>
                <a:cubicBezTo>
                  <a:pt x="10760586" y="3036437"/>
                  <a:pt x="10746969" y="3033088"/>
                  <a:pt x="10731094" y="3033088"/>
                </a:cubicBezTo>
                <a:close/>
                <a:moveTo>
                  <a:pt x="10300236" y="3033088"/>
                </a:moveTo>
                <a:cubicBezTo>
                  <a:pt x="10284262" y="3033088"/>
                  <a:pt x="10270917" y="3035271"/>
                  <a:pt x="10260201" y="3039636"/>
                </a:cubicBezTo>
                <a:cubicBezTo>
                  <a:pt x="10249486" y="3044002"/>
                  <a:pt x="10241598" y="3049558"/>
                  <a:pt x="10236538" y="3056305"/>
                </a:cubicBezTo>
                <a:cubicBezTo>
                  <a:pt x="10231478" y="3063052"/>
                  <a:pt x="10228947" y="3069997"/>
                  <a:pt x="10228947" y="3077141"/>
                </a:cubicBezTo>
                <a:cubicBezTo>
                  <a:pt x="10228947" y="3081705"/>
                  <a:pt x="10230609" y="3085451"/>
                  <a:pt x="10233933" y="3088378"/>
                </a:cubicBezTo>
                <a:cubicBezTo>
                  <a:pt x="10237257" y="3091305"/>
                  <a:pt x="10241201" y="3092768"/>
                  <a:pt x="10245765" y="3092768"/>
                </a:cubicBezTo>
                <a:cubicBezTo>
                  <a:pt x="10250825" y="3092768"/>
                  <a:pt x="10254124" y="3091850"/>
                  <a:pt x="10255662" y="3090015"/>
                </a:cubicBezTo>
                <a:cubicBezTo>
                  <a:pt x="10257200" y="3088179"/>
                  <a:pt x="10259829" y="3084384"/>
                  <a:pt x="10263550" y="3078629"/>
                </a:cubicBezTo>
                <a:cubicBezTo>
                  <a:pt x="10267271" y="3072875"/>
                  <a:pt x="10271736" y="3068559"/>
                  <a:pt x="10276945" y="3065681"/>
                </a:cubicBezTo>
                <a:cubicBezTo>
                  <a:pt x="10282154" y="3062804"/>
                  <a:pt x="10289917" y="3061365"/>
                  <a:pt x="10300236" y="3061365"/>
                </a:cubicBezTo>
                <a:cubicBezTo>
                  <a:pt x="10312242" y="3061365"/>
                  <a:pt x="10320154" y="3063871"/>
                  <a:pt x="10323974" y="3068881"/>
                </a:cubicBezTo>
                <a:cubicBezTo>
                  <a:pt x="10327794" y="3073892"/>
                  <a:pt x="10329952" y="3081755"/>
                  <a:pt x="10330448" y="3092470"/>
                </a:cubicBezTo>
                <a:cubicBezTo>
                  <a:pt x="10321915" y="3094951"/>
                  <a:pt x="10314003" y="3097059"/>
                  <a:pt x="10306710" y="3098796"/>
                </a:cubicBezTo>
                <a:cubicBezTo>
                  <a:pt x="10299418" y="3100532"/>
                  <a:pt x="10290662" y="3102442"/>
                  <a:pt x="10280442" y="3104526"/>
                </a:cubicBezTo>
                <a:cubicBezTo>
                  <a:pt x="10270223" y="3106609"/>
                  <a:pt x="10263823" y="3107949"/>
                  <a:pt x="10261243" y="3108544"/>
                </a:cubicBezTo>
                <a:cubicBezTo>
                  <a:pt x="10248940" y="3111223"/>
                  <a:pt x="10239266" y="3116481"/>
                  <a:pt x="10232222" y="3124320"/>
                </a:cubicBezTo>
                <a:cubicBezTo>
                  <a:pt x="10225177" y="3132158"/>
                  <a:pt x="10221655" y="3141633"/>
                  <a:pt x="10221655" y="3152746"/>
                </a:cubicBezTo>
                <a:cubicBezTo>
                  <a:pt x="10221655" y="3160981"/>
                  <a:pt x="10223788" y="3168621"/>
                  <a:pt x="10228055" y="3175665"/>
                </a:cubicBezTo>
                <a:cubicBezTo>
                  <a:pt x="10232321" y="3182710"/>
                  <a:pt x="10238398" y="3188291"/>
                  <a:pt x="10246286" y="3192409"/>
                </a:cubicBezTo>
                <a:cubicBezTo>
                  <a:pt x="10254174" y="3196526"/>
                  <a:pt x="10263327" y="3198585"/>
                  <a:pt x="10273745" y="3198585"/>
                </a:cubicBezTo>
                <a:cubicBezTo>
                  <a:pt x="10285155" y="3198585"/>
                  <a:pt x="10295449" y="3196675"/>
                  <a:pt x="10304627" y="3192855"/>
                </a:cubicBezTo>
                <a:cubicBezTo>
                  <a:pt x="10313804" y="3189035"/>
                  <a:pt x="10323305" y="3183305"/>
                  <a:pt x="10333127" y="3175665"/>
                </a:cubicBezTo>
                <a:cubicBezTo>
                  <a:pt x="10337691" y="3183107"/>
                  <a:pt x="10342007" y="3188787"/>
                  <a:pt x="10346075" y="3192706"/>
                </a:cubicBezTo>
                <a:cubicBezTo>
                  <a:pt x="10350143" y="3196625"/>
                  <a:pt x="10354261" y="3198585"/>
                  <a:pt x="10358428" y="3198585"/>
                </a:cubicBezTo>
                <a:cubicBezTo>
                  <a:pt x="10363389" y="3198585"/>
                  <a:pt x="10367829" y="3196873"/>
                  <a:pt x="10371748" y="3193450"/>
                </a:cubicBezTo>
                <a:cubicBezTo>
                  <a:pt x="10375667" y="3190027"/>
                  <a:pt x="10377627" y="3186232"/>
                  <a:pt x="10377627" y="3182065"/>
                </a:cubicBezTo>
                <a:cubicBezTo>
                  <a:pt x="10377627" y="3179684"/>
                  <a:pt x="10376362" y="3174351"/>
                  <a:pt x="10373832" y="3166066"/>
                </a:cubicBezTo>
                <a:cubicBezTo>
                  <a:pt x="10371302" y="3157781"/>
                  <a:pt x="10370037" y="3149819"/>
                  <a:pt x="10370037" y="3142179"/>
                </a:cubicBezTo>
                <a:cubicBezTo>
                  <a:pt x="10370136" y="3134043"/>
                  <a:pt x="10370210" y="3126651"/>
                  <a:pt x="10370260" y="3120004"/>
                </a:cubicBezTo>
                <a:cubicBezTo>
                  <a:pt x="10370309" y="3113356"/>
                  <a:pt x="10370334" y="3105270"/>
                  <a:pt x="10370334" y="3095745"/>
                </a:cubicBezTo>
                <a:cubicBezTo>
                  <a:pt x="10370334" y="3080663"/>
                  <a:pt x="10368226" y="3068559"/>
                  <a:pt x="10364009" y="3059431"/>
                </a:cubicBezTo>
                <a:cubicBezTo>
                  <a:pt x="10359792" y="3050302"/>
                  <a:pt x="10352574" y="3043630"/>
                  <a:pt x="10342355" y="3039413"/>
                </a:cubicBezTo>
                <a:cubicBezTo>
                  <a:pt x="10332135" y="3035196"/>
                  <a:pt x="10318096" y="3033088"/>
                  <a:pt x="10300236" y="3033088"/>
                </a:cubicBezTo>
                <a:close/>
                <a:moveTo>
                  <a:pt x="8976261" y="3033088"/>
                </a:moveTo>
                <a:cubicBezTo>
                  <a:pt x="8960287" y="3033088"/>
                  <a:pt x="8946942" y="3035271"/>
                  <a:pt x="8936226" y="3039636"/>
                </a:cubicBezTo>
                <a:cubicBezTo>
                  <a:pt x="8925511" y="3044002"/>
                  <a:pt x="8917623" y="3049558"/>
                  <a:pt x="8912563" y="3056305"/>
                </a:cubicBezTo>
                <a:cubicBezTo>
                  <a:pt x="8907503" y="3063052"/>
                  <a:pt x="8904972" y="3069997"/>
                  <a:pt x="8904972" y="3077141"/>
                </a:cubicBezTo>
                <a:cubicBezTo>
                  <a:pt x="8904972" y="3081705"/>
                  <a:pt x="8906634" y="3085451"/>
                  <a:pt x="8909958" y="3088378"/>
                </a:cubicBezTo>
                <a:cubicBezTo>
                  <a:pt x="8913282" y="3091305"/>
                  <a:pt x="8917226" y="3092768"/>
                  <a:pt x="8921790" y="3092768"/>
                </a:cubicBezTo>
                <a:cubicBezTo>
                  <a:pt x="8926850" y="3092768"/>
                  <a:pt x="8930149" y="3091850"/>
                  <a:pt x="8931687" y="3090015"/>
                </a:cubicBezTo>
                <a:cubicBezTo>
                  <a:pt x="8933225" y="3088179"/>
                  <a:pt x="8935854" y="3084384"/>
                  <a:pt x="8939575" y="3078629"/>
                </a:cubicBezTo>
                <a:cubicBezTo>
                  <a:pt x="8943296" y="3072875"/>
                  <a:pt x="8947761" y="3068559"/>
                  <a:pt x="8952970" y="3065681"/>
                </a:cubicBezTo>
                <a:cubicBezTo>
                  <a:pt x="8958179" y="3062804"/>
                  <a:pt x="8965942" y="3061365"/>
                  <a:pt x="8976261" y="3061365"/>
                </a:cubicBezTo>
                <a:cubicBezTo>
                  <a:pt x="8988267" y="3061365"/>
                  <a:pt x="8996179" y="3063871"/>
                  <a:pt x="8999999" y="3068881"/>
                </a:cubicBezTo>
                <a:cubicBezTo>
                  <a:pt x="9003819" y="3073892"/>
                  <a:pt x="9005977" y="3081755"/>
                  <a:pt x="9006473" y="3092470"/>
                </a:cubicBezTo>
                <a:cubicBezTo>
                  <a:pt x="8997941" y="3094951"/>
                  <a:pt x="8990028" y="3097059"/>
                  <a:pt x="8982735" y="3098796"/>
                </a:cubicBezTo>
                <a:cubicBezTo>
                  <a:pt x="8975443" y="3100532"/>
                  <a:pt x="8966687" y="3102442"/>
                  <a:pt x="8956467" y="3104526"/>
                </a:cubicBezTo>
                <a:cubicBezTo>
                  <a:pt x="8946247" y="3106609"/>
                  <a:pt x="8939848" y="3107949"/>
                  <a:pt x="8937268" y="3108544"/>
                </a:cubicBezTo>
                <a:cubicBezTo>
                  <a:pt x="8924965" y="3111223"/>
                  <a:pt x="8915291" y="3116481"/>
                  <a:pt x="8908247" y="3124320"/>
                </a:cubicBezTo>
                <a:cubicBezTo>
                  <a:pt x="8901202" y="3132158"/>
                  <a:pt x="8897680" y="3141633"/>
                  <a:pt x="8897680" y="3152746"/>
                </a:cubicBezTo>
                <a:cubicBezTo>
                  <a:pt x="8897680" y="3160981"/>
                  <a:pt x="8899813" y="3168621"/>
                  <a:pt x="8904079" y="3175665"/>
                </a:cubicBezTo>
                <a:cubicBezTo>
                  <a:pt x="8908346" y="3182710"/>
                  <a:pt x="8914423" y="3188291"/>
                  <a:pt x="8922311" y="3192409"/>
                </a:cubicBezTo>
                <a:cubicBezTo>
                  <a:pt x="8930199" y="3196526"/>
                  <a:pt x="8939352" y="3198585"/>
                  <a:pt x="8949770" y="3198585"/>
                </a:cubicBezTo>
                <a:cubicBezTo>
                  <a:pt x="8961180" y="3198585"/>
                  <a:pt x="8971474" y="3196675"/>
                  <a:pt x="8980652" y="3192855"/>
                </a:cubicBezTo>
                <a:cubicBezTo>
                  <a:pt x="8989829" y="3189035"/>
                  <a:pt x="8999329" y="3183305"/>
                  <a:pt x="9009152" y="3175665"/>
                </a:cubicBezTo>
                <a:cubicBezTo>
                  <a:pt x="9013716" y="3183107"/>
                  <a:pt x="9018032" y="3188787"/>
                  <a:pt x="9022100" y="3192706"/>
                </a:cubicBezTo>
                <a:cubicBezTo>
                  <a:pt x="9026168" y="3196625"/>
                  <a:pt x="9030286" y="3198585"/>
                  <a:pt x="9034453" y="3198585"/>
                </a:cubicBezTo>
                <a:cubicBezTo>
                  <a:pt x="9039414" y="3198585"/>
                  <a:pt x="9043854" y="3196873"/>
                  <a:pt x="9047773" y="3193450"/>
                </a:cubicBezTo>
                <a:cubicBezTo>
                  <a:pt x="9051692" y="3190027"/>
                  <a:pt x="9053652" y="3186232"/>
                  <a:pt x="9053652" y="3182065"/>
                </a:cubicBezTo>
                <a:cubicBezTo>
                  <a:pt x="9053652" y="3179684"/>
                  <a:pt x="9052387" y="3174351"/>
                  <a:pt x="9049857" y="3166066"/>
                </a:cubicBezTo>
                <a:cubicBezTo>
                  <a:pt x="9047327" y="3157781"/>
                  <a:pt x="9046062" y="3149819"/>
                  <a:pt x="9046062" y="3142179"/>
                </a:cubicBezTo>
                <a:cubicBezTo>
                  <a:pt x="9046161" y="3134043"/>
                  <a:pt x="9046235" y="3126651"/>
                  <a:pt x="9046285" y="3120004"/>
                </a:cubicBezTo>
                <a:cubicBezTo>
                  <a:pt x="9046334" y="3113356"/>
                  <a:pt x="9046359" y="3105270"/>
                  <a:pt x="9046359" y="3095745"/>
                </a:cubicBezTo>
                <a:cubicBezTo>
                  <a:pt x="9046359" y="3080663"/>
                  <a:pt x="9044251" y="3068559"/>
                  <a:pt x="9040034" y="3059431"/>
                </a:cubicBezTo>
                <a:cubicBezTo>
                  <a:pt x="9035817" y="3050302"/>
                  <a:pt x="9028599" y="3043630"/>
                  <a:pt x="9018379" y="3039413"/>
                </a:cubicBezTo>
                <a:cubicBezTo>
                  <a:pt x="9008160" y="3035196"/>
                  <a:pt x="8994121" y="3033088"/>
                  <a:pt x="8976261" y="3033088"/>
                </a:cubicBezTo>
                <a:close/>
                <a:moveTo>
                  <a:pt x="8795286" y="3033088"/>
                </a:moveTo>
                <a:cubicBezTo>
                  <a:pt x="8779312" y="3033088"/>
                  <a:pt x="8765967" y="3035271"/>
                  <a:pt x="8755251" y="3039636"/>
                </a:cubicBezTo>
                <a:cubicBezTo>
                  <a:pt x="8744536" y="3044002"/>
                  <a:pt x="8736648" y="3049558"/>
                  <a:pt x="8731588" y="3056305"/>
                </a:cubicBezTo>
                <a:cubicBezTo>
                  <a:pt x="8726528" y="3063052"/>
                  <a:pt x="8723997" y="3069997"/>
                  <a:pt x="8723997" y="3077141"/>
                </a:cubicBezTo>
                <a:cubicBezTo>
                  <a:pt x="8723997" y="3081705"/>
                  <a:pt x="8725659" y="3085451"/>
                  <a:pt x="8728983" y="3088378"/>
                </a:cubicBezTo>
                <a:cubicBezTo>
                  <a:pt x="8732307" y="3091305"/>
                  <a:pt x="8736251" y="3092768"/>
                  <a:pt x="8740815" y="3092768"/>
                </a:cubicBezTo>
                <a:cubicBezTo>
                  <a:pt x="8745875" y="3092768"/>
                  <a:pt x="8749174" y="3091850"/>
                  <a:pt x="8750712" y="3090015"/>
                </a:cubicBezTo>
                <a:cubicBezTo>
                  <a:pt x="8752250" y="3088179"/>
                  <a:pt x="8754879" y="3084384"/>
                  <a:pt x="8758600" y="3078629"/>
                </a:cubicBezTo>
                <a:cubicBezTo>
                  <a:pt x="8762321" y="3072875"/>
                  <a:pt x="8766786" y="3068559"/>
                  <a:pt x="8771995" y="3065681"/>
                </a:cubicBezTo>
                <a:cubicBezTo>
                  <a:pt x="8777204" y="3062804"/>
                  <a:pt x="8784967" y="3061365"/>
                  <a:pt x="8795286" y="3061365"/>
                </a:cubicBezTo>
                <a:cubicBezTo>
                  <a:pt x="8807292" y="3061365"/>
                  <a:pt x="8815204" y="3063871"/>
                  <a:pt x="8819024" y="3068881"/>
                </a:cubicBezTo>
                <a:cubicBezTo>
                  <a:pt x="8822844" y="3073892"/>
                  <a:pt x="8825002" y="3081755"/>
                  <a:pt x="8825498" y="3092470"/>
                </a:cubicBezTo>
                <a:cubicBezTo>
                  <a:pt x="8816965" y="3094951"/>
                  <a:pt x="8809053" y="3097059"/>
                  <a:pt x="8801760" y="3098796"/>
                </a:cubicBezTo>
                <a:cubicBezTo>
                  <a:pt x="8794468" y="3100532"/>
                  <a:pt x="8785712" y="3102442"/>
                  <a:pt x="8775492" y="3104526"/>
                </a:cubicBezTo>
                <a:cubicBezTo>
                  <a:pt x="8765273" y="3106609"/>
                  <a:pt x="8758873" y="3107949"/>
                  <a:pt x="8756293" y="3108544"/>
                </a:cubicBezTo>
                <a:cubicBezTo>
                  <a:pt x="8743990" y="3111223"/>
                  <a:pt x="8734316" y="3116481"/>
                  <a:pt x="8727272" y="3124320"/>
                </a:cubicBezTo>
                <a:cubicBezTo>
                  <a:pt x="8720227" y="3132158"/>
                  <a:pt x="8716705" y="3141633"/>
                  <a:pt x="8716705" y="3152746"/>
                </a:cubicBezTo>
                <a:cubicBezTo>
                  <a:pt x="8716705" y="3160981"/>
                  <a:pt x="8718838" y="3168621"/>
                  <a:pt x="8723105" y="3175665"/>
                </a:cubicBezTo>
                <a:cubicBezTo>
                  <a:pt x="8727371" y="3182710"/>
                  <a:pt x="8733448" y="3188291"/>
                  <a:pt x="8741336" y="3192409"/>
                </a:cubicBezTo>
                <a:cubicBezTo>
                  <a:pt x="8749224" y="3196526"/>
                  <a:pt x="8758377" y="3198585"/>
                  <a:pt x="8768795" y="3198585"/>
                </a:cubicBezTo>
                <a:cubicBezTo>
                  <a:pt x="8780205" y="3198585"/>
                  <a:pt x="8790499" y="3196675"/>
                  <a:pt x="8799677" y="3192855"/>
                </a:cubicBezTo>
                <a:cubicBezTo>
                  <a:pt x="8808854" y="3189035"/>
                  <a:pt x="8818355" y="3183305"/>
                  <a:pt x="8828177" y="3175665"/>
                </a:cubicBezTo>
                <a:cubicBezTo>
                  <a:pt x="8832741" y="3183107"/>
                  <a:pt x="8837057" y="3188787"/>
                  <a:pt x="8841125" y="3192706"/>
                </a:cubicBezTo>
                <a:cubicBezTo>
                  <a:pt x="8845193" y="3196625"/>
                  <a:pt x="8849311" y="3198585"/>
                  <a:pt x="8853478" y="3198585"/>
                </a:cubicBezTo>
                <a:cubicBezTo>
                  <a:pt x="8858439" y="3198585"/>
                  <a:pt x="8862879" y="3196873"/>
                  <a:pt x="8866798" y="3193450"/>
                </a:cubicBezTo>
                <a:cubicBezTo>
                  <a:pt x="8870717" y="3190027"/>
                  <a:pt x="8872677" y="3186232"/>
                  <a:pt x="8872677" y="3182065"/>
                </a:cubicBezTo>
                <a:cubicBezTo>
                  <a:pt x="8872677" y="3179684"/>
                  <a:pt x="8871412" y="3174351"/>
                  <a:pt x="8868882" y="3166066"/>
                </a:cubicBezTo>
                <a:cubicBezTo>
                  <a:pt x="8866352" y="3157781"/>
                  <a:pt x="8865087" y="3149819"/>
                  <a:pt x="8865087" y="3142179"/>
                </a:cubicBezTo>
                <a:cubicBezTo>
                  <a:pt x="8865186" y="3134043"/>
                  <a:pt x="8865260" y="3126651"/>
                  <a:pt x="8865310" y="3120004"/>
                </a:cubicBezTo>
                <a:cubicBezTo>
                  <a:pt x="8865359" y="3113356"/>
                  <a:pt x="8865384" y="3105270"/>
                  <a:pt x="8865384" y="3095745"/>
                </a:cubicBezTo>
                <a:cubicBezTo>
                  <a:pt x="8865384" y="3080663"/>
                  <a:pt x="8863276" y="3068559"/>
                  <a:pt x="8859059" y="3059431"/>
                </a:cubicBezTo>
                <a:cubicBezTo>
                  <a:pt x="8854842" y="3050302"/>
                  <a:pt x="8847624" y="3043630"/>
                  <a:pt x="8837405" y="3039413"/>
                </a:cubicBezTo>
                <a:cubicBezTo>
                  <a:pt x="8827185" y="3035196"/>
                  <a:pt x="8813146" y="3033088"/>
                  <a:pt x="8795286" y="3033088"/>
                </a:cubicBezTo>
                <a:close/>
                <a:moveTo>
                  <a:pt x="9477068" y="3009871"/>
                </a:moveTo>
                <a:lnTo>
                  <a:pt x="9512935" y="3009871"/>
                </a:lnTo>
                <a:cubicBezTo>
                  <a:pt x="9529009" y="3009871"/>
                  <a:pt x="9540965" y="3011682"/>
                  <a:pt x="9548803" y="3015303"/>
                </a:cubicBezTo>
                <a:cubicBezTo>
                  <a:pt x="9556641" y="3018925"/>
                  <a:pt x="9560560" y="3026242"/>
                  <a:pt x="9560560" y="3037255"/>
                </a:cubicBezTo>
                <a:cubicBezTo>
                  <a:pt x="9560560" y="3042415"/>
                  <a:pt x="9559320" y="3047078"/>
                  <a:pt x="9556840" y="3051245"/>
                </a:cubicBezTo>
                <a:cubicBezTo>
                  <a:pt x="9553665" y="3057099"/>
                  <a:pt x="9549076" y="3061068"/>
                  <a:pt x="9543073" y="3063151"/>
                </a:cubicBezTo>
                <a:cubicBezTo>
                  <a:pt x="9537070" y="3065235"/>
                  <a:pt x="9528562" y="3066277"/>
                  <a:pt x="9517549" y="3066277"/>
                </a:cubicBezTo>
                <a:lnTo>
                  <a:pt x="9477068" y="3066277"/>
                </a:lnTo>
                <a:close/>
                <a:moveTo>
                  <a:pt x="10091133" y="3008085"/>
                </a:moveTo>
                <a:cubicBezTo>
                  <a:pt x="10103535" y="3008085"/>
                  <a:pt x="10114523" y="3011086"/>
                  <a:pt x="10124098" y="3017089"/>
                </a:cubicBezTo>
                <a:cubicBezTo>
                  <a:pt x="10133673" y="3023092"/>
                  <a:pt x="10141040" y="3031947"/>
                  <a:pt x="10146199" y="3043655"/>
                </a:cubicBezTo>
                <a:cubicBezTo>
                  <a:pt x="10151358" y="3055363"/>
                  <a:pt x="10153938" y="3069204"/>
                  <a:pt x="10153938" y="3085178"/>
                </a:cubicBezTo>
                <a:cubicBezTo>
                  <a:pt x="10153938" y="3097878"/>
                  <a:pt x="10152475" y="3109040"/>
                  <a:pt x="10149548" y="3118664"/>
                </a:cubicBezTo>
                <a:cubicBezTo>
                  <a:pt x="10146621" y="3128288"/>
                  <a:pt x="10142081" y="3136623"/>
                  <a:pt x="10135930" y="3143667"/>
                </a:cubicBezTo>
                <a:cubicBezTo>
                  <a:pt x="10114697" y="3128586"/>
                  <a:pt x="10099566" y="3121045"/>
                  <a:pt x="10090537" y="3121045"/>
                </a:cubicBezTo>
                <a:cubicBezTo>
                  <a:pt x="10087561" y="3121045"/>
                  <a:pt x="10084832" y="3122186"/>
                  <a:pt x="10082352" y="3124469"/>
                </a:cubicBezTo>
                <a:cubicBezTo>
                  <a:pt x="10079871" y="3126750"/>
                  <a:pt x="10078631" y="3129380"/>
                  <a:pt x="10078631" y="3132356"/>
                </a:cubicBezTo>
                <a:cubicBezTo>
                  <a:pt x="10078631" y="3135829"/>
                  <a:pt x="10079921" y="3138508"/>
                  <a:pt x="10082501" y="3140393"/>
                </a:cubicBezTo>
                <a:cubicBezTo>
                  <a:pt x="10085080" y="3142278"/>
                  <a:pt x="10089868" y="3144957"/>
                  <a:pt x="10096863" y="3148430"/>
                </a:cubicBezTo>
                <a:cubicBezTo>
                  <a:pt x="10103857" y="3151902"/>
                  <a:pt x="10109687" y="3155375"/>
                  <a:pt x="10114350" y="3158848"/>
                </a:cubicBezTo>
                <a:cubicBezTo>
                  <a:pt x="10106611" y="3161923"/>
                  <a:pt x="10099070" y="3163461"/>
                  <a:pt x="10091728" y="3163461"/>
                </a:cubicBezTo>
                <a:cubicBezTo>
                  <a:pt x="10073869" y="3163461"/>
                  <a:pt x="10059085" y="3156690"/>
                  <a:pt x="10047377" y="3143146"/>
                </a:cubicBezTo>
                <a:cubicBezTo>
                  <a:pt x="10035669" y="3129603"/>
                  <a:pt x="10029815" y="3110280"/>
                  <a:pt x="10029815" y="3085178"/>
                </a:cubicBezTo>
                <a:cubicBezTo>
                  <a:pt x="10029815" y="3072875"/>
                  <a:pt x="10031378" y="3061787"/>
                  <a:pt x="10034504" y="3051915"/>
                </a:cubicBezTo>
                <a:cubicBezTo>
                  <a:pt x="10037629" y="3042042"/>
                  <a:pt x="10041895" y="3033931"/>
                  <a:pt x="10047303" y="3027581"/>
                </a:cubicBezTo>
                <a:cubicBezTo>
                  <a:pt x="10052710" y="3021231"/>
                  <a:pt x="10059159" y="3016394"/>
                  <a:pt x="10066651" y="3013071"/>
                </a:cubicBezTo>
                <a:cubicBezTo>
                  <a:pt x="10074141" y="3009747"/>
                  <a:pt x="10082302" y="3008085"/>
                  <a:pt x="10091133" y="3008085"/>
                </a:cubicBezTo>
                <a:close/>
                <a:moveTo>
                  <a:pt x="9459655" y="2976682"/>
                </a:moveTo>
                <a:cubicBezTo>
                  <a:pt x="9450229" y="2976682"/>
                  <a:pt x="9443408" y="2978790"/>
                  <a:pt x="9439191" y="2983007"/>
                </a:cubicBezTo>
                <a:cubicBezTo>
                  <a:pt x="9434974" y="2987224"/>
                  <a:pt x="9432866" y="2994145"/>
                  <a:pt x="9432866" y="3003769"/>
                </a:cubicBezTo>
                <a:lnTo>
                  <a:pt x="9432866" y="3167777"/>
                </a:lnTo>
                <a:cubicBezTo>
                  <a:pt x="9432866" y="3177203"/>
                  <a:pt x="9434925" y="3184074"/>
                  <a:pt x="9439042" y="3188390"/>
                </a:cubicBezTo>
                <a:cubicBezTo>
                  <a:pt x="9443160" y="3192706"/>
                  <a:pt x="9450031" y="3194864"/>
                  <a:pt x="9459655" y="3194864"/>
                </a:cubicBezTo>
                <a:lnTo>
                  <a:pt x="9526330" y="3194864"/>
                </a:lnTo>
                <a:cubicBezTo>
                  <a:pt x="9537839" y="3194864"/>
                  <a:pt x="9547910" y="3194294"/>
                  <a:pt x="9556542" y="3193153"/>
                </a:cubicBezTo>
                <a:cubicBezTo>
                  <a:pt x="9565174" y="3192012"/>
                  <a:pt x="9572814" y="3190052"/>
                  <a:pt x="9579461" y="3187274"/>
                </a:cubicBezTo>
                <a:cubicBezTo>
                  <a:pt x="9590078" y="3182611"/>
                  <a:pt x="9598511" y="3175392"/>
                  <a:pt x="9604762" y="3165619"/>
                </a:cubicBezTo>
                <a:cubicBezTo>
                  <a:pt x="9611013" y="3155846"/>
                  <a:pt x="9614139" y="3144858"/>
                  <a:pt x="9614139" y="3132654"/>
                </a:cubicBezTo>
                <a:cubicBezTo>
                  <a:pt x="9614139" y="3106262"/>
                  <a:pt x="9599801" y="3088502"/>
                  <a:pt x="9571127" y="3079374"/>
                </a:cubicBezTo>
                <a:cubicBezTo>
                  <a:pt x="9592955" y="3069253"/>
                  <a:pt x="9603869" y="3053279"/>
                  <a:pt x="9603869" y="3031451"/>
                </a:cubicBezTo>
                <a:cubicBezTo>
                  <a:pt x="9603869" y="3025101"/>
                  <a:pt x="9602827" y="3019073"/>
                  <a:pt x="9600744" y="3013368"/>
                </a:cubicBezTo>
                <a:cubicBezTo>
                  <a:pt x="9598660" y="3007663"/>
                  <a:pt x="9595634" y="3002454"/>
                  <a:pt x="9591665" y="2997741"/>
                </a:cubicBezTo>
                <a:cubicBezTo>
                  <a:pt x="9587697" y="2993028"/>
                  <a:pt x="9583133" y="2989134"/>
                  <a:pt x="9577973" y="2986058"/>
                </a:cubicBezTo>
                <a:cubicBezTo>
                  <a:pt x="9571921" y="2982387"/>
                  <a:pt x="9565075" y="2979907"/>
                  <a:pt x="9557435" y="2978617"/>
                </a:cubicBezTo>
                <a:cubicBezTo>
                  <a:pt x="9549795" y="2977327"/>
                  <a:pt x="9540766" y="2976682"/>
                  <a:pt x="9530348" y="2976682"/>
                </a:cubicBezTo>
                <a:close/>
                <a:moveTo>
                  <a:pt x="10431949" y="2974747"/>
                </a:moveTo>
                <a:cubicBezTo>
                  <a:pt x="10426492" y="2974747"/>
                  <a:pt x="10421705" y="2976608"/>
                  <a:pt x="10417587" y="2980328"/>
                </a:cubicBezTo>
                <a:cubicBezTo>
                  <a:pt x="10413470" y="2984049"/>
                  <a:pt x="10411411" y="2988787"/>
                  <a:pt x="10411411" y="2994542"/>
                </a:cubicBezTo>
                <a:cubicBezTo>
                  <a:pt x="10411411" y="3000891"/>
                  <a:pt x="10413420" y="3005803"/>
                  <a:pt x="10417438" y="3009276"/>
                </a:cubicBezTo>
                <a:cubicBezTo>
                  <a:pt x="10421457" y="3012748"/>
                  <a:pt x="10426294" y="3014485"/>
                  <a:pt x="10431949" y="3014485"/>
                </a:cubicBezTo>
                <a:cubicBezTo>
                  <a:pt x="10437406" y="3014485"/>
                  <a:pt x="10442119" y="3012723"/>
                  <a:pt x="10446088" y="3009201"/>
                </a:cubicBezTo>
                <a:cubicBezTo>
                  <a:pt x="10450056" y="3005679"/>
                  <a:pt x="10452041" y="3000792"/>
                  <a:pt x="10452041" y="2994542"/>
                </a:cubicBezTo>
                <a:cubicBezTo>
                  <a:pt x="10452041" y="2988092"/>
                  <a:pt x="10450007" y="2983181"/>
                  <a:pt x="10445939" y="2979808"/>
                </a:cubicBezTo>
                <a:cubicBezTo>
                  <a:pt x="10441871" y="2976434"/>
                  <a:pt x="10437208" y="2974747"/>
                  <a:pt x="10431949" y="2974747"/>
                </a:cubicBezTo>
                <a:close/>
                <a:moveTo>
                  <a:pt x="9669949" y="2974747"/>
                </a:moveTo>
                <a:cubicBezTo>
                  <a:pt x="9664492" y="2974747"/>
                  <a:pt x="9659705" y="2976608"/>
                  <a:pt x="9655587" y="2980328"/>
                </a:cubicBezTo>
                <a:cubicBezTo>
                  <a:pt x="9651470" y="2984049"/>
                  <a:pt x="9649411" y="2988787"/>
                  <a:pt x="9649411" y="2994542"/>
                </a:cubicBezTo>
                <a:cubicBezTo>
                  <a:pt x="9649411" y="3000891"/>
                  <a:pt x="9651420" y="3005803"/>
                  <a:pt x="9655438" y="3009276"/>
                </a:cubicBezTo>
                <a:cubicBezTo>
                  <a:pt x="9659457" y="3012748"/>
                  <a:pt x="9664294" y="3014485"/>
                  <a:pt x="9669949" y="3014485"/>
                </a:cubicBezTo>
                <a:cubicBezTo>
                  <a:pt x="9675406" y="3014485"/>
                  <a:pt x="9680119" y="3012723"/>
                  <a:pt x="9684088" y="3009201"/>
                </a:cubicBezTo>
                <a:cubicBezTo>
                  <a:pt x="9688056" y="3005679"/>
                  <a:pt x="9690041" y="3000792"/>
                  <a:pt x="9690041" y="2994542"/>
                </a:cubicBezTo>
                <a:cubicBezTo>
                  <a:pt x="9690041" y="2988092"/>
                  <a:pt x="9688007" y="2983181"/>
                  <a:pt x="9683939" y="2979808"/>
                </a:cubicBezTo>
                <a:cubicBezTo>
                  <a:pt x="9679871" y="2976434"/>
                  <a:pt x="9675208" y="2974747"/>
                  <a:pt x="9669949" y="2974747"/>
                </a:cubicBezTo>
                <a:close/>
                <a:moveTo>
                  <a:pt x="9288949" y="2974747"/>
                </a:moveTo>
                <a:cubicBezTo>
                  <a:pt x="9283492" y="2974747"/>
                  <a:pt x="9278705" y="2976608"/>
                  <a:pt x="9274587" y="2980328"/>
                </a:cubicBezTo>
                <a:cubicBezTo>
                  <a:pt x="9270470" y="2984049"/>
                  <a:pt x="9268411" y="2988787"/>
                  <a:pt x="9268411" y="2994542"/>
                </a:cubicBezTo>
                <a:cubicBezTo>
                  <a:pt x="9268411" y="3000891"/>
                  <a:pt x="9270420" y="3005803"/>
                  <a:pt x="9274438" y="3009276"/>
                </a:cubicBezTo>
                <a:cubicBezTo>
                  <a:pt x="9278457" y="3012748"/>
                  <a:pt x="9283294" y="3014485"/>
                  <a:pt x="9288949" y="3014485"/>
                </a:cubicBezTo>
                <a:cubicBezTo>
                  <a:pt x="9294406" y="3014485"/>
                  <a:pt x="9299119" y="3012723"/>
                  <a:pt x="9303088" y="3009201"/>
                </a:cubicBezTo>
                <a:cubicBezTo>
                  <a:pt x="9307056" y="3005679"/>
                  <a:pt x="9309041" y="3000792"/>
                  <a:pt x="9309041" y="2994542"/>
                </a:cubicBezTo>
                <a:cubicBezTo>
                  <a:pt x="9309041" y="2988092"/>
                  <a:pt x="9307007" y="2983181"/>
                  <a:pt x="9302939" y="2979808"/>
                </a:cubicBezTo>
                <a:cubicBezTo>
                  <a:pt x="9298871" y="2976434"/>
                  <a:pt x="9294208" y="2974747"/>
                  <a:pt x="9288949" y="2974747"/>
                </a:cubicBezTo>
                <a:close/>
                <a:moveTo>
                  <a:pt x="10091133" y="2972961"/>
                </a:moveTo>
                <a:cubicBezTo>
                  <a:pt x="10074464" y="2972961"/>
                  <a:pt x="10059581" y="2975566"/>
                  <a:pt x="10046484" y="2980775"/>
                </a:cubicBezTo>
                <a:cubicBezTo>
                  <a:pt x="10033387" y="2985984"/>
                  <a:pt x="10022275" y="2993500"/>
                  <a:pt x="10013147" y="3003322"/>
                </a:cubicBezTo>
                <a:cubicBezTo>
                  <a:pt x="10004019" y="3013145"/>
                  <a:pt x="9997049" y="3025051"/>
                  <a:pt x="9992236" y="3039041"/>
                </a:cubicBezTo>
                <a:cubicBezTo>
                  <a:pt x="9987424" y="3053031"/>
                  <a:pt x="9985018" y="3068410"/>
                  <a:pt x="9985018" y="3085178"/>
                </a:cubicBezTo>
                <a:cubicBezTo>
                  <a:pt x="9985018" y="3101648"/>
                  <a:pt x="9987325" y="3116878"/>
                  <a:pt x="9991939" y="3130868"/>
                </a:cubicBezTo>
                <a:cubicBezTo>
                  <a:pt x="9996552" y="3144858"/>
                  <a:pt x="10003423" y="3156938"/>
                  <a:pt x="10012551" y="3167108"/>
                </a:cubicBezTo>
                <a:cubicBezTo>
                  <a:pt x="10021679" y="3177278"/>
                  <a:pt x="10032966" y="3185066"/>
                  <a:pt x="10046410" y="3190474"/>
                </a:cubicBezTo>
                <a:cubicBezTo>
                  <a:pt x="10059854" y="3195881"/>
                  <a:pt x="10075059" y="3198585"/>
                  <a:pt x="10092026" y="3198585"/>
                </a:cubicBezTo>
                <a:cubicBezTo>
                  <a:pt x="10112961" y="3198585"/>
                  <a:pt x="10130622" y="3194914"/>
                  <a:pt x="10145009" y="3187572"/>
                </a:cubicBezTo>
                <a:cubicBezTo>
                  <a:pt x="10152747" y="3193128"/>
                  <a:pt x="10159867" y="3197990"/>
                  <a:pt x="10166365" y="3202157"/>
                </a:cubicBezTo>
                <a:cubicBezTo>
                  <a:pt x="10172864" y="3206324"/>
                  <a:pt x="10178519" y="3209499"/>
                  <a:pt x="10183332" y="3211682"/>
                </a:cubicBezTo>
                <a:cubicBezTo>
                  <a:pt x="10188144" y="3213865"/>
                  <a:pt x="10192237" y="3214956"/>
                  <a:pt x="10195610" y="3214956"/>
                </a:cubicBezTo>
                <a:cubicBezTo>
                  <a:pt x="10199777" y="3214956"/>
                  <a:pt x="10203324" y="3213368"/>
                  <a:pt x="10206251" y="3210194"/>
                </a:cubicBezTo>
                <a:cubicBezTo>
                  <a:pt x="10209178" y="3207018"/>
                  <a:pt x="10210642" y="3203843"/>
                  <a:pt x="10210642" y="3200669"/>
                </a:cubicBezTo>
                <a:cubicBezTo>
                  <a:pt x="10210642" y="3196204"/>
                  <a:pt x="10209401" y="3192756"/>
                  <a:pt x="10206921" y="3190325"/>
                </a:cubicBezTo>
                <a:cubicBezTo>
                  <a:pt x="10204441" y="3187894"/>
                  <a:pt x="10199380" y="3184620"/>
                  <a:pt x="10191741" y="3180502"/>
                </a:cubicBezTo>
                <a:cubicBezTo>
                  <a:pt x="10184101" y="3176385"/>
                  <a:pt x="10177056" y="3172143"/>
                  <a:pt x="10170607" y="3167777"/>
                </a:cubicBezTo>
                <a:cubicBezTo>
                  <a:pt x="10189359" y="3147537"/>
                  <a:pt x="10198735" y="3120103"/>
                  <a:pt x="10198735" y="3085476"/>
                </a:cubicBezTo>
                <a:cubicBezTo>
                  <a:pt x="10198735" y="3062655"/>
                  <a:pt x="10194568" y="3042787"/>
                  <a:pt x="10186234" y="3025870"/>
                </a:cubicBezTo>
                <a:cubicBezTo>
                  <a:pt x="10177899" y="3008953"/>
                  <a:pt x="10165621" y="2995906"/>
                  <a:pt x="10149399" y="2986728"/>
                </a:cubicBezTo>
                <a:cubicBezTo>
                  <a:pt x="10133177" y="2977550"/>
                  <a:pt x="10113755" y="2972961"/>
                  <a:pt x="10091133" y="2972961"/>
                </a:cubicBezTo>
                <a:close/>
                <a:moveTo>
                  <a:pt x="8521889" y="2972961"/>
                </a:moveTo>
                <a:cubicBezTo>
                  <a:pt x="8515142" y="2972961"/>
                  <a:pt x="8509809" y="2975194"/>
                  <a:pt x="8505890" y="2979659"/>
                </a:cubicBezTo>
                <a:cubicBezTo>
                  <a:pt x="8501971" y="2984124"/>
                  <a:pt x="8500011" y="2990821"/>
                  <a:pt x="8500011" y="2999751"/>
                </a:cubicBezTo>
                <a:lnTo>
                  <a:pt x="8500011" y="3171647"/>
                </a:lnTo>
                <a:cubicBezTo>
                  <a:pt x="8500011" y="3180577"/>
                  <a:pt x="8501996" y="3187299"/>
                  <a:pt x="8505964" y="3191813"/>
                </a:cubicBezTo>
                <a:cubicBezTo>
                  <a:pt x="8509933" y="3196328"/>
                  <a:pt x="8515241" y="3198585"/>
                  <a:pt x="8521889" y="3198585"/>
                </a:cubicBezTo>
                <a:cubicBezTo>
                  <a:pt x="8528437" y="3198585"/>
                  <a:pt x="8533795" y="3196352"/>
                  <a:pt x="8537962" y="3191888"/>
                </a:cubicBezTo>
                <a:cubicBezTo>
                  <a:pt x="8542130" y="3187423"/>
                  <a:pt x="8544213" y="3180676"/>
                  <a:pt x="8544213" y="3171647"/>
                </a:cubicBezTo>
                <a:lnTo>
                  <a:pt x="8544213" y="3098275"/>
                </a:lnTo>
                <a:lnTo>
                  <a:pt x="8639612" y="3098275"/>
                </a:lnTo>
                <a:lnTo>
                  <a:pt x="8639612" y="3171647"/>
                </a:lnTo>
                <a:cubicBezTo>
                  <a:pt x="8639612" y="3180577"/>
                  <a:pt x="8641596" y="3187299"/>
                  <a:pt x="8645565" y="3191813"/>
                </a:cubicBezTo>
                <a:cubicBezTo>
                  <a:pt x="8649534" y="3196328"/>
                  <a:pt x="8654842" y="3198585"/>
                  <a:pt x="8661490" y="3198585"/>
                </a:cubicBezTo>
                <a:cubicBezTo>
                  <a:pt x="8668038" y="3198585"/>
                  <a:pt x="8673396" y="3196352"/>
                  <a:pt x="8677563" y="3191888"/>
                </a:cubicBezTo>
                <a:cubicBezTo>
                  <a:pt x="8681730" y="3187423"/>
                  <a:pt x="8683814" y="3180676"/>
                  <a:pt x="8683814" y="3171647"/>
                </a:cubicBezTo>
                <a:lnTo>
                  <a:pt x="8683814" y="2999751"/>
                </a:lnTo>
                <a:cubicBezTo>
                  <a:pt x="8683814" y="2990722"/>
                  <a:pt x="8681755" y="2983999"/>
                  <a:pt x="8677638" y="2979584"/>
                </a:cubicBezTo>
                <a:cubicBezTo>
                  <a:pt x="8673520" y="2975169"/>
                  <a:pt x="8668137" y="2972961"/>
                  <a:pt x="8661490" y="2972961"/>
                </a:cubicBezTo>
                <a:cubicBezTo>
                  <a:pt x="8654941" y="2972961"/>
                  <a:pt x="8649658" y="2975194"/>
                  <a:pt x="8645639" y="2979659"/>
                </a:cubicBezTo>
                <a:cubicBezTo>
                  <a:pt x="8641621" y="2984124"/>
                  <a:pt x="8639612" y="2990821"/>
                  <a:pt x="8639612" y="2999751"/>
                </a:cubicBezTo>
                <a:lnTo>
                  <a:pt x="8639612" y="3062258"/>
                </a:lnTo>
                <a:lnTo>
                  <a:pt x="8544213" y="3062258"/>
                </a:lnTo>
                <a:lnTo>
                  <a:pt x="8544213" y="2999751"/>
                </a:lnTo>
                <a:cubicBezTo>
                  <a:pt x="8544213" y="2990722"/>
                  <a:pt x="8542154" y="2983999"/>
                  <a:pt x="8538037" y="2979584"/>
                </a:cubicBezTo>
                <a:cubicBezTo>
                  <a:pt x="8533919" y="2975169"/>
                  <a:pt x="8528537" y="2972961"/>
                  <a:pt x="8521889" y="2972961"/>
                </a:cubicBezTo>
                <a:close/>
                <a:moveTo>
                  <a:pt x="11444873" y="2745403"/>
                </a:moveTo>
                <a:lnTo>
                  <a:pt x="11444873" y="2751208"/>
                </a:lnTo>
                <a:cubicBezTo>
                  <a:pt x="11444873" y="2765297"/>
                  <a:pt x="11443038" y="2775417"/>
                  <a:pt x="11439367" y="2781569"/>
                </a:cubicBezTo>
                <a:cubicBezTo>
                  <a:pt x="11436191" y="2787125"/>
                  <a:pt x="11431206" y="2791664"/>
                  <a:pt x="11424409" y="2795186"/>
                </a:cubicBezTo>
                <a:cubicBezTo>
                  <a:pt x="11417613" y="2798709"/>
                  <a:pt x="11410196" y="2800470"/>
                  <a:pt x="11402160" y="2800470"/>
                </a:cubicBezTo>
                <a:cubicBezTo>
                  <a:pt x="11394619" y="2800470"/>
                  <a:pt x="11388517" y="2798312"/>
                  <a:pt x="11383854" y="2793996"/>
                </a:cubicBezTo>
                <a:cubicBezTo>
                  <a:pt x="11379191" y="2789680"/>
                  <a:pt x="11376859" y="2784446"/>
                  <a:pt x="11376859" y="2778294"/>
                </a:cubicBezTo>
                <a:cubicBezTo>
                  <a:pt x="11376859" y="2772341"/>
                  <a:pt x="11378843" y="2767703"/>
                  <a:pt x="11382812" y="2764379"/>
                </a:cubicBezTo>
                <a:cubicBezTo>
                  <a:pt x="11386781" y="2761055"/>
                  <a:pt x="11390948" y="2758823"/>
                  <a:pt x="11395313" y="2757682"/>
                </a:cubicBezTo>
                <a:cubicBezTo>
                  <a:pt x="11399679" y="2756541"/>
                  <a:pt x="11407542" y="2754755"/>
                  <a:pt x="11418903" y="2752324"/>
                </a:cubicBezTo>
                <a:cubicBezTo>
                  <a:pt x="11430263" y="2749893"/>
                  <a:pt x="11438920" y="2747586"/>
                  <a:pt x="11444873" y="2745403"/>
                </a:cubicBezTo>
                <a:close/>
                <a:moveTo>
                  <a:pt x="11054348" y="2745403"/>
                </a:moveTo>
                <a:lnTo>
                  <a:pt x="11054348" y="2751208"/>
                </a:lnTo>
                <a:cubicBezTo>
                  <a:pt x="11054348" y="2765297"/>
                  <a:pt x="11052513" y="2775417"/>
                  <a:pt x="11048842" y="2781569"/>
                </a:cubicBezTo>
                <a:cubicBezTo>
                  <a:pt x="11045667" y="2787125"/>
                  <a:pt x="11040681" y="2791664"/>
                  <a:pt x="11033885" y="2795186"/>
                </a:cubicBezTo>
                <a:cubicBezTo>
                  <a:pt x="11027088" y="2798709"/>
                  <a:pt x="11019671" y="2800470"/>
                  <a:pt x="11011635" y="2800470"/>
                </a:cubicBezTo>
                <a:cubicBezTo>
                  <a:pt x="11004094" y="2800470"/>
                  <a:pt x="10997992" y="2798312"/>
                  <a:pt x="10993329" y="2793996"/>
                </a:cubicBezTo>
                <a:cubicBezTo>
                  <a:pt x="10988665" y="2789680"/>
                  <a:pt x="10986334" y="2784446"/>
                  <a:pt x="10986334" y="2778294"/>
                </a:cubicBezTo>
                <a:cubicBezTo>
                  <a:pt x="10986334" y="2772341"/>
                  <a:pt x="10988318" y="2767703"/>
                  <a:pt x="10992287" y="2764379"/>
                </a:cubicBezTo>
                <a:cubicBezTo>
                  <a:pt x="10996256" y="2761055"/>
                  <a:pt x="11000423" y="2758823"/>
                  <a:pt x="11004789" y="2757682"/>
                </a:cubicBezTo>
                <a:cubicBezTo>
                  <a:pt x="11009154" y="2756541"/>
                  <a:pt x="11017017" y="2754755"/>
                  <a:pt x="11028378" y="2752324"/>
                </a:cubicBezTo>
                <a:cubicBezTo>
                  <a:pt x="11039739" y="2749893"/>
                  <a:pt x="11048395" y="2747586"/>
                  <a:pt x="11054348" y="2745403"/>
                </a:cubicBezTo>
                <a:close/>
                <a:moveTo>
                  <a:pt x="9930398" y="2745403"/>
                </a:moveTo>
                <a:lnTo>
                  <a:pt x="9930398" y="2751208"/>
                </a:lnTo>
                <a:cubicBezTo>
                  <a:pt x="9930398" y="2765297"/>
                  <a:pt x="9928563" y="2775417"/>
                  <a:pt x="9924892" y="2781569"/>
                </a:cubicBezTo>
                <a:cubicBezTo>
                  <a:pt x="9921717" y="2787125"/>
                  <a:pt x="9916731" y="2791664"/>
                  <a:pt x="9909935" y="2795186"/>
                </a:cubicBezTo>
                <a:cubicBezTo>
                  <a:pt x="9903138" y="2798709"/>
                  <a:pt x="9895721" y="2800470"/>
                  <a:pt x="9887685" y="2800470"/>
                </a:cubicBezTo>
                <a:cubicBezTo>
                  <a:pt x="9880144" y="2800470"/>
                  <a:pt x="9874042" y="2798312"/>
                  <a:pt x="9869379" y="2793996"/>
                </a:cubicBezTo>
                <a:cubicBezTo>
                  <a:pt x="9864715" y="2789680"/>
                  <a:pt x="9862384" y="2784446"/>
                  <a:pt x="9862384" y="2778294"/>
                </a:cubicBezTo>
                <a:cubicBezTo>
                  <a:pt x="9862384" y="2772341"/>
                  <a:pt x="9864368" y="2767703"/>
                  <a:pt x="9868337" y="2764379"/>
                </a:cubicBezTo>
                <a:cubicBezTo>
                  <a:pt x="9872306" y="2761055"/>
                  <a:pt x="9876473" y="2758823"/>
                  <a:pt x="9880839" y="2757682"/>
                </a:cubicBezTo>
                <a:cubicBezTo>
                  <a:pt x="9885204" y="2756541"/>
                  <a:pt x="9893067" y="2754755"/>
                  <a:pt x="9904428" y="2752324"/>
                </a:cubicBezTo>
                <a:cubicBezTo>
                  <a:pt x="9915788" y="2749893"/>
                  <a:pt x="9924445" y="2747586"/>
                  <a:pt x="9930398" y="2745403"/>
                </a:cubicBezTo>
                <a:close/>
                <a:moveTo>
                  <a:pt x="9216023" y="2745403"/>
                </a:moveTo>
                <a:lnTo>
                  <a:pt x="9216023" y="2751208"/>
                </a:lnTo>
                <a:cubicBezTo>
                  <a:pt x="9216023" y="2765297"/>
                  <a:pt x="9214188" y="2775417"/>
                  <a:pt x="9210517" y="2781569"/>
                </a:cubicBezTo>
                <a:cubicBezTo>
                  <a:pt x="9207342" y="2787125"/>
                  <a:pt x="9202356" y="2791664"/>
                  <a:pt x="9195559" y="2795186"/>
                </a:cubicBezTo>
                <a:cubicBezTo>
                  <a:pt x="9188763" y="2798709"/>
                  <a:pt x="9181346" y="2800470"/>
                  <a:pt x="9173310" y="2800470"/>
                </a:cubicBezTo>
                <a:cubicBezTo>
                  <a:pt x="9165769" y="2800470"/>
                  <a:pt x="9159667" y="2798312"/>
                  <a:pt x="9155004" y="2793996"/>
                </a:cubicBezTo>
                <a:cubicBezTo>
                  <a:pt x="9150340" y="2789680"/>
                  <a:pt x="9148009" y="2784446"/>
                  <a:pt x="9148009" y="2778294"/>
                </a:cubicBezTo>
                <a:cubicBezTo>
                  <a:pt x="9148009" y="2772341"/>
                  <a:pt x="9149993" y="2767703"/>
                  <a:pt x="9153962" y="2764379"/>
                </a:cubicBezTo>
                <a:cubicBezTo>
                  <a:pt x="9157931" y="2761055"/>
                  <a:pt x="9162098" y="2758823"/>
                  <a:pt x="9166463" y="2757682"/>
                </a:cubicBezTo>
                <a:cubicBezTo>
                  <a:pt x="9170829" y="2756541"/>
                  <a:pt x="9178692" y="2754755"/>
                  <a:pt x="9190053" y="2752324"/>
                </a:cubicBezTo>
                <a:cubicBezTo>
                  <a:pt x="9201413" y="2749893"/>
                  <a:pt x="9210070" y="2747586"/>
                  <a:pt x="9216023" y="2745403"/>
                </a:cubicBezTo>
                <a:close/>
                <a:moveTo>
                  <a:pt x="10081161" y="2692272"/>
                </a:moveTo>
                <a:cubicBezTo>
                  <a:pt x="10088305" y="2692272"/>
                  <a:pt x="10094878" y="2694330"/>
                  <a:pt x="10100881" y="2698448"/>
                </a:cubicBezTo>
                <a:cubicBezTo>
                  <a:pt x="10106884" y="2702566"/>
                  <a:pt x="10111646" y="2708519"/>
                  <a:pt x="10115169" y="2716307"/>
                </a:cubicBezTo>
                <a:cubicBezTo>
                  <a:pt x="10118691" y="2724096"/>
                  <a:pt x="10120452" y="2733398"/>
                  <a:pt x="10120452" y="2744213"/>
                </a:cubicBezTo>
                <a:cubicBezTo>
                  <a:pt x="10120452" y="2755722"/>
                  <a:pt x="10118691" y="2765321"/>
                  <a:pt x="10115169" y="2773011"/>
                </a:cubicBezTo>
                <a:cubicBezTo>
                  <a:pt x="10111646" y="2780700"/>
                  <a:pt x="10106933" y="2786405"/>
                  <a:pt x="10101030" y="2790126"/>
                </a:cubicBezTo>
                <a:cubicBezTo>
                  <a:pt x="10095126" y="2793847"/>
                  <a:pt x="10088603" y="2795707"/>
                  <a:pt x="10081459" y="2795707"/>
                </a:cubicBezTo>
                <a:cubicBezTo>
                  <a:pt x="10074414" y="2795707"/>
                  <a:pt x="10067915" y="2793748"/>
                  <a:pt x="10061962" y="2789829"/>
                </a:cubicBezTo>
                <a:cubicBezTo>
                  <a:pt x="10056009" y="2785909"/>
                  <a:pt x="10051321" y="2780080"/>
                  <a:pt x="10047898" y="2772341"/>
                </a:cubicBezTo>
                <a:cubicBezTo>
                  <a:pt x="10044475" y="2764602"/>
                  <a:pt x="10042763" y="2755226"/>
                  <a:pt x="10042763" y="2744213"/>
                </a:cubicBezTo>
                <a:cubicBezTo>
                  <a:pt x="10042763" y="2733795"/>
                  <a:pt x="10044376" y="2724642"/>
                  <a:pt x="10047601" y="2716754"/>
                </a:cubicBezTo>
                <a:cubicBezTo>
                  <a:pt x="10050825" y="2708866"/>
                  <a:pt x="10055364" y="2702814"/>
                  <a:pt x="10061218" y="2698597"/>
                </a:cubicBezTo>
                <a:cubicBezTo>
                  <a:pt x="10067072" y="2694380"/>
                  <a:pt x="10073720" y="2692272"/>
                  <a:pt x="10081161" y="2692272"/>
                </a:cubicBezTo>
                <a:close/>
                <a:moveTo>
                  <a:pt x="11240532" y="2661911"/>
                </a:moveTo>
                <a:cubicBezTo>
                  <a:pt x="11227336" y="2661911"/>
                  <a:pt x="11220738" y="2671039"/>
                  <a:pt x="11220738" y="2689295"/>
                </a:cubicBezTo>
                <a:lnTo>
                  <a:pt x="11220738" y="2802404"/>
                </a:lnTo>
                <a:cubicBezTo>
                  <a:pt x="11220738" y="2810540"/>
                  <a:pt x="11222623" y="2816692"/>
                  <a:pt x="11226394" y="2820859"/>
                </a:cubicBezTo>
                <a:cubicBezTo>
                  <a:pt x="11230164" y="2825026"/>
                  <a:pt x="11234976" y="2827110"/>
                  <a:pt x="11240830" y="2827110"/>
                </a:cubicBezTo>
                <a:cubicBezTo>
                  <a:pt x="11246783" y="2827110"/>
                  <a:pt x="11251695" y="2825051"/>
                  <a:pt x="11255564" y="2820934"/>
                </a:cubicBezTo>
                <a:cubicBezTo>
                  <a:pt x="11259433" y="2816816"/>
                  <a:pt x="11261368" y="2810640"/>
                  <a:pt x="11261368" y="2802404"/>
                </a:cubicBezTo>
                <a:lnTo>
                  <a:pt x="11261368" y="2768472"/>
                </a:lnTo>
                <a:cubicBezTo>
                  <a:pt x="11261368" y="2756268"/>
                  <a:pt x="11261765" y="2745924"/>
                  <a:pt x="11262559" y="2737441"/>
                </a:cubicBezTo>
                <a:cubicBezTo>
                  <a:pt x="11263353" y="2728958"/>
                  <a:pt x="11264791" y="2721640"/>
                  <a:pt x="11266875" y="2715489"/>
                </a:cubicBezTo>
                <a:cubicBezTo>
                  <a:pt x="11268959" y="2709337"/>
                  <a:pt x="11271885" y="2704699"/>
                  <a:pt x="11275656" y="2701573"/>
                </a:cubicBezTo>
                <a:cubicBezTo>
                  <a:pt x="11279426" y="2698448"/>
                  <a:pt x="11284288" y="2696885"/>
                  <a:pt x="11290241" y="2696885"/>
                </a:cubicBezTo>
                <a:cubicBezTo>
                  <a:pt x="11294607" y="2696885"/>
                  <a:pt x="11299642" y="2697803"/>
                  <a:pt x="11305347" y="2699639"/>
                </a:cubicBezTo>
                <a:cubicBezTo>
                  <a:pt x="11311052" y="2701474"/>
                  <a:pt x="11314649" y="2702392"/>
                  <a:pt x="11316137" y="2702392"/>
                </a:cubicBezTo>
                <a:cubicBezTo>
                  <a:pt x="11320106" y="2702392"/>
                  <a:pt x="11323802" y="2700780"/>
                  <a:pt x="11327225" y="2697555"/>
                </a:cubicBezTo>
                <a:cubicBezTo>
                  <a:pt x="11330648" y="2694330"/>
                  <a:pt x="11332359" y="2690238"/>
                  <a:pt x="11332359" y="2685277"/>
                </a:cubicBezTo>
                <a:cubicBezTo>
                  <a:pt x="11332359" y="2678232"/>
                  <a:pt x="11328341" y="2672577"/>
                  <a:pt x="11320304" y="2668310"/>
                </a:cubicBezTo>
                <a:cubicBezTo>
                  <a:pt x="11312267" y="2664044"/>
                  <a:pt x="11303983" y="2661911"/>
                  <a:pt x="11295450" y="2661911"/>
                </a:cubicBezTo>
                <a:cubicBezTo>
                  <a:pt x="11286917" y="2661911"/>
                  <a:pt x="11280096" y="2664044"/>
                  <a:pt x="11274986" y="2668310"/>
                </a:cubicBezTo>
                <a:cubicBezTo>
                  <a:pt x="11269876" y="2672577"/>
                  <a:pt x="11264891" y="2678877"/>
                  <a:pt x="11260029" y="2687212"/>
                </a:cubicBezTo>
                <a:cubicBezTo>
                  <a:pt x="11259731" y="2678877"/>
                  <a:pt x="11258094" y="2672577"/>
                  <a:pt x="11255117" y="2668310"/>
                </a:cubicBezTo>
                <a:cubicBezTo>
                  <a:pt x="11252141" y="2664044"/>
                  <a:pt x="11247279" y="2661911"/>
                  <a:pt x="11240532" y="2661911"/>
                </a:cubicBezTo>
                <a:close/>
                <a:moveTo>
                  <a:pt x="11155403" y="2661911"/>
                </a:moveTo>
                <a:cubicBezTo>
                  <a:pt x="11149449" y="2661911"/>
                  <a:pt x="11144613" y="2663945"/>
                  <a:pt x="11140892" y="2668013"/>
                </a:cubicBezTo>
                <a:cubicBezTo>
                  <a:pt x="11137171" y="2672081"/>
                  <a:pt x="11135311" y="2678133"/>
                  <a:pt x="11135311" y="2686170"/>
                </a:cubicBezTo>
                <a:lnTo>
                  <a:pt x="11135311" y="2802404"/>
                </a:lnTo>
                <a:cubicBezTo>
                  <a:pt x="11135311" y="2810342"/>
                  <a:pt x="11137171" y="2816444"/>
                  <a:pt x="11140892" y="2820710"/>
                </a:cubicBezTo>
                <a:cubicBezTo>
                  <a:pt x="11144613" y="2824977"/>
                  <a:pt x="11149449" y="2827110"/>
                  <a:pt x="11155403" y="2827110"/>
                </a:cubicBezTo>
                <a:cubicBezTo>
                  <a:pt x="11161356" y="2827110"/>
                  <a:pt x="11166267" y="2825026"/>
                  <a:pt x="11170137" y="2820859"/>
                </a:cubicBezTo>
                <a:cubicBezTo>
                  <a:pt x="11174006" y="2816692"/>
                  <a:pt x="11175941" y="2810540"/>
                  <a:pt x="11175941" y="2802404"/>
                </a:cubicBezTo>
                <a:lnTo>
                  <a:pt x="11175941" y="2684979"/>
                </a:lnTo>
                <a:cubicBezTo>
                  <a:pt x="11175941" y="2677736"/>
                  <a:pt x="11174006" y="2672081"/>
                  <a:pt x="11170137" y="2668013"/>
                </a:cubicBezTo>
                <a:cubicBezTo>
                  <a:pt x="11166267" y="2663945"/>
                  <a:pt x="11161356" y="2661911"/>
                  <a:pt x="11155403" y="2661911"/>
                </a:cubicBezTo>
                <a:close/>
                <a:moveTo>
                  <a:pt x="10850007" y="2661911"/>
                </a:moveTo>
                <a:cubicBezTo>
                  <a:pt x="10836811" y="2661911"/>
                  <a:pt x="10830213" y="2671039"/>
                  <a:pt x="10830213" y="2689295"/>
                </a:cubicBezTo>
                <a:lnTo>
                  <a:pt x="10830213" y="2802404"/>
                </a:lnTo>
                <a:cubicBezTo>
                  <a:pt x="10830213" y="2810540"/>
                  <a:pt x="10832098" y="2816692"/>
                  <a:pt x="10835869" y="2820859"/>
                </a:cubicBezTo>
                <a:cubicBezTo>
                  <a:pt x="10839639" y="2825026"/>
                  <a:pt x="10844451" y="2827110"/>
                  <a:pt x="10850305" y="2827110"/>
                </a:cubicBezTo>
                <a:cubicBezTo>
                  <a:pt x="10856258" y="2827110"/>
                  <a:pt x="10861169" y="2825051"/>
                  <a:pt x="10865039" y="2820934"/>
                </a:cubicBezTo>
                <a:cubicBezTo>
                  <a:pt x="10868909" y="2816816"/>
                  <a:pt x="10870843" y="2810640"/>
                  <a:pt x="10870843" y="2802404"/>
                </a:cubicBezTo>
                <a:lnTo>
                  <a:pt x="10870843" y="2768472"/>
                </a:lnTo>
                <a:cubicBezTo>
                  <a:pt x="10870843" y="2756268"/>
                  <a:pt x="10871240" y="2745924"/>
                  <a:pt x="10872034" y="2737441"/>
                </a:cubicBezTo>
                <a:cubicBezTo>
                  <a:pt x="10872828" y="2728958"/>
                  <a:pt x="10874266" y="2721640"/>
                  <a:pt x="10876350" y="2715489"/>
                </a:cubicBezTo>
                <a:cubicBezTo>
                  <a:pt x="10878433" y="2709337"/>
                  <a:pt x="10881360" y="2704699"/>
                  <a:pt x="10885131" y="2701573"/>
                </a:cubicBezTo>
                <a:cubicBezTo>
                  <a:pt x="10888901" y="2698448"/>
                  <a:pt x="10893763" y="2696885"/>
                  <a:pt x="10899716" y="2696885"/>
                </a:cubicBezTo>
                <a:cubicBezTo>
                  <a:pt x="10904081" y="2696885"/>
                  <a:pt x="10909117" y="2697803"/>
                  <a:pt x="10914822" y="2699639"/>
                </a:cubicBezTo>
                <a:cubicBezTo>
                  <a:pt x="10920527" y="2701474"/>
                  <a:pt x="10924124" y="2702392"/>
                  <a:pt x="10925612" y="2702392"/>
                </a:cubicBezTo>
                <a:cubicBezTo>
                  <a:pt x="10929581" y="2702392"/>
                  <a:pt x="10933277" y="2700780"/>
                  <a:pt x="10936700" y="2697555"/>
                </a:cubicBezTo>
                <a:cubicBezTo>
                  <a:pt x="10940123" y="2694330"/>
                  <a:pt x="10941834" y="2690238"/>
                  <a:pt x="10941834" y="2685277"/>
                </a:cubicBezTo>
                <a:cubicBezTo>
                  <a:pt x="10941834" y="2678232"/>
                  <a:pt x="10937816" y="2672577"/>
                  <a:pt x="10929779" y="2668310"/>
                </a:cubicBezTo>
                <a:cubicBezTo>
                  <a:pt x="10921743" y="2664044"/>
                  <a:pt x="10913458" y="2661911"/>
                  <a:pt x="10904925" y="2661911"/>
                </a:cubicBezTo>
                <a:cubicBezTo>
                  <a:pt x="10896392" y="2661911"/>
                  <a:pt x="10889571" y="2664044"/>
                  <a:pt x="10884461" y="2668310"/>
                </a:cubicBezTo>
                <a:cubicBezTo>
                  <a:pt x="10879351" y="2672577"/>
                  <a:pt x="10874365" y="2678877"/>
                  <a:pt x="10869504" y="2687212"/>
                </a:cubicBezTo>
                <a:cubicBezTo>
                  <a:pt x="10869206" y="2678877"/>
                  <a:pt x="10867569" y="2672577"/>
                  <a:pt x="10864593" y="2668310"/>
                </a:cubicBezTo>
                <a:cubicBezTo>
                  <a:pt x="10861616" y="2664044"/>
                  <a:pt x="10856754" y="2661911"/>
                  <a:pt x="10850007" y="2661911"/>
                </a:cubicBezTo>
                <a:close/>
                <a:moveTo>
                  <a:pt x="10716657" y="2661911"/>
                </a:moveTo>
                <a:cubicBezTo>
                  <a:pt x="10703461" y="2661911"/>
                  <a:pt x="10696863" y="2671039"/>
                  <a:pt x="10696863" y="2689295"/>
                </a:cubicBezTo>
                <a:lnTo>
                  <a:pt x="10696863" y="2802404"/>
                </a:lnTo>
                <a:cubicBezTo>
                  <a:pt x="10696863" y="2810540"/>
                  <a:pt x="10698748" y="2816692"/>
                  <a:pt x="10702519" y="2820859"/>
                </a:cubicBezTo>
                <a:cubicBezTo>
                  <a:pt x="10706289" y="2825026"/>
                  <a:pt x="10711101" y="2827110"/>
                  <a:pt x="10716955" y="2827110"/>
                </a:cubicBezTo>
                <a:cubicBezTo>
                  <a:pt x="10722908" y="2827110"/>
                  <a:pt x="10727819" y="2825051"/>
                  <a:pt x="10731689" y="2820934"/>
                </a:cubicBezTo>
                <a:cubicBezTo>
                  <a:pt x="10735559" y="2816816"/>
                  <a:pt x="10737493" y="2810640"/>
                  <a:pt x="10737493" y="2802404"/>
                </a:cubicBezTo>
                <a:lnTo>
                  <a:pt x="10737493" y="2768472"/>
                </a:lnTo>
                <a:cubicBezTo>
                  <a:pt x="10737493" y="2756268"/>
                  <a:pt x="10737890" y="2745924"/>
                  <a:pt x="10738684" y="2737441"/>
                </a:cubicBezTo>
                <a:cubicBezTo>
                  <a:pt x="10739477" y="2728958"/>
                  <a:pt x="10740916" y="2721640"/>
                  <a:pt x="10743000" y="2715489"/>
                </a:cubicBezTo>
                <a:cubicBezTo>
                  <a:pt x="10745083" y="2709337"/>
                  <a:pt x="10748010" y="2704699"/>
                  <a:pt x="10751781" y="2701573"/>
                </a:cubicBezTo>
                <a:cubicBezTo>
                  <a:pt x="10755551" y="2698448"/>
                  <a:pt x="10760413" y="2696885"/>
                  <a:pt x="10766366" y="2696885"/>
                </a:cubicBezTo>
                <a:cubicBezTo>
                  <a:pt x="10770731" y="2696885"/>
                  <a:pt x="10775767" y="2697803"/>
                  <a:pt x="10781472" y="2699639"/>
                </a:cubicBezTo>
                <a:cubicBezTo>
                  <a:pt x="10787177" y="2701474"/>
                  <a:pt x="10790774" y="2702392"/>
                  <a:pt x="10792262" y="2702392"/>
                </a:cubicBezTo>
                <a:cubicBezTo>
                  <a:pt x="10796231" y="2702392"/>
                  <a:pt x="10799927" y="2700780"/>
                  <a:pt x="10803350" y="2697555"/>
                </a:cubicBezTo>
                <a:cubicBezTo>
                  <a:pt x="10806773" y="2694330"/>
                  <a:pt x="10808484" y="2690238"/>
                  <a:pt x="10808484" y="2685277"/>
                </a:cubicBezTo>
                <a:cubicBezTo>
                  <a:pt x="10808484" y="2678232"/>
                  <a:pt x="10804466" y="2672577"/>
                  <a:pt x="10796429" y="2668310"/>
                </a:cubicBezTo>
                <a:cubicBezTo>
                  <a:pt x="10788393" y="2664044"/>
                  <a:pt x="10780108" y="2661911"/>
                  <a:pt x="10771575" y="2661911"/>
                </a:cubicBezTo>
                <a:cubicBezTo>
                  <a:pt x="10763042" y="2661911"/>
                  <a:pt x="10756221" y="2664044"/>
                  <a:pt x="10751111" y="2668310"/>
                </a:cubicBezTo>
                <a:cubicBezTo>
                  <a:pt x="10746001" y="2672577"/>
                  <a:pt x="10741015" y="2678877"/>
                  <a:pt x="10736154" y="2687212"/>
                </a:cubicBezTo>
                <a:cubicBezTo>
                  <a:pt x="10735856" y="2678877"/>
                  <a:pt x="10734219" y="2672577"/>
                  <a:pt x="10731243" y="2668310"/>
                </a:cubicBezTo>
                <a:cubicBezTo>
                  <a:pt x="10728266" y="2664044"/>
                  <a:pt x="10723404" y="2661911"/>
                  <a:pt x="10716657" y="2661911"/>
                </a:cubicBezTo>
                <a:close/>
                <a:moveTo>
                  <a:pt x="10535087" y="2661911"/>
                </a:moveTo>
                <a:cubicBezTo>
                  <a:pt x="10529035" y="2661911"/>
                  <a:pt x="10524173" y="2663920"/>
                  <a:pt x="10520502" y="2667938"/>
                </a:cubicBezTo>
                <a:cubicBezTo>
                  <a:pt x="10516831" y="2671957"/>
                  <a:pt x="10514995" y="2678034"/>
                  <a:pt x="10514995" y="2686170"/>
                </a:cubicBezTo>
                <a:lnTo>
                  <a:pt x="10514995" y="2766686"/>
                </a:lnTo>
                <a:cubicBezTo>
                  <a:pt x="10514995" y="2782858"/>
                  <a:pt x="10517525" y="2795261"/>
                  <a:pt x="10522585" y="2803893"/>
                </a:cubicBezTo>
                <a:cubicBezTo>
                  <a:pt x="10526852" y="2811036"/>
                  <a:pt x="10532879" y="2816642"/>
                  <a:pt x="10540668" y="2820710"/>
                </a:cubicBezTo>
                <a:cubicBezTo>
                  <a:pt x="10548457" y="2824778"/>
                  <a:pt x="10557263" y="2826812"/>
                  <a:pt x="10567085" y="2826812"/>
                </a:cubicBezTo>
                <a:cubicBezTo>
                  <a:pt x="10575221" y="2826812"/>
                  <a:pt x="10582464" y="2825795"/>
                  <a:pt x="10588814" y="2823761"/>
                </a:cubicBezTo>
                <a:cubicBezTo>
                  <a:pt x="10595164" y="2821727"/>
                  <a:pt x="10601018" y="2818627"/>
                  <a:pt x="10606376" y="2814460"/>
                </a:cubicBezTo>
                <a:cubicBezTo>
                  <a:pt x="10611733" y="2810292"/>
                  <a:pt x="10616843" y="2805133"/>
                  <a:pt x="10621705" y="2798981"/>
                </a:cubicBezTo>
                <a:lnTo>
                  <a:pt x="10621705" y="2804190"/>
                </a:lnTo>
                <a:cubicBezTo>
                  <a:pt x="10621705" y="2811433"/>
                  <a:pt x="10623515" y="2817064"/>
                  <a:pt x="10627137" y="2821082"/>
                </a:cubicBezTo>
                <a:cubicBezTo>
                  <a:pt x="10630759" y="2825101"/>
                  <a:pt x="10635347" y="2827110"/>
                  <a:pt x="10640904" y="2827110"/>
                </a:cubicBezTo>
                <a:cubicBezTo>
                  <a:pt x="10646460" y="2827110"/>
                  <a:pt x="10650999" y="2825175"/>
                  <a:pt x="10654521" y="2821306"/>
                </a:cubicBezTo>
                <a:cubicBezTo>
                  <a:pt x="10658044" y="2817436"/>
                  <a:pt x="10659805" y="2811632"/>
                  <a:pt x="10659805" y="2803893"/>
                </a:cubicBezTo>
                <a:lnTo>
                  <a:pt x="10659805" y="2686170"/>
                </a:lnTo>
                <a:cubicBezTo>
                  <a:pt x="10659805" y="2678034"/>
                  <a:pt x="10657969" y="2671957"/>
                  <a:pt x="10654298" y="2667938"/>
                </a:cubicBezTo>
                <a:cubicBezTo>
                  <a:pt x="10650627" y="2663920"/>
                  <a:pt x="10645765" y="2661911"/>
                  <a:pt x="10639713" y="2661911"/>
                </a:cubicBezTo>
                <a:cubicBezTo>
                  <a:pt x="10633661" y="2661911"/>
                  <a:pt x="10628749" y="2663945"/>
                  <a:pt x="10624979" y="2668013"/>
                </a:cubicBezTo>
                <a:cubicBezTo>
                  <a:pt x="10621209" y="2672081"/>
                  <a:pt x="10619324" y="2678133"/>
                  <a:pt x="10619324" y="2686170"/>
                </a:cubicBezTo>
                <a:lnTo>
                  <a:pt x="10619324" y="2735581"/>
                </a:lnTo>
                <a:cubicBezTo>
                  <a:pt x="10619324" y="2755028"/>
                  <a:pt x="10618183" y="2767628"/>
                  <a:pt x="10615901" y="2773383"/>
                </a:cubicBezTo>
                <a:cubicBezTo>
                  <a:pt x="10613123" y="2779931"/>
                  <a:pt x="10608707" y="2785240"/>
                  <a:pt x="10602655" y="2789308"/>
                </a:cubicBezTo>
                <a:cubicBezTo>
                  <a:pt x="10596603" y="2793376"/>
                  <a:pt x="10590153" y="2795410"/>
                  <a:pt x="10583307" y="2795410"/>
                </a:cubicBezTo>
                <a:cubicBezTo>
                  <a:pt x="10576263" y="2795410"/>
                  <a:pt x="10570682" y="2793599"/>
                  <a:pt x="10566564" y="2789977"/>
                </a:cubicBezTo>
                <a:cubicBezTo>
                  <a:pt x="10562447" y="2786356"/>
                  <a:pt x="10559594" y="2781345"/>
                  <a:pt x="10558007" y="2774946"/>
                </a:cubicBezTo>
                <a:cubicBezTo>
                  <a:pt x="10556419" y="2768546"/>
                  <a:pt x="10555625" y="2760633"/>
                  <a:pt x="10555625" y="2751208"/>
                </a:cubicBezTo>
                <a:lnTo>
                  <a:pt x="10555625" y="2686170"/>
                </a:lnTo>
                <a:cubicBezTo>
                  <a:pt x="10555625" y="2678133"/>
                  <a:pt x="10553740" y="2672081"/>
                  <a:pt x="10549970" y="2668013"/>
                </a:cubicBezTo>
                <a:cubicBezTo>
                  <a:pt x="10546199" y="2663945"/>
                  <a:pt x="10541239" y="2661911"/>
                  <a:pt x="10535087" y="2661911"/>
                </a:cubicBezTo>
                <a:close/>
                <a:moveTo>
                  <a:pt x="9580503" y="2661911"/>
                </a:moveTo>
                <a:cubicBezTo>
                  <a:pt x="9574749" y="2661911"/>
                  <a:pt x="9570110" y="2663895"/>
                  <a:pt x="9566588" y="2667864"/>
                </a:cubicBezTo>
                <a:cubicBezTo>
                  <a:pt x="9563066" y="2671833"/>
                  <a:pt x="9561305" y="2677637"/>
                  <a:pt x="9561305" y="2685277"/>
                </a:cubicBezTo>
                <a:lnTo>
                  <a:pt x="9561305" y="2801511"/>
                </a:lnTo>
                <a:cubicBezTo>
                  <a:pt x="9561305" y="2809945"/>
                  <a:pt x="9563264" y="2816320"/>
                  <a:pt x="9567183" y="2820636"/>
                </a:cubicBezTo>
                <a:cubicBezTo>
                  <a:pt x="9571102" y="2824952"/>
                  <a:pt x="9576138" y="2827110"/>
                  <a:pt x="9582289" y="2827110"/>
                </a:cubicBezTo>
                <a:cubicBezTo>
                  <a:pt x="9588540" y="2827110"/>
                  <a:pt x="9593575" y="2824952"/>
                  <a:pt x="9597395" y="2820636"/>
                </a:cubicBezTo>
                <a:cubicBezTo>
                  <a:pt x="9601215" y="2816320"/>
                  <a:pt x="9603125" y="2809945"/>
                  <a:pt x="9603125" y="2801511"/>
                </a:cubicBezTo>
                <a:lnTo>
                  <a:pt x="9603125" y="2746594"/>
                </a:lnTo>
                <a:cubicBezTo>
                  <a:pt x="9603125" y="2729528"/>
                  <a:pt x="9605234" y="2716431"/>
                  <a:pt x="9609451" y="2707303"/>
                </a:cubicBezTo>
                <a:cubicBezTo>
                  <a:pt x="9613667" y="2698175"/>
                  <a:pt x="9622423" y="2693611"/>
                  <a:pt x="9635719" y="2693611"/>
                </a:cubicBezTo>
                <a:cubicBezTo>
                  <a:pt x="9642366" y="2693611"/>
                  <a:pt x="9647228" y="2695422"/>
                  <a:pt x="9650304" y="2699043"/>
                </a:cubicBezTo>
                <a:cubicBezTo>
                  <a:pt x="9653379" y="2702665"/>
                  <a:pt x="9655265" y="2707303"/>
                  <a:pt x="9655959" y="2712959"/>
                </a:cubicBezTo>
                <a:cubicBezTo>
                  <a:pt x="9656654" y="2718614"/>
                  <a:pt x="9657001" y="2726552"/>
                  <a:pt x="9657001" y="2736771"/>
                </a:cubicBezTo>
                <a:lnTo>
                  <a:pt x="9657001" y="2801511"/>
                </a:lnTo>
                <a:cubicBezTo>
                  <a:pt x="9657001" y="2810044"/>
                  <a:pt x="9658911" y="2816444"/>
                  <a:pt x="9662731" y="2820710"/>
                </a:cubicBezTo>
                <a:cubicBezTo>
                  <a:pt x="9666551" y="2824977"/>
                  <a:pt x="9671537" y="2827110"/>
                  <a:pt x="9677688" y="2827110"/>
                </a:cubicBezTo>
                <a:cubicBezTo>
                  <a:pt x="9684038" y="2827110"/>
                  <a:pt x="9689148" y="2824977"/>
                  <a:pt x="9693017" y="2820710"/>
                </a:cubicBezTo>
                <a:cubicBezTo>
                  <a:pt x="9696887" y="2816444"/>
                  <a:pt x="9698822" y="2810044"/>
                  <a:pt x="9698822" y="2801511"/>
                </a:cubicBezTo>
                <a:lnTo>
                  <a:pt x="9698822" y="2747487"/>
                </a:lnTo>
                <a:cubicBezTo>
                  <a:pt x="9698822" y="2730124"/>
                  <a:pt x="9700310" y="2718019"/>
                  <a:pt x="9703287" y="2711173"/>
                </a:cubicBezTo>
                <a:cubicBezTo>
                  <a:pt x="9705965" y="2705815"/>
                  <a:pt x="9709711" y="2701549"/>
                  <a:pt x="9714523" y="2698374"/>
                </a:cubicBezTo>
                <a:cubicBezTo>
                  <a:pt x="9719335" y="2695199"/>
                  <a:pt x="9724420" y="2693611"/>
                  <a:pt x="9729778" y="2693611"/>
                </a:cubicBezTo>
                <a:cubicBezTo>
                  <a:pt x="9736426" y="2693611"/>
                  <a:pt x="9741387" y="2695397"/>
                  <a:pt x="9744661" y="2698969"/>
                </a:cubicBezTo>
                <a:cubicBezTo>
                  <a:pt x="9747935" y="2702541"/>
                  <a:pt x="9749944" y="2706956"/>
                  <a:pt x="9750688" y="2712215"/>
                </a:cubicBezTo>
                <a:cubicBezTo>
                  <a:pt x="9751433" y="2717473"/>
                  <a:pt x="9751805" y="2724468"/>
                  <a:pt x="9751805" y="2733199"/>
                </a:cubicBezTo>
                <a:lnTo>
                  <a:pt x="9751805" y="2801511"/>
                </a:lnTo>
                <a:cubicBezTo>
                  <a:pt x="9751805" y="2809945"/>
                  <a:pt x="9753764" y="2816320"/>
                  <a:pt x="9757683" y="2820636"/>
                </a:cubicBezTo>
                <a:cubicBezTo>
                  <a:pt x="9761602" y="2824952"/>
                  <a:pt x="9766638" y="2827110"/>
                  <a:pt x="9772789" y="2827110"/>
                </a:cubicBezTo>
                <a:cubicBezTo>
                  <a:pt x="9779139" y="2827110"/>
                  <a:pt x="9784249" y="2824977"/>
                  <a:pt x="9788119" y="2820710"/>
                </a:cubicBezTo>
                <a:cubicBezTo>
                  <a:pt x="9791988" y="2816444"/>
                  <a:pt x="9793923" y="2810044"/>
                  <a:pt x="9793923" y="2801511"/>
                </a:cubicBezTo>
                <a:lnTo>
                  <a:pt x="9793923" y="2722186"/>
                </a:lnTo>
                <a:cubicBezTo>
                  <a:pt x="9793923" y="2706410"/>
                  <a:pt x="9792187" y="2694851"/>
                  <a:pt x="9788714" y="2687509"/>
                </a:cubicBezTo>
                <a:cubicBezTo>
                  <a:pt x="9784745" y="2679373"/>
                  <a:pt x="9778743" y="2673122"/>
                  <a:pt x="9770706" y="2668757"/>
                </a:cubicBezTo>
                <a:cubicBezTo>
                  <a:pt x="9762669" y="2664391"/>
                  <a:pt x="9753095" y="2662208"/>
                  <a:pt x="9741982" y="2662208"/>
                </a:cubicBezTo>
                <a:cubicBezTo>
                  <a:pt x="9732457" y="2662208"/>
                  <a:pt x="9723775" y="2664218"/>
                  <a:pt x="9715937" y="2668236"/>
                </a:cubicBezTo>
                <a:cubicBezTo>
                  <a:pt x="9708099" y="2672254"/>
                  <a:pt x="9700757" y="2678431"/>
                  <a:pt x="9693910" y="2686765"/>
                </a:cubicBezTo>
                <a:cubicBezTo>
                  <a:pt x="9689148" y="2678530"/>
                  <a:pt x="9683095" y="2672378"/>
                  <a:pt x="9675753" y="2668310"/>
                </a:cubicBezTo>
                <a:cubicBezTo>
                  <a:pt x="9668411" y="2664242"/>
                  <a:pt x="9659630" y="2662208"/>
                  <a:pt x="9649411" y="2662208"/>
                </a:cubicBezTo>
                <a:cubicBezTo>
                  <a:pt x="9639588" y="2662208"/>
                  <a:pt x="9630659" y="2664193"/>
                  <a:pt x="9622622" y="2668162"/>
                </a:cubicBezTo>
                <a:cubicBezTo>
                  <a:pt x="9614585" y="2672130"/>
                  <a:pt x="9607044" y="2678331"/>
                  <a:pt x="9600000" y="2686765"/>
                </a:cubicBezTo>
                <a:lnTo>
                  <a:pt x="9600000" y="2682895"/>
                </a:lnTo>
                <a:cubicBezTo>
                  <a:pt x="9600000" y="2676347"/>
                  <a:pt x="9598139" y="2671212"/>
                  <a:pt x="9594419" y="2667492"/>
                </a:cubicBezTo>
                <a:cubicBezTo>
                  <a:pt x="9590698" y="2663771"/>
                  <a:pt x="9586060" y="2661911"/>
                  <a:pt x="9580503" y="2661911"/>
                </a:cubicBezTo>
                <a:close/>
                <a:moveTo>
                  <a:pt x="9313803" y="2661911"/>
                </a:moveTo>
                <a:cubicBezTo>
                  <a:pt x="9308049" y="2661911"/>
                  <a:pt x="9303410" y="2663895"/>
                  <a:pt x="9299888" y="2667864"/>
                </a:cubicBezTo>
                <a:cubicBezTo>
                  <a:pt x="9296366" y="2671833"/>
                  <a:pt x="9294605" y="2677637"/>
                  <a:pt x="9294605" y="2685277"/>
                </a:cubicBezTo>
                <a:lnTo>
                  <a:pt x="9294605" y="2801511"/>
                </a:lnTo>
                <a:cubicBezTo>
                  <a:pt x="9294605" y="2809945"/>
                  <a:pt x="9296564" y="2816320"/>
                  <a:pt x="9300483" y="2820636"/>
                </a:cubicBezTo>
                <a:cubicBezTo>
                  <a:pt x="9304402" y="2824952"/>
                  <a:pt x="9309438" y="2827110"/>
                  <a:pt x="9315589" y="2827110"/>
                </a:cubicBezTo>
                <a:cubicBezTo>
                  <a:pt x="9321840" y="2827110"/>
                  <a:pt x="9326875" y="2824952"/>
                  <a:pt x="9330695" y="2820636"/>
                </a:cubicBezTo>
                <a:cubicBezTo>
                  <a:pt x="9334515" y="2816320"/>
                  <a:pt x="9336425" y="2809945"/>
                  <a:pt x="9336425" y="2801511"/>
                </a:cubicBezTo>
                <a:lnTo>
                  <a:pt x="9336425" y="2746594"/>
                </a:lnTo>
                <a:cubicBezTo>
                  <a:pt x="9336425" y="2729528"/>
                  <a:pt x="9338534" y="2716431"/>
                  <a:pt x="9342750" y="2707303"/>
                </a:cubicBezTo>
                <a:cubicBezTo>
                  <a:pt x="9346967" y="2698175"/>
                  <a:pt x="9355723" y="2693611"/>
                  <a:pt x="9369019" y="2693611"/>
                </a:cubicBezTo>
                <a:cubicBezTo>
                  <a:pt x="9375666" y="2693611"/>
                  <a:pt x="9380528" y="2695422"/>
                  <a:pt x="9383604" y="2699043"/>
                </a:cubicBezTo>
                <a:cubicBezTo>
                  <a:pt x="9386679" y="2702665"/>
                  <a:pt x="9388565" y="2707303"/>
                  <a:pt x="9389259" y="2712959"/>
                </a:cubicBezTo>
                <a:cubicBezTo>
                  <a:pt x="9389954" y="2718614"/>
                  <a:pt x="9390301" y="2726552"/>
                  <a:pt x="9390301" y="2736771"/>
                </a:cubicBezTo>
                <a:lnTo>
                  <a:pt x="9390301" y="2801511"/>
                </a:lnTo>
                <a:cubicBezTo>
                  <a:pt x="9390301" y="2810044"/>
                  <a:pt x="9392211" y="2816444"/>
                  <a:pt x="9396031" y="2820710"/>
                </a:cubicBezTo>
                <a:cubicBezTo>
                  <a:pt x="9399851" y="2824977"/>
                  <a:pt x="9404837" y="2827110"/>
                  <a:pt x="9410988" y="2827110"/>
                </a:cubicBezTo>
                <a:cubicBezTo>
                  <a:pt x="9417338" y="2827110"/>
                  <a:pt x="9422448" y="2824977"/>
                  <a:pt x="9426317" y="2820710"/>
                </a:cubicBezTo>
                <a:cubicBezTo>
                  <a:pt x="9430187" y="2816444"/>
                  <a:pt x="9432122" y="2810044"/>
                  <a:pt x="9432122" y="2801511"/>
                </a:cubicBezTo>
                <a:lnTo>
                  <a:pt x="9432122" y="2747487"/>
                </a:lnTo>
                <a:cubicBezTo>
                  <a:pt x="9432122" y="2730124"/>
                  <a:pt x="9433610" y="2718019"/>
                  <a:pt x="9436587" y="2711173"/>
                </a:cubicBezTo>
                <a:cubicBezTo>
                  <a:pt x="9439265" y="2705815"/>
                  <a:pt x="9443011" y="2701549"/>
                  <a:pt x="9447823" y="2698374"/>
                </a:cubicBezTo>
                <a:cubicBezTo>
                  <a:pt x="9452635" y="2695199"/>
                  <a:pt x="9457720" y="2693611"/>
                  <a:pt x="9463078" y="2693611"/>
                </a:cubicBezTo>
                <a:cubicBezTo>
                  <a:pt x="9469726" y="2693611"/>
                  <a:pt x="9474687" y="2695397"/>
                  <a:pt x="9477961" y="2698969"/>
                </a:cubicBezTo>
                <a:cubicBezTo>
                  <a:pt x="9481235" y="2702541"/>
                  <a:pt x="9483244" y="2706956"/>
                  <a:pt x="9483988" y="2712215"/>
                </a:cubicBezTo>
                <a:cubicBezTo>
                  <a:pt x="9484732" y="2717473"/>
                  <a:pt x="9485105" y="2724468"/>
                  <a:pt x="9485105" y="2733199"/>
                </a:cubicBezTo>
                <a:lnTo>
                  <a:pt x="9485105" y="2801511"/>
                </a:lnTo>
                <a:cubicBezTo>
                  <a:pt x="9485105" y="2809945"/>
                  <a:pt x="9487064" y="2816320"/>
                  <a:pt x="9490983" y="2820636"/>
                </a:cubicBezTo>
                <a:cubicBezTo>
                  <a:pt x="9494902" y="2824952"/>
                  <a:pt x="9499938" y="2827110"/>
                  <a:pt x="9506089" y="2827110"/>
                </a:cubicBezTo>
                <a:cubicBezTo>
                  <a:pt x="9512439" y="2827110"/>
                  <a:pt x="9517549" y="2824977"/>
                  <a:pt x="9521419" y="2820710"/>
                </a:cubicBezTo>
                <a:cubicBezTo>
                  <a:pt x="9525288" y="2816444"/>
                  <a:pt x="9527223" y="2810044"/>
                  <a:pt x="9527223" y="2801511"/>
                </a:cubicBezTo>
                <a:lnTo>
                  <a:pt x="9527223" y="2722186"/>
                </a:lnTo>
                <a:cubicBezTo>
                  <a:pt x="9527223" y="2706410"/>
                  <a:pt x="9525487" y="2694851"/>
                  <a:pt x="9522014" y="2687509"/>
                </a:cubicBezTo>
                <a:cubicBezTo>
                  <a:pt x="9518045" y="2679373"/>
                  <a:pt x="9512042" y="2673122"/>
                  <a:pt x="9504006" y="2668757"/>
                </a:cubicBezTo>
                <a:cubicBezTo>
                  <a:pt x="9495969" y="2664391"/>
                  <a:pt x="9486394" y="2662208"/>
                  <a:pt x="9475282" y="2662208"/>
                </a:cubicBezTo>
                <a:cubicBezTo>
                  <a:pt x="9465757" y="2662208"/>
                  <a:pt x="9457075" y="2664218"/>
                  <a:pt x="9449237" y="2668236"/>
                </a:cubicBezTo>
                <a:cubicBezTo>
                  <a:pt x="9441399" y="2672254"/>
                  <a:pt x="9434057" y="2678431"/>
                  <a:pt x="9427210" y="2686765"/>
                </a:cubicBezTo>
                <a:cubicBezTo>
                  <a:pt x="9422448" y="2678530"/>
                  <a:pt x="9416396" y="2672378"/>
                  <a:pt x="9409053" y="2668310"/>
                </a:cubicBezTo>
                <a:cubicBezTo>
                  <a:pt x="9401711" y="2664242"/>
                  <a:pt x="9392930" y="2662208"/>
                  <a:pt x="9382711" y="2662208"/>
                </a:cubicBezTo>
                <a:cubicBezTo>
                  <a:pt x="9372888" y="2662208"/>
                  <a:pt x="9363958" y="2664193"/>
                  <a:pt x="9355922" y="2668162"/>
                </a:cubicBezTo>
                <a:cubicBezTo>
                  <a:pt x="9347885" y="2672130"/>
                  <a:pt x="9340344" y="2678331"/>
                  <a:pt x="9333300" y="2686765"/>
                </a:cubicBezTo>
                <a:lnTo>
                  <a:pt x="9333300" y="2682895"/>
                </a:lnTo>
                <a:cubicBezTo>
                  <a:pt x="9333300" y="2676347"/>
                  <a:pt x="9331439" y="2671212"/>
                  <a:pt x="9327719" y="2667492"/>
                </a:cubicBezTo>
                <a:cubicBezTo>
                  <a:pt x="9323998" y="2663771"/>
                  <a:pt x="9319360" y="2661911"/>
                  <a:pt x="9313803" y="2661911"/>
                </a:cubicBezTo>
                <a:close/>
                <a:moveTo>
                  <a:pt x="8772962" y="2661911"/>
                </a:moveTo>
                <a:cubicBezTo>
                  <a:pt x="8766910" y="2661911"/>
                  <a:pt x="8762048" y="2663920"/>
                  <a:pt x="8758377" y="2667938"/>
                </a:cubicBezTo>
                <a:cubicBezTo>
                  <a:pt x="8754706" y="2671957"/>
                  <a:pt x="8752870" y="2678034"/>
                  <a:pt x="8752870" y="2686170"/>
                </a:cubicBezTo>
                <a:lnTo>
                  <a:pt x="8752870" y="2766686"/>
                </a:lnTo>
                <a:cubicBezTo>
                  <a:pt x="8752870" y="2782858"/>
                  <a:pt x="8755400" y="2795261"/>
                  <a:pt x="8760460" y="2803893"/>
                </a:cubicBezTo>
                <a:cubicBezTo>
                  <a:pt x="8764727" y="2811036"/>
                  <a:pt x="8770754" y="2816642"/>
                  <a:pt x="8778543" y="2820710"/>
                </a:cubicBezTo>
                <a:cubicBezTo>
                  <a:pt x="8786332" y="2824778"/>
                  <a:pt x="8795137" y="2826812"/>
                  <a:pt x="8804960" y="2826812"/>
                </a:cubicBezTo>
                <a:cubicBezTo>
                  <a:pt x="8813096" y="2826812"/>
                  <a:pt x="8820339" y="2825795"/>
                  <a:pt x="8826689" y="2823761"/>
                </a:cubicBezTo>
                <a:cubicBezTo>
                  <a:pt x="8833039" y="2821727"/>
                  <a:pt x="8838893" y="2818627"/>
                  <a:pt x="8844251" y="2814460"/>
                </a:cubicBezTo>
                <a:cubicBezTo>
                  <a:pt x="8849608" y="2810292"/>
                  <a:pt x="8854718" y="2805133"/>
                  <a:pt x="8859580" y="2798981"/>
                </a:cubicBezTo>
                <a:lnTo>
                  <a:pt x="8859580" y="2804190"/>
                </a:lnTo>
                <a:cubicBezTo>
                  <a:pt x="8859580" y="2811433"/>
                  <a:pt x="8861391" y="2817064"/>
                  <a:pt x="8865012" y="2821082"/>
                </a:cubicBezTo>
                <a:cubicBezTo>
                  <a:pt x="8868634" y="2825101"/>
                  <a:pt x="8873222" y="2827110"/>
                  <a:pt x="8878779" y="2827110"/>
                </a:cubicBezTo>
                <a:cubicBezTo>
                  <a:pt x="8884335" y="2827110"/>
                  <a:pt x="8888874" y="2825175"/>
                  <a:pt x="8892397" y="2821306"/>
                </a:cubicBezTo>
                <a:cubicBezTo>
                  <a:pt x="8895919" y="2817436"/>
                  <a:pt x="8897680" y="2811632"/>
                  <a:pt x="8897680" y="2803893"/>
                </a:cubicBezTo>
                <a:lnTo>
                  <a:pt x="8897680" y="2686170"/>
                </a:lnTo>
                <a:cubicBezTo>
                  <a:pt x="8897680" y="2678034"/>
                  <a:pt x="8895844" y="2671957"/>
                  <a:pt x="8892173" y="2667938"/>
                </a:cubicBezTo>
                <a:cubicBezTo>
                  <a:pt x="8888502" y="2663920"/>
                  <a:pt x="8883640" y="2661911"/>
                  <a:pt x="8877588" y="2661911"/>
                </a:cubicBezTo>
                <a:cubicBezTo>
                  <a:pt x="8871536" y="2661911"/>
                  <a:pt x="8866624" y="2663945"/>
                  <a:pt x="8862854" y="2668013"/>
                </a:cubicBezTo>
                <a:cubicBezTo>
                  <a:pt x="8859084" y="2672081"/>
                  <a:pt x="8857199" y="2678133"/>
                  <a:pt x="8857199" y="2686170"/>
                </a:cubicBezTo>
                <a:lnTo>
                  <a:pt x="8857199" y="2735581"/>
                </a:lnTo>
                <a:cubicBezTo>
                  <a:pt x="8857199" y="2755028"/>
                  <a:pt x="8856058" y="2767628"/>
                  <a:pt x="8853776" y="2773383"/>
                </a:cubicBezTo>
                <a:cubicBezTo>
                  <a:pt x="8850997" y="2779931"/>
                  <a:pt x="8846582" y="2785240"/>
                  <a:pt x="8840530" y="2789308"/>
                </a:cubicBezTo>
                <a:cubicBezTo>
                  <a:pt x="8834478" y="2793376"/>
                  <a:pt x="8828028" y="2795410"/>
                  <a:pt x="8821182" y="2795410"/>
                </a:cubicBezTo>
                <a:cubicBezTo>
                  <a:pt x="8814138" y="2795410"/>
                  <a:pt x="8808557" y="2793599"/>
                  <a:pt x="8804439" y="2789977"/>
                </a:cubicBezTo>
                <a:cubicBezTo>
                  <a:pt x="8800321" y="2786356"/>
                  <a:pt x="8797469" y="2781345"/>
                  <a:pt x="8795881" y="2774946"/>
                </a:cubicBezTo>
                <a:cubicBezTo>
                  <a:pt x="8794294" y="2768546"/>
                  <a:pt x="8793500" y="2760633"/>
                  <a:pt x="8793500" y="2751208"/>
                </a:cubicBezTo>
                <a:lnTo>
                  <a:pt x="8793500" y="2686170"/>
                </a:lnTo>
                <a:cubicBezTo>
                  <a:pt x="8793500" y="2678133"/>
                  <a:pt x="8791615" y="2672081"/>
                  <a:pt x="8787845" y="2668013"/>
                </a:cubicBezTo>
                <a:cubicBezTo>
                  <a:pt x="8784074" y="2663945"/>
                  <a:pt x="8779113" y="2661911"/>
                  <a:pt x="8772962" y="2661911"/>
                </a:cubicBezTo>
                <a:close/>
                <a:moveTo>
                  <a:pt x="11414661" y="2661613"/>
                </a:moveTo>
                <a:cubicBezTo>
                  <a:pt x="11398687" y="2661613"/>
                  <a:pt x="11385342" y="2663796"/>
                  <a:pt x="11374627" y="2668162"/>
                </a:cubicBezTo>
                <a:cubicBezTo>
                  <a:pt x="11363911" y="2672527"/>
                  <a:pt x="11356023" y="2678083"/>
                  <a:pt x="11350963" y="2684830"/>
                </a:cubicBezTo>
                <a:cubicBezTo>
                  <a:pt x="11345903" y="2691577"/>
                  <a:pt x="11343373" y="2698522"/>
                  <a:pt x="11343373" y="2705666"/>
                </a:cubicBezTo>
                <a:cubicBezTo>
                  <a:pt x="11343373" y="2710230"/>
                  <a:pt x="11345034" y="2713976"/>
                  <a:pt x="11348358" y="2716903"/>
                </a:cubicBezTo>
                <a:cubicBezTo>
                  <a:pt x="11351682" y="2719830"/>
                  <a:pt x="11355626" y="2721293"/>
                  <a:pt x="11360190" y="2721293"/>
                </a:cubicBezTo>
                <a:cubicBezTo>
                  <a:pt x="11365250" y="2721293"/>
                  <a:pt x="11368549" y="2720375"/>
                  <a:pt x="11370087" y="2718540"/>
                </a:cubicBezTo>
                <a:cubicBezTo>
                  <a:pt x="11371625" y="2716704"/>
                  <a:pt x="11374255" y="2712909"/>
                  <a:pt x="11377975" y="2707154"/>
                </a:cubicBezTo>
                <a:cubicBezTo>
                  <a:pt x="11381696" y="2701400"/>
                  <a:pt x="11386161" y="2697084"/>
                  <a:pt x="11391369" y="2694206"/>
                </a:cubicBezTo>
                <a:cubicBezTo>
                  <a:pt x="11396579" y="2691329"/>
                  <a:pt x="11404342" y="2689890"/>
                  <a:pt x="11414661" y="2689890"/>
                </a:cubicBezTo>
                <a:cubicBezTo>
                  <a:pt x="11426667" y="2689890"/>
                  <a:pt x="11434579" y="2692396"/>
                  <a:pt x="11438399" y="2697406"/>
                </a:cubicBezTo>
                <a:cubicBezTo>
                  <a:pt x="11442219" y="2702417"/>
                  <a:pt x="11444377" y="2710280"/>
                  <a:pt x="11444873" y="2720995"/>
                </a:cubicBezTo>
                <a:cubicBezTo>
                  <a:pt x="11436341" y="2723476"/>
                  <a:pt x="11428428" y="2725584"/>
                  <a:pt x="11421135" y="2727321"/>
                </a:cubicBezTo>
                <a:cubicBezTo>
                  <a:pt x="11413843" y="2729057"/>
                  <a:pt x="11405087" y="2730967"/>
                  <a:pt x="11394867" y="2733051"/>
                </a:cubicBezTo>
                <a:cubicBezTo>
                  <a:pt x="11384648" y="2735134"/>
                  <a:pt x="11378248" y="2736474"/>
                  <a:pt x="11375668" y="2737069"/>
                </a:cubicBezTo>
                <a:cubicBezTo>
                  <a:pt x="11363365" y="2739748"/>
                  <a:pt x="11353691" y="2745006"/>
                  <a:pt x="11346647" y="2752845"/>
                </a:cubicBezTo>
                <a:cubicBezTo>
                  <a:pt x="11339602" y="2760683"/>
                  <a:pt x="11336080" y="2770158"/>
                  <a:pt x="11336080" y="2781271"/>
                </a:cubicBezTo>
                <a:cubicBezTo>
                  <a:pt x="11336080" y="2789506"/>
                  <a:pt x="11338213" y="2797146"/>
                  <a:pt x="11342479" y="2804190"/>
                </a:cubicBezTo>
                <a:cubicBezTo>
                  <a:pt x="11346746" y="2811235"/>
                  <a:pt x="11352823" y="2816816"/>
                  <a:pt x="11360711" y="2820934"/>
                </a:cubicBezTo>
                <a:cubicBezTo>
                  <a:pt x="11368599" y="2825051"/>
                  <a:pt x="11377752" y="2827110"/>
                  <a:pt x="11388170" y="2827110"/>
                </a:cubicBezTo>
                <a:cubicBezTo>
                  <a:pt x="11399580" y="2827110"/>
                  <a:pt x="11409874" y="2825200"/>
                  <a:pt x="11419052" y="2821380"/>
                </a:cubicBezTo>
                <a:cubicBezTo>
                  <a:pt x="11428229" y="2817560"/>
                  <a:pt x="11437729" y="2811830"/>
                  <a:pt x="11447552" y="2804190"/>
                </a:cubicBezTo>
                <a:cubicBezTo>
                  <a:pt x="11452116" y="2811632"/>
                  <a:pt x="11456432" y="2817312"/>
                  <a:pt x="11460500" y="2821231"/>
                </a:cubicBezTo>
                <a:cubicBezTo>
                  <a:pt x="11464568" y="2825150"/>
                  <a:pt x="11468686" y="2827110"/>
                  <a:pt x="11472853" y="2827110"/>
                </a:cubicBezTo>
                <a:cubicBezTo>
                  <a:pt x="11477814" y="2827110"/>
                  <a:pt x="11482254" y="2825398"/>
                  <a:pt x="11486173" y="2821975"/>
                </a:cubicBezTo>
                <a:cubicBezTo>
                  <a:pt x="11490092" y="2818552"/>
                  <a:pt x="11492052" y="2814757"/>
                  <a:pt x="11492052" y="2810590"/>
                </a:cubicBezTo>
                <a:cubicBezTo>
                  <a:pt x="11492052" y="2808209"/>
                  <a:pt x="11490787" y="2802876"/>
                  <a:pt x="11488257" y="2794591"/>
                </a:cubicBezTo>
                <a:cubicBezTo>
                  <a:pt x="11485727" y="2786306"/>
                  <a:pt x="11484461" y="2778344"/>
                  <a:pt x="11484461" y="2770704"/>
                </a:cubicBezTo>
                <a:cubicBezTo>
                  <a:pt x="11484561" y="2762568"/>
                  <a:pt x="11484635" y="2755176"/>
                  <a:pt x="11484685" y="2748529"/>
                </a:cubicBezTo>
                <a:cubicBezTo>
                  <a:pt x="11484735" y="2741881"/>
                  <a:pt x="11484759" y="2733795"/>
                  <a:pt x="11484759" y="2724270"/>
                </a:cubicBezTo>
                <a:cubicBezTo>
                  <a:pt x="11484759" y="2709188"/>
                  <a:pt x="11482651" y="2697084"/>
                  <a:pt x="11478434" y="2687956"/>
                </a:cubicBezTo>
                <a:cubicBezTo>
                  <a:pt x="11474217" y="2678828"/>
                  <a:pt x="11466999" y="2672155"/>
                  <a:pt x="11456779" y="2667938"/>
                </a:cubicBezTo>
                <a:cubicBezTo>
                  <a:pt x="11446560" y="2663721"/>
                  <a:pt x="11432521" y="2661613"/>
                  <a:pt x="11414661" y="2661613"/>
                </a:cubicBezTo>
                <a:close/>
                <a:moveTo>
                  <a:pt x="11024136" y="2661613"/>
                </a:moveTo>
                <a:cubicBezTo>
                  <a:pt x="11008162" y="2661613"/>
                  <a:pt x="10994817" y="2663796"/>
                  <a:pt x="10984101" y="2668162"/>
                </a:cubicBezTo>
                <a:cubicBezTo>
                  <a:pt x="10973386" y="2672527"/>
                  <a:pt x="10965498" y="2678083"/>
                  <a:pt x="10960438" y="2684830"/>
                </a:cubicBezTo>
                <a:cubicBezTo>
                  <a:pt x="10955377" y="2691577"/>
                  <a:pt x="10952847" y="2698522"/>
                  <a:pt x="10952847" y="2705666"/>
                </a:cubicBezTo>
                <a:cubicBezTo>
                  <a:pt x="10952847" y="2710230"/>
                  <a:pt x="10954509" y="2713976"/>
                  <a:pt x="10957833" y="2716903"/>
                </a:cubicBezTo>
                <a:cubicBezTo>
                  <a:pt x="10961157" y="2719830"/>
                  <a:pt x="10965101" y="2721293"/>
                  <a:pt x="10969665" y="2721293"/>
                </a:cubicBezTo>
                <a:cubicBezTo>
                  <a:pt x="10974725" y="2721293"/>
                  <a:pt x="10978024" y="2720375"/>
                  <a:pt x="10979562" y="2718540"/>
                </a:cubicBezTo>
                <a:cubicBezTo>
                  <a:pt x="10981100" y="2716704"/>
                  <a:pt x="10983729" y="2712909"/>
                  <a:pt x="10987450" y="2707154"/>
                </a:cubicBezTo>
                <a:cubicBezTo>
                  <a:pt x="10991171" y="2701400"/>
                  <a:pt x="10995636" y="2697084"/>
                  <a:pt x="11000845" y="2694206"/>
                </a:cubicBezTo>
                <a:cubicBezTo>
                  <a:pt x="11006053" y="2691329"/>
                  <a:pt x="11013817" y="2689890"/>
                  <a:pt x="11024136" y="2689890"/>
                </a:cubicBezTo>
                <a:cubicBezTo>
                  <a:pt x="11036141" y="2689890"/>
                  <a:pt x="11044055" y="2692396"/>
                  <a:pt x="11047874" y="2697406"/>
                </a:cubicBezTo>
                <a:cubicBezTo>
                  <a:pt x="11051694" y="2702417"/>
                  <a:pt x="11053852" y="2710280"/>
                  <a:pt x="11054348" y="2720995"/>
                </a:cubicBezTo>
                <a:cubicBezTo>
                  <a:pt x="11045815" y="2723476"/>
                  <a:pt x="11037903" y="2725584"/>
                  <a:pt x="11030610" y="2727321"/>
                </a:cubicBezTo>
                <a:cubicBezTo>
                  <a:pt x="11023318" y="2729057"/>
                  <a:pt x="11014561" y="2730967"/>
                  <a:pt x="11004342" y="2733051"/>
                </a:cubicBezTo>
                <a:cubicBezTo>
                  <a:pt x="10994123" y="2735134"/>
                  <a:pt x="10987723" y="2736474"/>
                  <a:pt x="10985143" y="2737069"/>
                </a:cubicBezTo>
                <a:cubicBezTo>
                  <a:pt x="10972840" y="2739748"/>
                  <a:pt x="10963167" y="2745006"/>
                  <a:pt x="10956122" y="2752845"/>
                </a:cubicBezTo>
                <a:cubicBezTo>
                  <a:pt x="10949077" y="2760683"/>
                  <a:pt x="10945555" y="2770158"/>
                  <a:pt x="10945555" y="2781271"/>
                </a:cubicBezTo>
                <a:cubicBezTo>
                  <a:pt x="10945555" y="2789506"/>
                  <a:pt x="10947688" y="2797146"/>
                  <a:pt x="10951955" y="2804190"/>
                </a:cubicBezTo>
                <a:cubicBezTo>
                  <a:pt x="10956221" y="2811235"/>
                  <a:pt x="10962298" y="2816816"/>
                  <a:pt x="10970186" y="2820934"/>
                </a:cubicBezTo>
                <a:cubicBezTo>
                  <a:pt x="10978074" y="2825051"/>
                  <a:pt x="10987227" y="2827110"/>
                  <a:pt x="10997645" y="2827110"/>
                </a:cubicBezTo>
                <a:cubicBezTo>
                  <a:pt x="11009055" y="2827110"/>
                  <a:pt x="11019349" y="2825200"/>
                  <a:pt x="11028527" y="2821380"/>
                </a:cubicBezTo>
                <a:cubicBezTo>
                  <a:pt x="11037704" y="2817560"/>
                  <a:pt x="11047205" y="2811830"/>
                  <a:pt x="11057027" y="2804190"/>
                </a:cubicBezTo>
                <a:cubicBezTo>
                  <a:pt x="11061591" y="2811632"/>
                  <a:pt x="11065907" y="2817312"/>
                  <a:pt x="11069975" y="2821231"/>
                </a:cubicBezTo>
                <a:cubicBezTo>
                  <a:pt x="11074043" y="2825150"/>
                  <a:pt x="11078161" y="2827110"/>
                  <a:pt x="11082328" y="2827110"/>
                </a:cubicBezTo>
                <a:cubicBezTo>
                  <a:pt x="11087289" y="2827110"/>
                  <a:pt x="11091729" y="2825398"/>
                  <a:pt x="11095648" y="2821975"/>
                </a:cubicBezTo>
                <a:cubicBezTo>
                  <a:pt x="11099567" y="2818552"/>
                  <a:pt x="11101527" y="2814757"/>
                  <a:pt x="11101527" y="2810590"/>
                </a:cubicBezTo>
                <a:cubicBezTo>
                  <a:pt x="11101527" y="2808209"/>
                  <a:pt x="11100262" y="2802876"/>
                  <a:pt x="11097732" y="2794591"/>
                </a:cubicBezTo>
                <a:cubicBezTo>
                  <a:pt x="11095202" y="2786306"/>
                  <a:pt x="11093937" y="2778344"/>
                  <a:pt x="11093937" y="2770704"/>
                </a:cubicBezTo>
                <a:cubicBezTo>
                  <a:pt x="11094036" y="2762568"/>
                  <a:pt x="11094110" y="2755176"/>
                  <a:pt x="11094160" y="2748529"/>
                </a:cubicBezTo>
                <a:cubicBezTo>
                  <a:pt x="11094209" y="2741881"/>
                  <a:pt x="11094234" y="2733795"/>
                  <a:pt x="11094234" y="2724270"/>
                </a:cubicBezTo>
                <a:cubicBezTo>
                  <a:pt x="11094234" y="2709188"/>
                  <a:pt x="11092126" y="2697084"/>
                  <a:pt x="11087909" y="2687956"/>
                </a:cubicBezTo>
                <a:cubicBezTo>
                  <a:pt x="11083692" y="2678828"/>
                  <a:pt x="11076474" y="2672155"/>
                  <a:pt x="11066255" y="2667938"/>
                </a:cubicBezTo>
                <a:cubicBezTo>
                  <a:pt x="11056035" y="2663721"/>
                  <a:pt x="11041995" y="2661613"/>
                  <a:pt x="11024136" y="2661613"/>
                </a:cubicBezTo>
                <a:close/>
                <a:moveTo>
                  <a:pt x="9900186" y="2661613"/>
                </a:moveTo>
                <a:cubicBezTo>
                  <a:pt x="9884212" y="2661613"/>
                  <a:pt x="9870867" y="2663796"/>
                  <a:pt x="9860151" y="2668162"/>
                </a:cubicBezTo>
                <a:cubicBezTo>
                  <a:pt x="9849436" y="2672527"/>
                  <a:pt x="9841548" y="2678083"/>
                  <a:pt x="9836488" y="2684830"/>
                </a:cubicBezTo>
                <a:cubicBezTo>
                  <a:pt x="9831428" y="2691577"/>
                  <a:pt x="9828897" y="2698522"/>
                  <a:pt x="9828897" y="2705666"/>
                </a:cubicBezTo>
                <a:cubicBezTo>
                  <a:pt x="9828897" y="2710230"/>
                  <a:pt x="9830559" y="2713976"/>
                  <a:pt x="9833883" y="2716903"/>
                </a:cubicBezTo>
                <a:cubicBezTo>
                  <a:pt x="9837207" y="2719830"/>
                  <a:pt x="9841151" y="2721293"/>
                  <a:pt x="9845715" y="2721293"/>
                </a:cubicBezTo>
                <a:cubicBezTo>
                  <a:pt x="9850775" y="2721293"/>
                  <a:pt x="9854074" y="2720375"/>
                  <a:pt x="9855612" y="2718540"/>
                </a:cubicBezTo>
                <a:cubicBezTo>
                  <a:pt x="9857150" y="2716704"/>
                  <a:pt x="9859779" y="2712909"/>
                  <a:pt x="9863500" y="2707154"/>
                </a:cubicBezTo>
                <a:cubicBezTo>
                  <a:pt x="9867221" y="2701400"/>
                  <a:pt x="9871686" y="2697084"/>
                  <a:pt x="9876895" y="2694206"/>
                </a:cubicBezTo>
                <a:cubicBezTo>
                  <a:pt x="9882104" y="2691329"/>
                  <a:pt x="9889867" y="2689890"/>
                  <a:pt x="9900186" y="2689890"/>
                </a:cubicBezTo>
                <a:cubicBezTo>
                  <a:pt x="9912192" y="2689890"/>
                  <a:pt x="9920104" y="2692396"/>
                  <a:pt x="9923924" y="2697406"/>
                </a:cubicBezTo>
                <a:cubicBezTo>
                  <a:pt x="9927744" y="2702417"/>
                  <a:pt x="9929902" y="2710280"/>
                  <a:pt x="9930398" y="2720995"/>
                </a:cubicBezTo>
                <a:cubicBezTo>
                  <a:pt x="9921865" y="2723476"/>
                  <a:pt x="9913953" y="2725584"/>
                  <a:pt x="9906660" y="2727321"/>
                </a:cubicBezTo>
                <a:cubicBezTo>
                  <a:pt x="9899368" y="2729057"/>
                  <a:pt x="9890612" y="2730967"/>
                  <a:pt x="9880392" y="2733051"/>
                </a:cubicBezTo>
                <a:cubicBezTo>
                  <a:pt x="9870173" y="2735134"/>
                  <a:pt x="9863773" y="2736474"/>
                  <a:pt x="9861193" y="2737069"/>
                </a:cubicBezTo>
                <a:cubicBezTo>
                  <a:pt x="9848890" y="2739748"/>
                  <a:pt x="9839216" y="2745006"/>
                  <a:pt x="9832172" y="2752845"/>
                </a:cubicBezTo>
                <a:cubicBezTo>
                  <a:pt x="9825127" y="2760683"/>
                  <a:pt x="9821605" y="2770158"/>
                  <a:pt x="9821605" y="2781271"/>
                </a:cubicBezTo>
                <a:cubicBezTo>
                  <a:pt x="9821605" y="2789506"/>
                  <a:pt x="9823738" y="2797146"/>
                  <a:pt x="9828005" y="2804190"/>
                </a:cubicBezTo>
                <a:cubicBezTo>
                  <a:pt x="9832271" y="2811235"/>
                  <a:pt x="9838348" y="2816816"/>
                  <a:pt x="9846236" y="2820934"/>
                </a:cubicBezTo>
                <a:cubicBezTo>
                  <a:pt x="9854124" y="2825051"/>
                  <a:pt x="9863277" y="2827110"/>
                  <a:pt x="9873695" y="2827110"/>
                </a:cubicBezTo>
                <a:cubicBezTo>
                  <a:pt x="9885105" y="2827110"/>
                  <a:pt x="9895399" y="2825200"/>
                  <a:pt x="9904577" y="2821380"/>
                </a:cubicBezTo>
                <a:cubicBezTo>
                  <a:pt x="9913754" y="2817560"/>
                  <a:pt x="9923255" y="2811830"/>
                  <a:pt x="9933077" y="2804190"/>
                </a:cubicBezTo>
                <a:cubicBezTo>
                  <a:pt x="9937641" y="2811632"/>
                  <a:pt x="9941957" y="2817312"/>
                  <a:pt x="9946025" y="2821231"/>
                </a:cubicBezTo>
                <a:cubicBezTo>
                  <a:pt x="9950093" y="2825150"/>
                  <a:pt x="9954211" y="2827110"/>
                  <a:pt x="9958378" y="2827110"/>
                </a:cubicBezTo>
                <a:cubicBezTo>
                  <a:pt x="9963339" y="2827110"/>
                  <a:pt x="9967779" y="2825398"/>
                  <a:pt x="9971698" y="2821975"/>
                </a:cubicBezTo>
                <a:cubicBezTo>
                  <a:pt x="9975617" y="2818552"/>
                  <a:pt x="9977577" y="2814757"/>
                  <a:pt x="9977577" y="2810590"/>
                </a:cubicBezTo>
                <a:cubicBezTo>
                  <a:pt x="9977577" y="2808209"/>
                  <a:pt x="9976312" y="2802876"/>
                  <a:pt x="9973782" y="2794591"/>
                </a:cubicBezTo>
                <a:cubicBezTo>
                  <a:pt x="9971252" y="2786306"/>
                  <a:pt x="9969987" y="2778344"/>
                  <a:pt x="9969987" y="2770704"/>
                </a:cubicBezTo>
                <a:cubicBezTo>
                  <a:pt x="9970086" y="2762568"/>
                  <a:pt x="9970160" y="2755176"/>
                  <a:pt x="9970210" y="2748529"/>
                </a:cubicBezTo>
                <a:cubicBezTo>
                  <a:pt x="9970259" y="2741881"/>
                  <a:pt x="9970284" y="2733795"/>
                  <a:pt x="9970284" y="2724270"/>
                </a:cubicBezTo>
                <a:cubicBezTo>
                  <a:pt x="9970284" y="2709188"/>
                  <a:pt x="9968176" y="2697084"/>
                  <a:pt x="9963959" y="2687956"/>
                </a:cubicBezTo>
                <a:cubicBezTo>
                  <a:pt x="9959742" y="2678828"/>
                  <a:pt x="9952524" y="2672155"/>
                  <a:pt x="9942305" y="2667938"/>
                </a:cubicBezTo>
                <a:cubicBezTo>
                  <a:pt x="9932085" y="2663721"/>
                  <a:pt x="9918046" y="2661613"/>
                  <a:pt x="9900186" y="2661613"/>
                </a:cubicBezTo>
                <a:close/>
                <a:moveTo>
                  <a:pt x="9185811" y="2661613"/>
                </a:moveTo>
                <a:cubicBezTo>
                  <a:pt x="9169837" y="2661613"/>
                  <a:pt x="9156492" y="2663796"/>
                  <a:pt x="9145776" y="2668162"/>
                </a:cubicBezTo>
                <a:cubicBezTo>
                  <a:pt x="9135061" y="2672527"/>
                  <a:pt x="9127173" y="2678083"/>
                  <a:pt x="9122113" y="2684830"/>
                </a:cubicBezTo>
                <a:cubicBezTo>
                  <a:pt x="9117053" y="2691577"/>
                  <a:pt x="9114523" y="2698522"/>
                  <a:pt x="9114523" y="2705666"/>
                </a:cubicBezTo>
                <a:cubicBezTo>
                  <a:pt x="9114523" y="2710230"/>
                  <a:pt x="9116184" y="2713976"/>
                  <a:pt x="9119508" y="2716903"/>
                </a:cubicBezTo>
                <a:cubicBezTo>
                  <a:pt x="9122832" y="2719830"/>
                  <a:pt x="9126776" y="2721293"/>
                  <a:pt x="9131340" y="2721293"/>
                </a:cubicBezTo>
                <a:cubicBezTo>
                  <a:pt x="9136400" y="2721293"/>
                  <a:pt x="9139699" y="2720375"/>
                  <a:pt x="9141237" y="2718540"/>
                </a:cubicBezTo>
                <a:cubicBezTo>
                  <a:pt x="9142775" y="2716704"/>
                  <a:pt x="9145404" y="2712909"/>
                  <a:pt x="9149125" y="2707154"/>
                </a:cubicBezTo>
                <a:cubicBezTo>
                  <a:pt x="9152846" y="2701400"/>
                  <a:pt x="9157311" y="2697084"/>
                  <a:pt x="9162520" y="2694206"/>
                </a:cubicBezTo>
                <a:cubicBezTo>
                  <a:pt x="9167729" y="2691329"/>
                  <a:pt x="9175492" y="2689890"/>
                  <a:pt x="9185811" y="2689890"/>
                </a:cubicBezTo>
                <a:cubicBezTo>
                  <a:pt x="9197817" y="2689890"/>
                  <a:pt x="9205729" y="2692396"/>
                  <a:pt x="9209549" y="2697406"/>
                </a:cubicBezTo>
                <a:cubicBezTo>
                  <a:pt x="9213369" y="2702417"/>
                  <a:pt x="9215527" y="2710280"/>
                  <a:pt x="9216023" y="2720995"/>
                </a:cubicBezTo>
                <a:cubicBezTo>
                  <a:pt x="9207490" y="2723476"/>
                  <a:pt x="9199578" y="2725584"/>
                  <a:pt x="9192285" y="2727321"/>
                </a:cubicBezTo>
                <a:cubicBezTo>
                  <a:pt x="9184993" y="2729057"/>
                  <a:pt x="9176237" y="2730967"/>
                  <a:pt x="9166017" y="2733051"/>
                </a:cubicBezTo>
                <a:cubicBezTo>
                  <a:pt x="9155797" y="2735134"/>
                  <a:pt x="9149398" y="2736474"/>
                  <a:pt x="9146818" y="2737069"/>
                </a:cubicBezTo>
                <a:cubicBezTo>
                  <a:pt x="9134515" y="2739748"/>
                  <a:pt x="9124841" y="2745006"/>
                  <a:pt x="9117797" y="2752845"/>
                </a:cubicBezTo>
                <a:cubicBezTo>
                  <a:pt x="9110752" y="2760683"/>
                  <a:pt x="9107230" y="2770158"/>
                  <a:pt x="9107230" y="2781271"/>
                </a:cubicBezTo>
                <a:cubicBezTo>
                  <a:pt x="9107230" y="2789506"/>
                  <a:pt x="9109363" y="2797146"/>
                  <a:pt x="9113629" y="2804190"/>
                </a:cubicBezTo>
                <a:cubicBezTo>
                  <a:pt x="9117896" y="2811235"/>
                  <a:pt x="9123973" y="2816816"/>
                  <a:pt x="9131861" y="2820934"/>
                </a:cubicBezTo>
                <a:cubicBezTo>
                  <a:pt x="9139749" y="2825051"/>
                  <a:pt x="9148902" y="2827110"/>
                  <a:pt x="9159320" y="2827110"/>
                </a:cubicBezTo>
                <a:cubicBezTo>
                  <a:pt x="9170730" y="2827110"/>
                  <a:pt x="9181024" y="2825200"/>
                  <a:pt x="9190202" y="2821380"/>
                </a:cubicBezTo>
                <a:cubicBezTo>
                  <a:pt x="9199379" y="2817560"/>
                  <a:pt x="9208879" y="2811830"/>
                  <a:pt x="9218702" y="2804190"/>
                </a:cubicBezTo>
                <a:cubicBezTo>
                  <a:pt x="9223266" y="2811632"/>
                  <a:pt x="9227582" y="2817312"/>
                  <a:pt x="9231650" y="2821231"/>
                </a:cubicBezTo>
                <a:cubicBezTo>
                  <a:pt x="9235718" y="2825150"/>
                  <a:pt x="9239836" y="2827110"/>
                  <a:pt x="9244003" y="2827110"/>
                </a:cubicBezTo>
                <a:cubicBezTo>
                  <a:pt x="9248964" y="2827110"/>
                  <a:pt x="9253404" y="2825398"/>
                  <a:pt x="9257323" y="2821975"/>
                </a:cubicBezTo>
                <a:cubicBezTo>
                  <a:pt x="9261242" y="2818552"/>
                  <a:pt x="9263202" y="2814757"/>
                  <a:pt x="9263202" y="2810590"/>
                </a:cubicBezTo>
                <a:cubicBezTo>
                  <a:pt x="9263202" y="2808209"/>
                  <a:pt x="9261937" y="2802876"/>
                  <a:pt x="9259407" y="2794591"/>
                </a:cubicBezTo>
                <a:cubicBezTo>
                  <a:pt x="9256877" y="2786306"/>
                  <a:pt x="9255612" y="2778344"/>
                  <a:pt x="9255612" y="2770704"/>
                </a:cubicBezTo>
                <a:cubicBezTo>
                  <a:pt x="9255711" y="2762568"/>
                  <a:pt x="9255785" y="2755176"/>
                  <a:pt x="9255835" y="2748529"/>
                </a:cubicBezTo>
                <a:cubicBezTo>
                  <a:pt x="9255884" y="2741881"/>
                  <a:pt x="9255909" y="2733795"/>
                  <a:pt x="9255909" y="2724270"/>
                </a:cubicBezTo>
                <a:cubicBezTo>
                  <a:pt x="9255909" y="2709188"/>
                  <a:pt x="9253801" y="2697084"/>
                  <a:pt x="9249584" y="2687956"/>
                </a:cubicBezTo>
                <a:cubicBezTo>
                  <a:pt x="9245367" y="2678828"/>
                  <a:pt x="9238149" y="2672155"/>
                  <a:pt x="9227929" y="2667938"/>
                </a:cubicBezTo>
                <a:cubicBezTo>
                  <a:pt x="9217710" y="2663721"/>
                  <a:pt x="9203671" y="2661613"/>
                  <a:pt x="9185811" y="2661613"/>
                </a:cubicBezTo>
                <a:close/>
                <a:moveTo>
                  <a:pt x="8525312" y="2605207"/>
                </a:moveTo>
                <a:cubicBezTo>
                  <a:pt x="8516878" y="2605207"/>
                  <a:pt x="8510181" y="2606869"/>
                  <a:pt x="8505220" y="2610193"/>
                </a:cubicBezTo>
                <a:cubicBezTo>
                  <a:pt x="8500259" y="2613517"/>
                  <a:pt x="8497779" y="2619941"/>
                  <a:pt x="8497779" y="2629466"/>
                </a:cubicBezTo>
                <a:lnTo>
                  <a:pt x="8497779" y="2802107"/>
                </a:lnTo>
                <a:cubicBezTo>
                  <a:pt x="8497779" y="2810540"/>
                  <a:pt x="8499664" y="2816816"/>
                  <a:pt x="8503434" y="2820934"/>
                </a:cubicBezTo>
                <a:cubicBezTo>
                  <a:pt x="8507205" y="2825051"/>
                  <a:pt x="8512066" y="2827110"/>
                  <a:pt x="8518019" y="2827110"/>
                </a:cubicBezTo>
                <a:cubicBezTo>
                  <a:pt x="8524171" y="2827110"/>
                  <a:pt x="8529107" y="2825026"/>
                  <a:pt x="8532828" y="2820859"/>
                </a:cubicBezTo>
                <a:cubicBezTo>
                  <a:pt x="8536549" y="2816692"/>
                  <a:pt x="8538409" y="2810441"/>
                  <a:pt x="8538409" y="2802107"/>
                </a:cubicBezTo>
                <a:lnTo>
                  <a:pt x="8538409" y="2651493"/>
                </a:lnTo>
                <a:lnTo>
                  <a:pt x="8573383" y="2790498"/>
                </a:lnTo>
                <a:cubicBezTo>
                  <a:pt x="8574574" y="2795062"/>
                  <a:pt x="8575740" y="2799453"/>
                  <a:pt x="8576881" y="2803669"/>
                </a:cubicBezTo>
                <a:cubicBezTo>
                  <a:pt x="8578022" y="2807886"/>
                  <a:pt x="8579585" y="2811731"/>
                  <a:pt x="8581569" y="2815204"/>
                </a:cubicBezTo>
                <a:cubicBezTo>
                  <a:pt x="8583553" y="2818676"/>
                  <a:pt x="8586331" y="2821529"/>
                  <a:pt x="8589903" y="2823761"/>
                </a:cubicBezTo>
                <a:cubicBezTo>
                  <a:pt x="8593475" y="2825994"/>
                  <a:pt x="8597841" y="2827110"/>
                  <a:pt x="8603000" y="2827110"/>
                </a:cubicBezTo>
                <a:cubicBezTo>
                  <a:pt x="8609846" y="2827110"/>
                  <a:pt x="8615204" y="2825374"/>
                  <a:pt x="8619074" y="2821901"/>
                </a:cubicBezTo>
                <a:cubicBezTo>
                  <a:pt x="8622943" y="2818428"/>
                  <a:pt x="8625597" y="2814584"/>
                  <a:pt x="8627036" y="2810367"/>
                </a:cubicBezTo>
                <a:cubicBezTo>
                  <a:pt x="8628475" y="2806150"/>
                  <a:pt x="8630335" y="2799527"/>
                  <a:pt x="8632617" y="2790498"/>
                </a:cubicBezTo>
                <a:lnTo>
                  <a:pt x="8667592" y="2651493"/>
                </a:lnTo>
                <a:lnTo>
                  <a:pt x="8667592" y="2802107"/>
                </a:lnTo>
                <a:cubicBezTo>
                  <a:pt x="8667592" y="2810441"/>
                  <a:pt x="8669477" y="2816692"/>
                  <a:pt x="8673247" y="2820859"/>
                </a:cubicBezTo>
                <a:cubicBezTo>
                  <a:pt x="8677017" y="2825026"/>
                  <a:pt x="8681830" y="2827110"/>
                  <a:pt x="8687683" y="2827110"/>
                </a:cubicBezTo>
                <a:cubicBezTo>
                  <a:pt x="8693934" y="2827110"/>
                  <a:pt x="8698920" y="2825026"/>
                  <a:pt x="8702641" y="2820859"/>
                </a:cubicBezTo>
                <a:cubicBezTo>
                  <a:pt x="8706361" y="2816692"/>
                  <a:pt x="8708222" y="2810441"/>
                  <a:pt x="8708222" y="2802107"/>
                </a:cubicBezTo>
                <a:lnTo>
                  <a:pt x="8708222" y="2629466"/>
                </a:lnTo>
                <a:cubicBezTo>
                  <a:pt x="8708222" y="2619941"/>
                  <a:pt x="8705741" y="2613517"/>
                  <a:pt x="8700780" y="2610193"/>
                </a:cubicBezTo>
                <a:cubicBezTo>
                  <a:pt x="8695819" y="2606869"/>
                  <a:pt x="8689122" y="2605207"/>
                  <a:pt x="8680689" y="2605207"/>
                </a:cubicBezTo>
                <a:lnTo>
                  <a:pt x="8666996" y="2605207"/>
                </a:lnTo>
                <a:cubicBezTo>
                  <a:pt x="8658761" y="2605207"/>
                  <a:pt x="8652783" y="2605951"/>
                  <a:pt x="8649063" y="2607440"/>
                </a:cubicBezTo>
                <a:cubicBezTo>
                  <a:pt x="8645342" y="2608928"/>
                  <a:pt x="8642589" y="2611607"/>
                  <a:pt x="8640803" y="2615476"/>
                </a:cubicBezTo>
                <a:cubicBezTo>
                  <a:pt x="8639017" y="2619346"/>
                  <a:pt x="8636983" y="2625646"/>
                  <a:pt x="8634701" y="2634378"/>
                </a:cubicBezTo>
                <a:lnTo>
                  <a:pt x="8603000" y="2753887"/>
                </a:lnTo>
                <a:lnTo>
                  <a:pt x="8571300" y="2634378"/>
                </a:lnTo>
                <a:cubicBezTo>
                  <a:pt x="8569018" y="2625646"/>
                  <a:pt x="8566984" y="2619346"/>
                  <a:pt x="8565198" y="2615476"/>
                </a:cubicBezTo>
                <a:cubicBezTo>
                  <a:pt x="8563412" y="2611607"/>
                  <a:pt x="8560659" y="2608928"/>
                  <a:pt x="8556938" y="2607440"/>
                </a:cubicBezTo>
                <a:cubicBezTo>
                  <a:pt x="8553217" y="2605951"/>
                  <a:pt x="8547239" y="2605207"/>
                  <a:pt x="8539004" y="2605207"/>
                </a:cubicBezTo>
                <a:close/>
                <a:moveTo>
                  <a:pt x="11155849" y="2603272"/>
                </a:moveTo>
                <a:cubicBezTo>
                  <a:pt x="11150392" y="2603272"/>
                  <a:pt x="11145605" y="2605133"/>
                  <a:pt x="11141487" y="2608854"/>
                </a:cubicBezTo>
                <a:cubicBezTo>
                  <a:pt x="11137370" y="2612574"/>
                  <a:pt x="11135311" y="2617312"/>
                  <a:pt x="11135311" y="2623067"/>
                </a:cubicBezTo>
                <a:cubicBezTo>
                  <a:pt x="11135311" y="2629417"/>
                  <a:pt x="11137320" y="2634328"/>
                  <a:pt x="11141338" y="2637801"/>
                </a:cubicBezTo>
                <a:cubicBezTo>
                  <a:pt x="11145357" y="2641273"/>
                  <a:pt x="11150194" y="2643010"/>
                  <a:pt x="11155849" y="2643010"/>
                </a:cubicBezTo>
                <a:cubicBezTo>
                  <a:pt x="11161306" y="2643010"/>
                  <a:pt x="11166019" y="2641248"/>
                  <a:pt x="11169988" y="2637726"/>
                </a:cubicBezTo>
                <a:cubicBezTo>
                  <a:pt x="11173957" y="2634204"/>
                  <a:pt x="11175941" y="2629317"/>
                  <a:pt x="11175941" y="2623067"/>
                </a:cubicBezTo>
                <a:cubicBezTo>
                  <a:pt x="11175941" y="2616617"/>
                  <a:pt x="11173907" y="2611706"/>
                  <a:pt x="11169839" y="2608333"/>
                </a:cubicBezTo>
                <a:cubicBezTo>
                  <a:pt x="11165771" y="2604959"/>
                  <a:pt x="11161108" y="2603272"/>
                  <a:pt x="11155849" y="2603272"/>
                </a:cubicBezTo>
                <a:close/>
                <a:moveTo>
                  <a:pt x="10312589" y="2601487"/>
                </a:moveTo>
                <a:cubicBezTo>
                  <a:pt x="10305842" y="2601487"/>
                  <a:pt x="10300509" y="2603719"/>
                  <a:pt x="10296590" y="2608184"/>
                </a:cubicBezTo>
                <a:cubicBezTo>
                  <a:pt x="10292671" y="2612649"/>
                  <a:pt x="10290711" y="2619346"/>
                  <a:pt x="10290711" y="2628276"/>
                </a:cubicBezTo>
                <a:lnTo>
                  <a:pt x="10290711" y="2800172"/>
                </a:lnTo>
                <a:cubicBezTo>
                  <a:pt x="10290711" y="2809102"/>
                  <a:pt x="10292695" y="2815824"/>
                  <a:pt x="10296664" y="2820338"/>
                </a:cubicBezTo>
                <a:cubicBezTo>
                  <a:pt x="10300633" y="2824853"/>
                  <a:pt x="10305941" y="2827110"/>
                  <a:pt x="10312589" y="2827110"/>
                </a:cubicBezTo>
                <a:cubicBezTo>
                  <a:pt x="10319137" y="2827110"/>
                  <a:pt x="10324495" y="2824877"/>
                  <a:pt x="10328662" y="2820413"/>
                </a:cubicBezTo>
                <a:cubicBezTo>
                  <a:pt x="10332830" y="2815948"/>
                  <a:pt x="10334913" y="2809201"/>
                  <a:pt x="10334913" y="2800172"/>
                </a:cubicBezTo>
                <a:lnTo>
                  <a:pt x="10334913" y="2726800"/>
                </a:lnTo>
                <a:lnTo>
                  <a:pt x="10430312" y="2726800"/>
                </a:lnTo>
                <a:lnTo>
                  <a:pt x="10430312" y="2800172"/>
                </a:lnTo>
                <a:cubicBezTo>
                  <a:pt x="10430312" y="2809102"/>
                  <a:pt x="10432296" y="2815824"/>
                  <a:pt x="10436265" y="2820338"/>
                </a:cubicBezTo>
                <a:cubicBezTo>
                  <a:pt x="10440234" y="2824853"/>
                  <a:pt x="10445542" y="2827110"/>
                  <a:pt x="10452190" y="2827110"/>
                </a:cubicBezTo>
                <a:cubicBezTo>
                  <a:pt x="10458738" y="2827110"/>
                  <a:pt x="10464096" y="2824877"/>
                  <a:pt x="10468263" y="2820413"/>
                </a:cubicBezTo>
                <a:cubicBezTo>
                  <a:pt x="10472430" y="2815948"/>
                  <a:pt x="10474514" y="2809201"/>
                  <a:pt x="10474514" y="2800172"/>
                </a:cubicBezTo>
                <a:lnTo>
                  <a:pt x="10474514" y="2628276"/>
                </a:lnTo>
                <a:cubicBezTo>
                  <a:pt x="10474514" y="2619247"/>
                  <a:pt x="10472455" y="2612525"/>
                  <a:pt x="10468338" y="2608109"/>
                </a:cubicBezTo>
                <a:cubicBezTo>
                  <a:pt x="10464220" y="2603694"/>
                  <a:pt x="10458837" y="2601487"/>
                  <a:pt x="10452190" y="2601487"/>
                </a:cubicBezTo>
                <a:cubicBezTo>
                  <a:pt x="10445641" y="2601487"/>
                  <a:pt x="10440358" y="2603719"/>
                  <a:pt x="10436339" y="2608184"/>
                </a:cubicBezTo>
                <a:cubicBezTo>
                  <a:pt x="10432321" y="2612649"/>
                  <a:pt x="10430312" y="2619346"/>
                  <a:pt x="10430312" y="2628276"/>
                </a:cubicBezTo>
                <a:lnTo>
                  <a:pt x="10430312" y="2690783"/>
                </a:lnTo>
                <a:lnTo>
                  <a:pt x="10334913" y="2690783"/>
                </a:lnTo>
                <a:lnTo>
                  <a:pt x="10334913" y="2628276"/>
                </a:lnTo>
                <a:cubicBezTo>
                  <a:pt x="10334913" y="2619247"/>
                  <a:pt x="10332854" y="2612525"/>
                  <a:pt x="10328737" y="2608109"/>
                </a:cubicBezTo>
                <a:cubicBezTo>
                  <a:pt x="10324619" y="2603694"/>
                  <a:pt x="10319237" y="2601487"/>
                  <a:pt x="10312589" y="2601487"/>
                </a:cubicBezTo>
                <a:close/>
                <a:moveTo>
                  <a:pt x="10141883" y="2601487"/>
                </a:moveTo>
                <a:cubicBezTo>
                  <a:pt x="10135732" y="2601487"/>
                  <a:pt x="10130994" y="2603620"/>
                  <a:pt x="10127670" y="2607886"/>
                </a:cubicBezTo>
                <a:cubicBezTo>
                  <a:pt x="10124346" y="2612153"/>
                  <a:pt x="10122684" y="2618453"/>
                  <a:pt x="10122684" y="2626787"/>
                </a:cubicBezTo>
                <a:lnTo>
                  <a:pt x="10122684" y="2686765"/>
                </a:lnTo>
                <a:cubicBezTo>
                  <a:pt x="10115045" y="2678431"/>
                  <a:pt x="10107206" y="2672254"/>
                  <a:pt x="10099169" y="2668236"/>
                </a:cubicBezTo>
                <a:cubicBezTo>
                  <a:pt x="10091133" y="2664218"/>
                  <a:pt x="10081261" y="2662208"/>
                  <a:pt x="10069553" y="2662208"/>
                </a:cubicBezTo>
                <a:cubicBezTo>
                  <a:pt x="10049312" y="2662208"/>
                  <a:pt x="10032991" y="2669303"/>
                  <a:pt x="10020588" y="2683491"/>
                </a:cubicBezTo>
                <a:cubicBezTo>
                  <a:pt x="10008186" y="2697679"/>
                  <a:pt x="10001985" y="2717473"/>
                  <a:pt x="10001985" y="2742873"/>
                </a:cubicBezTo>
                <a:cubicBezTo>
                  <a:pt x="10001985" y="2754879"/>
                  <a:pt x="10003547" y="2766041"/>
                  <a:pt x="10006673" y="2776360"/>
                </a:cubicBezTo>
                <a:cubicBezTo>
                  <a:pt x="10009798" y="2786678"/>
                  <a:pt x="10014387" y="2795658"/>
                  <a:pt x="10020439" y="2803297"/>
                </a:cubicBezTo>
                <a:cubicBezTo>
                  <a:pt x="10026492" y="2810937"/>
                  <a:pt x="10033660" y="2816816"/>
                  <a:pt x="10041945" y="2820934"/>
                </a:cubicBezTo>
                <a:cubicBezTo>
                  <a:pt x="10050230" y="2825051"/>
                  <a:pt x="10059234" y="2827110"/>
                  <a:pt x="10068957" y="2827110"/>
                </a:cubicBezTo>
                <a:cubicBezTo>
                  <a:pt x="10076299" y="2827110"/>
                  <a:pt x="10083071" y="2826093"/>
                  <a:pt x="10089272" y="2824059"/>
                </a:cubicBezTo>
                <a:cubicBezTo>
                  <a:pt x="10095474" y="2822025"/>
                  <a:pt x="10101228" y="2819048"/>
                  <a:pt x="10106536" y="2815129"/>
                </a:cubicBezTo>
                <a:cubicBezTo>
                  <a:pt x="10111845" y="2811210"/>
                  <a:pt x="10117227" y="2806125"/>
                  <a:pt x="10122684" y="2799874"/>
                </a:cubicBezTo>
                <a:lnTo>
                  <a:pt x="10122684" y="2803893"/>
                </a:lnTo>
                <a:cubicBezTo>
                  <a:pt x="10122684" y="2811334"/>
                  <a:pt x="10124495" y="2817064"/>
                  <a:pt x="10128117" y="2821082"/>
                </a:cubicBezTo>
                <a:cubicBezTo>
                  <a:pt x="10131738" y="2825101"/>
                  <a:pt x="10136327" y="2827110"/>
                  <a:pt x="10141883" y="2827110"/>
                </a:cubicBezTo>
                <a:cubicBezTo>
                  <a:pt x="10147539" y="2827110"/>
                  <a:pt x="10152152" y="2825175"/>
                  <a:pt x="10155724" y="2821306"/>
                </a:cubicBezTo>
                <a:cubicBezTo>
                  <a:pt x="10159296" y="2817436"/>
                  <a:pt x="10161082" y="2811632"/>
                  <a:pt x="10161082" y="2803893"/>
                </a:cubicBezTo>
                <a:lnTo>
                  <a:pt x="10161082" y="2624704"/>
                </a:lnTo>
                <a:cubicBezTo>
                  <a:pt x="10161082" y="2617064"/>
                  <a:pt x="10159420" y="2611284"/>
                  <a:pt x="10156096" y="2607365"/>
                </a:cubicBezTo>
                <a:cubicBezTo>
                  <a:pt x="10152772" y="2603446"/>
                  <a:pt x="10148035" y="2601487"/>
                  <a:pt x="10141883" y="2601487"/>
                </a:cubicBezTo>
                <a:close/>
                <a:moveTo>
                  <a:pt x="8954235" y="2601487"/>
                </a:moveTo>
                <a:cubicBezTo>
                  <a:pt x="8947885" y="2601487"/>
                  <a:pt x="8942948" y="2603545"/>
                  <a:pt x="8939426" y="2607663"/>
                </a:cubicBezTo>
                <a:cubicBezTo>
                  <a:pt x="8935904" y="2611780"/>
                  <a:pt x="8934143" y="2617957"/>
                  <a:pt x="8934143" y="2626192"/>
                </a:cubicBezTo>
                <a:lnTo>
                  <a:pt x="8934143" y="2802404"/>
                </a:lnTo>
                <a:cubicBezTo>
                  <a:pt x="8934143" y="2818875"/>
                  <a:pt x="8940840" y="2827110"/>
                  <a:pt x="8954235" y="2827110"/>
                </a:cubicBezTo>
                <a:cubicBezTo>
                  <a:pt x="8960684" y="2827110"/>
                  <a:pt x="8965719" y="2825001"/>
                  <a:pt x="8969341" y="2820785"/>
                </a:cubicBezTo>
                <a:cubicBezTo>
                  <a:pt x="8972962" y="2816568"/>
                  <a:pt x="8974773" y="2810441"/>
                  <a:pt x="8974773" y="2802404"/>
                </a:cubicBezTo>
                <a:lnTo>
                  <a:pt x="8974773" y="2748678"/>
                </a:lnTo>
                <a:cubicBezTo>
                  <a:pt x="8974773" y="2733199"/>
                  <a:pt x="8975864" y="2722434"/>
                  <a:pt x="8978047" y="2716382"/>
                </a:cubicBezTo>
                <a:cubicBezTo>
                  <a:pt x="8980924" y="2709238"/>
                  <a:pt x="8985265" y="2703607"/>
                  <a:pt x="8991070" y="2699490"/>
                </a:cubicBezTo>
                <a:cubicBezTo>
                  <a:pt x="8996874" y="2695372"/>
                  <a:pt x="9003397" y="2693313"/>
                  <a:pt x="9010640" y="2693313"/>
                </a:cubicBezTo>
                <a:cubicBezTo>
                  <a:pt x="9021455" y="2693313"/>
                  <a:pt x="9028797" y="2696811"/>
                  <a:pt x="9032667" y="2703806"/>
                </a:cubicBezTo>
                <a:cubicBezTo>
                  <a:pt x="9036537" y="2710801"/>
                  <a:pt x="9038471" y="2720797"/>
                  <a:pt x="9038471" y="2733795"/>
                </a:cubicBezTo>
                <a:lnTo>
                  <a:pt x="9038471" y="2802404"/>
                </a:lnTo>
                <a:cubicBezTo>
                  <a:pt x="9038471" y="2818875"/>
                  <a:pt x="9045169" y="2827110"/>
                  <a:pt x="9058563" y="2827110"/>
                </a:cubicBezTo>
                <a:cubicBezTo>
                  <a:pt x="9064715" y="2827110"/>
                  <a:pt x="9069651" y="2825026"/>
                  <a:pt x="9073372" y="2820859"/>
                </a:cubicBezTo>
                <a:cubicBezTo>
                  <a:pt x="9077092" y="2816692"/>
                  <a:pt x="9078953" y="2810540"/>
                  <a:pt x="9078953" y="2802404"/>
                </a:cubicBezTo>
                <a:lnTo>
                  <a:pt x="9078953" y="2724567"/>
                </a:lnTo>
                <a:cubicBezTo>
                  <a:pt x="9078953" y="2716729"/>
                  <a:pt x="9078457" y="2709809"/>
                  <a:pt x="9077464" y="2703806"/>
                </a:cubicBezTo>
                <a:cubicBezTo>
                  <a:pt x="9076472" y="2697803"/>
                  <a:pt x="9074537" y="2692371"/>
                  <a:pt x="9071660" y="2687509"/>
                </a:cubicBezTo>
                <a:cubicBezTo>
                  <a:pt x="9067096" y="2679175"/>
                  <a:pt x="9060820" y="2672825"/>
                  <a:pt x="9052833" y="2668459"/>
                </a:cubicBezTo>
                <a:cubicBezTo>
                  <a:pt x="9044846" y="2664094"/>
                  <a:pt x="9035693" y="2661911"/>
                  <a:pt x="9025375" y="2661911"/>
                </a:cubicBezTo>
                <a:cubicBezTo>
                  <a:pt x="9018528" y="2661911"/>
                  <a:pt x="9012129" y="2662779"/>
                  <a:pt x="9006176" y="2664515"/>
                </a:cubicBezTo>
                <a:cubicBezTo>
                  <a:pt x="9000223" y="2666252"/>
                  <a:pt x="8994790" y="2668856"/>
                  <a:pt x="8989879" y="2672329"/>
                </a:cubicBezTo>
                <a:cubicBezTo>
                  <a:pt x="8984968" y="2675801"/>
                  <a:pt x="8979932" y="2680514"/>
                  <a:pt x="8974773" y="2686467"/>
                </a:cubicBezTo>
                <a:lnTo>
                  <a:pt x="8974773" y="2626192"/>
                </a:lnTo>
                <a:cubicBezTo>
                  <a:pt x="8974773" y="2618056"/>
                  <a:pt x="8972962" y="2611904"/>
                  <a:pt x="8969341" y="2607737"/>
                </a:cubicBezTo>
                <a:cubicBezTo>
                  <a:pt x="8965719" y="2603570"/>
                  <a:pt x="8960684" y="2601487"/>
                  <a:pt x="8954235" y="2601487"/>
                </a:cubicBezTo>
                <a:close/>
                <a:moveTo>
                  <a:pt x="11397248" y="2383453"/>
                </a:moveTo>
                <a:lnTo>
                  <a:pt x="11397248" y="2389258"/>
                </a:lnTo>
                <a:cubicBezTo>
                  <a:pt x="11397248" y="2403347"/>
                  <a:pt x="11395413" y="2413467"/>
                  <a:pt x="11391742" y="2419619"/>
                </a:cubicBezTo>
                <a:cubicBezTo>
                  <a:pt x="11388567" y="2425175"/>
                  <a:pt x="11383581" y="2429714"/>
                  <a:pt x="11376785" y="2433236"/>
                </a:cubicBezTo>
                <a:cubicBezTo>
                  <a:pt x="11369988" y="2436759"/>
                  <a:pt x="11362571" y="2438520"/>
                  <a:pt x="11354535" y="2438520"/>
                </a:cubicBezTo>
                <a:cubicBezTo>
                  <a:pt x="11346994" y="2438520"/>
                  <a:pt x="11340892" y="2436362"/>
                  <a:pt x="11336229" y="2432046"/>
                </a:cubicBezTo>
                <a:cubicBezTo>
                  <a:pt x="11331565" y="2427730"/>
                  <a:pt x="11329234" y="2422496"/>
                  <a:pt x="11329234" y="2416344"/>
                </a:cubicBezTo>
                <a:cubicBezTo>
                  <a:pt x="11329234" y="2410391"/>
                  <a:pt x="11331218" y="2405753"/>
                  <a:pt x="11335187" y="2402429"/>
                </a:cubicBezTo>
                <a:cubicBezTo>
                  <a:pt x="11339156" y="2399105"/>
                  <a:pt x="11343323" y="2396873"/>
                  <a:pt x="11347689" y="2395732"/>
                </a:cubicBezTo>
                <a:cubicBezTo>
                  <a:pt x="11352054" y="2394591"/>
                  <a:pt x="11359917" y="2392805"/>
                  <a:pt x="11371278" y="2390374"/>
                </a:cubicBezTo>
                <a:cubicBezTo>
                  <a:pt x="11382638" y="2387943"/>
                  <a:pt x="11391295" y="2385636"/>
                  <a:pt x="11397248" y="2383453"/>
                </a:cubicBezTo>
                <a:close/>
                <a:moveTo>
                  <a:pt x="9930398" y="2383453"/>
                </a:moveTo>
                <a:lnTo>
                  <a:pt x="9930398" y="2389258"/>
                </a:lnTo>
                <a:cubicBezTo>
                  <a:pt x="9930398" y="2403347"/>
                  <a:pt x="9928563" y="2413467"/>
                  <a:pt x="9924892" y="2419619"/>
                </a:cubicBezTo>
                <a:cubicBezTo>
                  <a:pt x="9921717" y="2425175"/>
                  <a:pt x="9916731" y="2429714"/>
                  <a:pt x="9909935" y="2433236"/>
                </a:cubicBezTo>
                <a:cubicBezTo>
                  <a:pt x="9903138" y="2436759"/>
                  <a:pt x="9895721" y="2438520"/>
                  <a:pt x="9887685" y="2438520"/>
                </a:cubicBezTo>
                <a:cubicBezTo>
                  <a:pt x="9880144" y="2438520"/>
                  <a:pt x="9874042" y="2436362"/>
                  <a:pt x="9869379" y="2432046"/>
                </a:cubicBezTo>
                <a:cubicBezTo>
                  <a:pt x="9864715" y="2427730"/>
                  <a:pt x="9862384" y="2422496"/>
                  <a:pt x="9862384" y="2416344"/>
                </a:cubicBezTo>
                <a:cubicBezTo>
                  <a:pt x="9862384" y="2410391"/>
                  <a:pt x="9864368" y="2405753"/>
                  <a:pt x="9868337" y="2402429"/>
                </a:cubicBezTo>
                <a:cubicBezTo>
                  <a:pt x="9872306" y="2399105"/>
                  <a:pt x="9876473" y="2396873"/>
                  <a:pt x="9880839" y="2395732"/>
                </a:cubicBezTo>
                <a:cubicBezTo>
                  <a:pt x="9885204" y="2394591"/>
                  <a:pt x="9893067" y="2392805"/>
                  <a:pt x="9904428" y="2390374"/>
                </a:cubicBezTo>
                <a:cubicBezTo>
                  <a:pt x="9915788" y="2387943"/>
                  <a:pt x="9924445" y="2385636"/>
                  <a:pt x="9930398" y="2383453"/>
                </a:cubicBezTo>
                <a:close/>
                <a:moveTo>
                  <a:pt x="9216023" y="2383453"/>
                </a:moveTo>
                <a:lnTo>
                  <a:pt x="9216023" y="2389258"/>
                </a:lnTo>
                <a:cubicBezTo>
                  <a:pt x="9216023" y="2403347"/>
                  <a:pt x="9214188" y="2413467"/>
                  <a:pt x="9210517" y="2419619"/>
                </a:cubicBezTo>
                <a:cubicBezTo>
                  <a:pt x="9207342" y="2425175"/>
                  <a:pt x="9202356" y="2429714"/>
                  <a:pt x="9195559" y="2433236"/>
                </a:cubicBezTo>
                <a:cubicBezTo>
                  <a:pt x="9188763" y="2436759"/>
                  <a:pt x="9181346" y="2438520"/>
                  <a:pt x="9173310" y="2438520"/>
                </a:cubicBezTo>
                <a:cubicBezTo>
                  <a:pt x="9165769" y="2438520"/>
                  <a:pt x="9159667" y="2436362"/>
                  <a:pt x="9155004" y="2432046"/>
                </a:cubicBezTo>
                <a:cubicBezTo>
                  <a:pt x="9150340" y="2427730"/>
                  <a:pt x="9148009" y="2422496"/>
                  <a:pt x="9148009" y="2416344"/>
                </a:cubicBezTo>
                <a:cubicBezTo>
                  <a:pt x="9148009" y="2410391"/>
                  <a:pt x="9149993" y="2405753"/>
                  <a:pt x="9153962" y="2402429"/>
                </a:cubicBezTo>
                <a:cubicBezTo>
                  <a:pt x="9157931" y="2399105"/>
                  <a:pt x="9162098" y="2396873"/>
                  <a:pt x="9166463" y="2395732"/>
                </a:cubicBezTo>
                <a:cubicBezTo>
                  <a:pt x="9170829" y="2394591"/>
                  <a:pt x="9178692" y="2392805"/>
                  <a:pt x="9190053" y="2390374"/>
                </a:cubicBezTo>
                <a:cubicBezTo>
                  <a:pt x="9201413" y="2387943"/>
                  <a:pt x="9210070" y="2385636"/>
                  <a:pt x="9216023" y="2383453"/>
                </a:cubicBezTo>
                <a:close/>
                <a:moveTo>
                  <a:pt x="10081161" y="2330322"/>
                </a:moveTo>
                <a:cubicBezTo>
                  <a:pt x="10088305" y="2330322"/>
                  <a:pt x="10094878" y="2332380"/>
                  <a:pt x="10100881" y="2336498"/>
                </a:cubicBezTo>
                <a:cubicBezTo>
                  <a:pt x="10106884" y="2340616"/>
                  <a:pt x="10111646" y="2346569"/>
                  <a:pt x="10115169" y="2354357"/>
                </a:cubicBezTo>
                <a:cubicBezTo>
                  <a:pt x="10118691" y="2362146"/>
                  <a:pt x="10120452" y="2371448"/>
                  <a:pt x="10120452" y="2382263"/>
                </a:cubicBezTo>
                <a:cubicBezTo>
                  <a:pt x="10120452" y="2393772"/>
                  <a:pt x="10118691" y="2403371"/>
                  <a:pt x="10115169" y="2411061"/>
                </a:cubicBezTo>
                <a:cubicBezTo>
                  <a:pt x="10111646" y="2418750"/>
                  <a:pt x="10106933" y="2424455"/>
                  <a:pt x="10101030" y="2428176"/>
                </a:cubicBezTo>
                <a:cubicBezTo>
                  <a:pt x="10095126" y="2431897"/>
                  <a:pt x="10088603" y="2433757"/>
                  <a:pt x="10081459" y="2433757"/>
                </a:cubicBezTo>
                <a:cubicBezTo>
                  <a:pt x="10074414" y="2433757"/>
                  <a:pt x="10067915" y="2431798"/>
                  <a:pt x="10061962" y="2427879"/>
                </a:cubicBezTo>
                <a:cubicBezTo>
                  <a:pt x="10056009" y="2423959"/>
                  <a:pt x="10051321" y="2418130"/>
                  <a:pt x="10047898" y="2410391"/>
                </a:cubicBezTo>
                <a:cubicBezTo>
                  <a:pt x="10044475" y="2402652"/>
                  <a:pt x="10042763" y="2393276"/>
                  <a:pt x="10042763" y="2382263"/>
                </a:cubicBezTo>
                <a:cubicBezTo>
                  <a:pt x="10042763" y="2371845"/>
                  <a:pt x="10044376" y="2362692"/>
                  <a:pt x="10047601" y="2354804"/>
                </a:cubicBezTo>
                <a:cubicBezTo>
                  <a:pt x="10050825" y="2346916"/>
                  <a:pt x="10055364" y="2340864"/>
                  <a:pt x="10061218" y="2336647"/>
                </a:cubicBezTo>
                <a:cubicBezTo>
                  <a:pt x="10067072" y="2332430"/>
                  <a:pt x="10073720" y="2330322"/>
                  <a:pt x="10081161" y="2330322"/>
                </a:cubicBezTo>
                <a:close/>
                <a:moveTo>
                  <a:pt x="11815604" y="2327940"/>
                </a:moveTo>
                <a:cubicBezTo>
                  <a:pt x="11826221" y="2327940"/>
                  <a:pt x="11834778" y="2331388"/>
                  <a:pt x="11841277" y="2338284"/>
                </a:cubicBezTo>
                <a:cubicBezTo>
                  <a:pt x="11847776" y="2345180"/>
                  <a:pt x="11851521" y="2355573"/>
                  <a:pt x="11852513" y="2369463"/>
                </a:cubicBezTo>
                <a:lnTo>
                  <a:pt x="11778844" y="2369463"/>
                </a:lnTo>
                <a:cubicBezTo>
                  <a:pt x="11780233" y="2355771"/>
                  <a:pt x="11784177" y="2345428"/>
                  <a:pt x="11790675" y="2338433"/>
                </a:cubicBezTo>
                <a:cubicBezTo>
                  <a:pt x="11797174" y="2331438"/>
                  <a:pt x="11805484" y="2327940"/>
                  <a:pt x="11815604" y="2327940"/>
                </a:cubicBezTo>
                <a:close/>
                <a:moveTo>
                  <a:pt x="11634629" y="2327940"/>
                </a:moveTo>
                <a:cubicBezTo>
                  <a:pt x="11645245" y="2327940"/>
                  <a:pt x="11653803" y="2331388"/>
                  <a:pt x="11660302" y="2338284"/>
                </a:cubicBezTo>
                <a:cubicBezTo>
                  <a:pt x="11666801" y="2345180"/>
                  <a:pt x="11670546" y="2355573"/>
                  <a:pt x="11671539" y="2369463"/>
                </a:cubicBezTo>
                <a:lnTo>
                  <a:pt x="11597869" y="2369463"/>
                </a:lnTo>
                <a:cubicBezTo>
                  <a:pt x="11599257" y="2355771"/>
                  <a:pt x="11603201" y="2345428"/>
                  <a:pt x="11609701" y="2338433"/>
                </a:cubicBezTo>
                <a:cubicBezTo>
                  <a:pt x="11616199" y="2331438"/>
                  <a:pt x="11624509" y="2327940"/>
                  <a:pt x="11634629" y="2327940"/>
                </a:cubicBezTo>
                <a:close/>
                <a:moveTo>
                  <a:pt x="11942703" y="2299961"/>
                </a:moveTo>
                <a:cubicBezTo>
                  <a:pt x="11936949" y="2299961"/>
                  <a:pt x="11932310" y="2301945"/>
                  <a:pt x="11928788" y="2305914"/>
                </a:cubicBezTo>
                <a:cubicBezTo>
                  <a:pt x="11925266" y="2309883"/>
                  <a:pt x="11923505" y="2315687"/>
                  <a:pt x="11923505" y="2323327"/>
                </a:cubicBezTo>
                <a:lnTo>
                  <a:pt x="11923505" y="2439562"/>
                </a:lnTo>
                <a:cubicBezTo>
                  <a:pt x="11923505" y="2447995"/>
                  <a:pt x="11925464" y="2454370"/>
                  <a:pt x="11929383" y="2458686"/>
                </a:cubicBezTo>
                <a:cubicBezTo>
                  <a:pt x="11933303" y="2463002"/>
                  <a:pt x="11938338" y="2465160"/>
                  <a:pt x="11944489" y="2465160"/>
                </a:cubicBezTo>
                <a:cubicBezTo>
                  <a:pt x="11950740" y="2465160"/>
                  <a:pt x="11955775" y="2463002"/>
                  <a:pt x="11959595" y="2458686"/>
                </a:cubicBezTo>
                <a:cubicBezTo>
                  <a:pt x="11963415" y="2454370"/>
                  <a:pt x="11965325" y="2447995"/>
                  <a:pt x="11965325" y="2439562"/>
                </a:cubicBezTo>
                <a:lnTo>
                  <a:pt x="11965325" y="2384644"/>
                </a:lnTo>
                <a:cubicBezTo>
                  <a:pt x="11965325" y="2367578"/>
                  <a:pt x="11967433" y="2354481"/>
                  <a:pt x="11971651" y="2345353"/>
                </a:cubicBezTo>
                <a:cubicBezTo>
                  <a:pt x="11975867" y="2336225"/>
                  <a:pt x="11984623" y="2331661"/>
                  <a:pt x="11997919" y="2331661"/>
                </a:cubicBezTo>
                <a:cubicBezTo>
                  <a:pt x="12004566" y="2331661"/>
                  <a:pt x="12009428" y="2333472"/>
                  <a:pt x="12012504" y="2337093"/>
                </a:cubicBezTo>
                <a:cubicBezTo>
                  <a:pt x="12015579" y="2340715"/>
                  <a:pt x="12017465" y="2345353"/>
                  <a:pt x="12018159" y="2351009"/>
                </a:cubicBezTo>
                <a:cubicBezTo>
                  <a:pt x="12018854" y="2356664"/>
                  <a:pt x="12019201" y="2364602"/>
                  <a:pt x="12019201" y="2374821"/>
                </a:cubicBezTo>
                <a:lnTo>
                  <a:pt x="12019201" y="2439562"/>
                </a:lnTo>
                <a:cubicBezTo>
                  <a:pt x="12019201" y="2448094"/>
                  <a:pt x="12021111" y="2454494"/>
                  <a:pt x="12024931" y="2458760"/>
                </a:cubicBezTo>
                <a:cubicBezTo>
                  <a:pt x="12028751" y="2463027"/>
                  <a:pt x="12033737" y="2465160"/>
                  <a:pt x="12039888" y="2465160"/>
                </a:cubicBezTo>
                <a:cubicBezTo>
                  <a:pt x="12046238" y="2465160"/>
                  <a:pt x="12051348" y="2463027"/>
                  <a:pt x="12055217" y="2458760"/>
                </a:cubicBezTo>
                <a:cubicBezTo>
                  <a:pt x="12059087" y="2454494"/>
                  <a:pt x="12061022" y="2448094"/>
                  <a:pt x="12061022" y="2439562"/>
                </a:cubicBezTo>
                <a:lnTo>
                  <a:pt x="12061022" y="2385537"/>
                </a:lnTo>
                <a:cubicBezTo>
                  <a:pt x="12061022" y="2368174"/>
                  <a:pt x="12062510" y="2356069"/>
                  <a:pt x="12065487" y="2349223"/>
                </a:cubicBezTo>
                <a:cubicBezTo>
                  <a:pt x="12068165" y="2343865"/>
                  <a:pt x="12071911" y="2339599"/>
                  <a:pt x="12076723" y="2336424"/>
                </a:cubicBezTo>
                <a:cubicBezTo>
                  <a:pt x="12081535" y="2333249"/>
                  <a:pt x="12086620" y="2331661"/>
                  <a:pt x="12091978" y="2331661"/>
                </a:cubicBezTo>
                <a:cubicBezTo>
                  <a:pt x="12098625" y="2331661"/>
                  <a:pt x="12103587" y="2333447"/>
                  <a:pt x="12106861" y="2337019"/>
                </a:cubicBezTo>
                <a:cubicBezTo>
                  <a:pt x="12110135" y="2340591"/>
                  <a:pt x="12112144" y="2345006"/>
                  <a:pt x="12112888" y="2350265"/>
                </a:cubicBezTo>
                <a:cubicBezTo>
                  <a:pt x="12113633" y="2355523"/>
                  <a:pt x="12114005" y="2362518"/>
                  <a:pt x="12114005" y="2371249"/>
                </a:cubicBezTo>
                <a:lnTo>
                  <a:pt x="12114005" y="2439562"/>
                </a:lnTo>
                <a:cubicBezTo>
                  <a:pt x="12114005" y="2447995"/>
                  <a:pt x="12115964" y="2454370"/>
                  <a:pt x="12119883" y="2458686"/>
                </a:cubicBezTo>
                <a:cubicBezTo>
                  <a:pt x="12123803" y="2463002"/>
                  <a:pt x="12128838" y="2465160"/>
                  <a:pt x="12134989" y="2465160"/>
                </a:cubicBezTo>
                <a:cubicBezTo>
                  <a:pt x="12141339" y="2465160"/>
                  <a:pt x="12146449" y="2463027"/>
                  <a:pt x="12150319" y="2458760"/>
                </a:cubicBezTo>
                <a:cubicBezTo>
                  <a:pt x="12154188" y="2454494"/>
                  <a:pt x="12156123" y="2448094"/>
                  <a:pt x="12156123" y="2439562"/>
                </a:cubicBezTo>
                <a:lnTo>
                  <a:pt x="12156123" y="2360236"/>
                </a:lnTo>
                <a:cubicBezTo>
                  <a:pt x="12156123" y="2344460"/>
                  <a:pt x="12154387" y="2332901"/>
                  <a:pt x="12150914" y="2325559"/>
                </a:cubicBezTo>
                <a:cubicBezTo>
                  <a:pt x="12146945" y="2317423"/>
                  <a:pt x="12140943" y="2311172"/>
                  <a:pt x="12132906" y="2306807"/>
                </a:cubicBezTo>
                <a:cubicBezTo>
                  <a:pt x="12124869" y="2302441"/>
                  <a:pt x="12115294" y="2300258"/>
                  <a:pt x="12104182" y="2300258"/>
                </a:cubicBezTo>
                <a:cubicBezTo>
                  <a:pt x="12094657" y="2300258"/>
                  <a:pt x="12085975" y="2302268"/>
                  <a:pt x="12078137" y="2306286"/>
                </a:cubicBezTo>
                <a:cubicBezTo>
                  <a:pt x="12070299" y="2310304"/>
                  <a:pt x="12062957" y="2316481"/>
                  <a:pt x="12056111" y="2324815"/>
                </a:cubicBezTo>
                <a:cubicBezTo>
                  <a:pt x="12051348" y="2316580"/>
                  <a:pt x="12045296" y="2310428"/>
                  <a:pt x="12037953" y="2306360"/>
                </a:cubicBezTo>
                <a:cubicBezTo>
                  <a:pt x="12030611" y="2302292"/>
                  <a:pt x="12021830" y="2300258"/>
                  <a:pt x="12011611" y="2300258"/>
                </a:cubicBezTo>
                <a:cubicBezTo>
                  <a:pt x="12001788" y="2300258"/>
                  <a:pt x="11992859" y="2302243"/>
                  <a:pt x="11984822" y="2306211"/>
                </a:cubicBezTo>
                <a:cubicBezTo>
                  <a:pt x="11976785" y="2310180"/>
                  <a:pt x="11969245" y="2316381"/>
                  <a:pt x="11962200" y="2324815"/>
                </a:cubicBezTo>
                <a:lnTo>
                  <a:pt x="11962200" y="2320945"/>
                </a:lnTo>
                <a:cubicBezTo>
                  <a:pt x="11962200" y="2314397"/>
                  <a:pt x="11960339" y="2309262"/>
                  <a:pt x="11956619" y="2305542"/>
                </a:cubicBezTo>
                <a:cubicBezTo>
                  <a:pt x="11952898" y="2301821"/>
                  <a:pt x="11948260" y="2299961"/>
                  <a:pt x="11942703" y="2299961"/>
                </a:cubicBezTo>
                <a:close/>
                <a:moveTo>
                  <a:pt x="10771129" y="2299961"/>
                </a:moveTo>
                <a:cubicBezTo>
                  <a:pt x="10765374" y="2299961"/>
                  <a:pt x="10760735" y="2301945"/>
                  <a:pt x="10757213" y="2305914"/>
                </a:cubicBezTo>
                <a:cubicBezTo>
                  <a:pt x="10753691" y="2309883"/>
                  <a:pt x="10751929" y="2315687"/>
                  <a:pt x="10751929" y="2323327"/>
                </a:cubicBezTo>
                <a:lnTo>
                  <a:pt x="10751929" y="2439562"/>
                </a:lnTo>
                <a:cubicBezTo>
                  <a:pt x="10751929" y="2447995"/>
                  <a:pt x="10753889" y="2454370"/>
                  <a:pt x="10757808" y="2458686"/>
                </a:cubicBezTo>
                <a:cubicBezTo>
                  <a:pt x="10761727" y="2463002"/>
                  <a:pt x="10766763" y="2465160"/>
                  <a:pt x="10772914" y="2465160"/>
                </a:cubicBezTo>
                <a:cubicBezTo>
                  <a:pt x="10779165" y="2465160"/>
                  <a:pt x="10784201" y="2463002"/>
                  <a:pt x="10788021" y="2458686"/>
                </a:cubicBezTo>
                <a:cubicBezTo>
                  <a:pt x="10791840" y="2454370"/>
                  <a:pt x="10793750" y="2447995"/>
                  <a:pt x="10793750" y="2439562"/>
                </a:cubicBezTo>
                <a:lnTo>
                  <a:pt x="10793750" y="2384644"/>
                </a:lnTo>
                <a:cubicBezTo>
                  <a:pt x="10793750" y="2367578"/>
                  <a:pt x="10795859" y="2354481"/>
                  <a:pt x="10800075" y="2345353"/>
                </a:cubicBezTo>
                <a:cubicBezTo>
                  <a:pt x="10804292" y="2336225"/>
                  <a:pt x="10813048" y="2331661"/>
                  <a:pt x="10826344" y="2331661"/>
                </a:cubicBezTo>
                <a:cubicBezTo>
                  <a:pt x="10832991" y="2331661"/>
                  <a:pt x="10837853" y="2333472"/>
                  <a:pt x="10840929" y="2337093"/>
                </a:cubicBezTo>
                <a:cubicBezTo>
                  <a:pt x="10844005" y="2340715"/>
                  <a:pt x="10845889" y="2345353"/>
                  <a:pt x="10846584" y="2351009"/>
                </a:cubicBezTo>
                <a:cubicBezTo>
                  <a:pt x="10847279" y="2356664"/>
                  <a:pt x="10847626" y="2364602"/>
                  <a:pt x="10847626" y="2374821"/>
                </a:cubicBezTo>
                <a:lnTo>
                  <a:pt x="10847626" y="2439562"/>
                </a:lnTo>
                <a:cubicBezTo>
                  <a:pt x="10847626" y="2448094"/>
                  <a:pt x="10849536" y="2454494"/>
                  <a:pt x="10853356" y="2458760"/>
                </a:cubicBezTo>
                <a:cubicBezTo>
                  <a:pt x="10857176" y="2463027"/>
                  <a:pt x="10862161" y="2465160"/>
                  <a:pt x="10868313" y="2465160"/>
                </a:cubicBezTo>
                <a:cubicBezTo>
                  <a:pt x="10874663" y="2465160"/>
                  <a:pt x="10879773" y="2463027"/>
                  <a:pt x="10883643" y="2458760"/>
                </a:cubicBezTo>
                <a:cubicBezTo>
                  <a:pt x="10887512" y="2454494"/>
                  <a:pt x="10889447" y="2448094"/>
                  <a:pt x="10889447" y="2439562"/>
                </a:cubicBezTo>
                <a:lnTo>
                  <a:pt x="10889447" y="2385537"/>
                </a:lnTo>
                <a:cubicBezTo>
                  <a:pt x="10889447" y="2368174"/>
                  <a:pt x="10890935" y="2356069"/>
                  <a:pt x="10893911" y="2349223"/>
                </a:cubicBezTo>
                <a:cubicBezTo>
                  <a:pt x="10896591" y="2343865"/>
                  <a:pt x="10900336" y="2339599"/>
                  <a:pt x="10905148" y="2336424"/>
                </a:cubicBezTo>
                <a:cubicBezTo>
                  <a:pt x="10909960" y="2333249"/>
                  <a:pt x="10915045" y="2331661"/>
                  <a:pt x="10920403" y="2331661"/>
                </a:cubicBezTo>
                <a:cubicBezTo>
                  <a:pt x="10927051" y="2331661"/>
                  <a:pt x="10932011" y="2333447"/>
                  <a:pt x="10935286" y="2337019"/>
                </a:cubicBezTo>
                <a:cubicBezTo>
                  <a:pt x="10938560" y="2340591"/>
                  <a:pt x="10940569" y="2345006"/>
                  <a:pt x="10941313" y="2350265"/>
                </a:cubicBezTo>
                <a:cubicBezTo>
                  <a:pt x="10942057" y="2355523"/>
                  <a:pt x="10942429" y="2362518"/>
                  <a:pt x="10942429" y="2371249"/>
                </a:cubicBezTo>
                <a:lnTo>
                  <a:pt x="10942429" y="2439562"/>
                </a:lnTo>
                <a:cubicBezTo>
                  <a:pt x="10942429" y="2447995"/>
                  <a:pt x="10944389" y="2454370"/>
                  <a:pt x="10948308" y="2458686"/>
                </a:cubicBezTo>
                <a:cubicBezTo>
                  <a:pt x="10952227" y="2463002"/>
                  <a:pt x="10957263" y="2465160"/>
                  <a:pt x="10963414" y="2465160"/>
                </a:cubicBezTo>
                <a:cubicBezTo>
                  <a:pt x="10969764" y="2465160"/>
                  <a:pt x="10974874" y="2463027"/>
                  <a:pt x="10978744" y="2458760"/>
                </a:cubicBezTo>
                <a:cubicBezTo>
                  <a:pt x="10982613" y="2454494"/>
                  <a:pt x="10984548" y="2448094"/>
                  <a:pt x="10984548" y="2439562"/>
                </a:cubicBezTo>
                <a:lnTo>
                  <a:pt x="10984548" y="2360236"/>
                </a:lnTo>
                <a:cubicBezTo>
                  <a:pt x="10984548" y="2344460"/>
                  <a:pt x="10982812" y="2332901"/>
                  <a:pt x="10979339" y="2325559"/>
                </a:cubicBezTo>
                <a:cubicBezTo>
                  <a:pt x="10975370" y="2317423"/>
                  <a:pt x="10969367" y="2311172"/>
                  <a:pt x="10961331" y="2306807"/>
                </a:cubicBezTo>
                <a:cubicBezTo>
                  <a:pt x="10953294" y="2302441"/>
                  <a:pt x="10943719" y="2300258"/>
                  <a:pt x="10932607" y="2300258"/>
                </a:cubicBezTo>
                <a:cubicBezTo>
                  <a:pt x="10923082" y="2300258"/>
                  <a:pt x="10914400" y="2302268"/>
                  <a:pt x="10906562" y="2306286"/>
                </a:cubicBezTo>
                <a:cubicBezTo>
                  <a:pt x="10898724" y="2310304"/>
                  <a:pt x="10891381" y="2316481"/>
                  <a:pt x="10884535" y="2324815"/>
                </a:cubicBezTo>
                <a:cubicBezTo>
                  <a:pt x="10879773" y="2316580"/>
                  <a:pt x="10873721" y="2310428"/>
                  <a:pt x="10866379" y="2306360"/>
                </a:cubicBezTo>
                <a:cubicBezTo>
                  <a:pt x="10859036" y="2302292"/>
                  <a:pt x="10850255" y="2300258"/>
                  <a:pt x="10840036" y="2300258"/>
                </a:cubicBezTo>
                <a:cubicBezTo>
                  <a:pt x="10830213" y="2300258"/>
                  <a:pt x="10821283" y="2302243"/>
                  <a:pt x="10813247" y="2306211"/>
                </a:cubicBezTo>
                <a:cubicBezTo>
                  <a:pt x="10805210" y="2310180"/>
                  <a:pt x="10797669" y="2316381"/>
                  <a:pt x="10790625" y="2324815"/>
                </a:cubicBezTo>
                <a:lnTo>
                  <a:pt x="10790625" y="2320945"/>
                </a:lnTo>
                <a:cubicBezTo>
                  <a:pt x="10790625" y="2314397"/>
                  <a:pt x="10788765" y="2309262"/>
                  <a:pt x="10785044" y="2305542"/>
                </a:cubicBezTo>
                <a:cubicBezTo>
                  <a:pt x="10781323" y="2301821"/>
                  <a:pt x="10776685" y="2299961"/>
                  <a:pt x="10771129" y="2299961"/>
                </a:cubicBezTo>
                <a:close/>
                <a:moveTo>
                  <a:pt x="10688677" y="2299961"/>
                </a:moveTo>
                <a:cubicBezTo>
                  <a:pt x="10682725" y="2299961"/>
                  <a:pt x="10677887" y="2301995"/>
                  <a:pt x="10674167" y="2306063"/>
                </a:cubicBezTo>
                <a:cubicBezTo>
                  <a:pt x="10670446" y="2310131"/>
                  <a:pt x="10668586" y="2316183"/>
                  <a:pt x="10668586" y="2324220"/>
                </a:cubicBezTo>
                <a:lnTo>
                  <a:pt x="10668586" y="2440454"/>
                </a:lnTo>
                <a:cubicBezTo>
                  <a:pt x="10668586" y="2448392"/>
                  <a:pt x="10670446" y="2454494"/>
                  <a:pt x="10674167" y="2458760"/>
                </a:cubicBezTo>
                <a:cubicBezTo>
                  <a:pt x="10677887" y="2463027"/>
                  <a:pt x="10682725" y="2465160"/>
                  <a:pt x="10688677" y="2465160"/>
                </a:cubicBezTo>
                <a:cubicBezTo>
                  <a:pt x="10694631" y="2465160"/>
                  <a:pt x="10699542" y="2463076"/>
                  <a:pt x="10703411" y="2458909"/>
                </a:cubicBezTo>
                <a:cubicBezTo>
                  <a:pt x="10707281" y="2454742"/>
                  <a:pt x="10709216" y="2448590"/>
                  <a:pt x="10709216" y="2440454"/>
                </a:cubicBezTo>
                <a:lnTo>
                  <a:pt x="10709216" y="2323029"/>
                </a:lnTo>
                <a:cubicBezTo>
                  <a:pt x="10709216" y="2315786"/>
                  <a:pt x="10707281" y="2310131"/>
                  <a:pt x="10703411" y="2306063"/>
                </a:cubicBezTo>
                <a:cubicBezTo>
                  <a:pt x="10699542" y="2301995"/>
                  <a:pt x="10694631" y="2299961"/>
                  <a:pt x="10688677" y="2299961"/>
                </a:cubicBezTo>
                <a:close/>
                <a:moveTo>
                  <a:pt x="10563067" y="2299961"/>
                </a:moveTo>
                <a:cubicBezTo>
                  <a:pt x="10549672" y="2299961"/>
                  <a:pt x="10538237" y="2302119"/>
                  <a:pt x="10528762" y="2306435"/>
                </a:cubicBezTo>
                <a:cubicBezTo>
                  <a:pt x="10519286" y="2310751"/>
                  <a:pt x="10512118" y="2316530"/>
                  <a:pt x="10507256" y="2323773"/>
                </a:cubicBezTo>
                <a:cubicBezTo>
                  <a:pt x="10502394" y="2331016"/>
                  <a:pt x="10499963" y="2338706"/>
                  <a:pt x="10499963" y="2346842"/>
                </a:cubicBezTo>
                <a:cubicBezTo>
                  <a:pt x="10499963" y="2355970"/>
                  <a:pt x="10502593" y="2363659"/>
                  <a:pt x="10507851" y="2369910"/>
                </a:cubicBezTo>
                <a:cubicBezTo>
                  <a:pt x="10513110" y="2376161"/>
                  <a:pt x="10520130" y="2381196"/>
                  <a:pt x="10528911" y="2385016"/>
                </a:cubicBezTo>
                <a:cubicBezTo>
                  <a:pt x="10537691" y="2388836"/>
                  <a:pt x="10549077" y="2392482"/>
                  <a:pt x="10563067" y="2395955"/>
                </a:cubicBezTo>
                <a:cubicBezTo>
                  <a:pt x="10575469" y="2398931"/>
                  <a:pt x="10584374" y="2402057"/>
                  <a:pt x="10589781" y="2405331"/>
                </a:cubicBezTo>
                <a:cubicBezTo>
                  <a:pt x="10595189" y="2408605"/>
                  <a:pt x="10597893" y="2413814"/>
                  <a:pt x="10597893" y="2420958"/>
                </a:cubicBezTo>
                <a:cubicBezTo>
                  <a:pt x="10597893" y="2425621"/>
                  <a:pt x="10595288" y="2429764"/>
                  <a:pt x="10590079" y="2433385"/>
                </a:cubicBezTo>
                <a:cubicBezTo>
                  <a:pt x="10584870" y="2437007"/>
                  <a:pt x="10578197" y="2438817"/>
                  <a:pt x="10570061" y="2438817"/>
                </a:cubicBezTo>
                <a:cubicBezTo>
                  <a:pt x="10560041" y="2438817"/>
                  <a:pt x="10552128" y="2437031"/>
                  <a:pt x="10546323" y="2433460"/>
                </a:cubicBezTo>
                <a:cubicBezTo>
                  <a:pt x="10540519" y="2429888"/>
                  <a:pt x="10535533" y="2424480"/>
                  <a:pt x="10531366" y="2417237"/>
                </a:cubicBezTo>
                <a:cubicBezTo>
                  <a:pt x="10529283" y="2413467"/>
                  <a:pt x="10527100" y="2410540"/>
                  <a:pt x="10524818" y="2408456"/>
                </a:cubicBezTo>
                <a:cubicBezTo>
                  <a:pt x="10522536" y="2406373"/>
                  <a:pt x="10519261" y="2405331"/>
                  <a:pt x="10514995" y="2405331"/>
                </a:cubicBezTo>
                <a:cubicBezTo>
                  <a:pt x="10510133" y="2405331"/>
                  <a:pt x="10506115" y="2406919"/>
                  <a:pt x="10502940" y="2410094"/>
                </a:cubicBezTo>
                <a:cubicBezTo>
                  <a:pt x="10499765" y="2413268"/>
                  <a:pt x="10498177" y="2417088"/>
                  <a:pt x="10498177" y="2421553"/>
                </a:cubicBezTo>
                <a:cubicBezTo>
                  <a:pt x="10498177" y="2428300"/>
                  <a:pt x="10500658" y="2435022"/>
                  <a:pt x="10505619" y="2441720"/>
                </a:cubicBezTo>
                <a:cubicBezTo>
                  <a:pt x="10510580" y="2448417"/>
                  <a:pt x="10518269" y="2453998"/>
                  <a:pt x="10528687" y="2458463"/>
                </a:cubicBezTo>
                <a:cubicBezTo>
                  <a:pt x="10539105" y="2462928"/>
                  <a:pt x="10551607" y="2465160"/>
                  <a:pt x="10566192" y="2465160"/>
                </a:cubicBezTo>
                <a:cubicBezTo>
                  <a:pt x="10581472" y="2465160"/>
                  <a:pt x="10594445" y="2463101"/>
                  <a:pt x="10605111" y="2458984"/>
                </a:cubicBezTo>
                <a:cubicBezTo>
                  <a:pt x="10615777" y="2454866"/>
                  <a:pt x="10623838" y="2448814"/>
                  <a:pt x="10629295" y="2440827"/>
                </a:cubicBezTo>
                <a:cubicBezTo>
                  <a:pt x="10634752" y="2432839"/>
                  <a:pt x="10637481" y="2423240"/>
                  <a:pt x="10637481" y="2412028"/>
                </a:cubicBezTo>
                <a:cubicBezTo>
                  <a:pt x="10637481" y="2404587"/>
                  <a:pt x="10635422" y="2397964"/>
                  <a:pt x="10631305" y="2392160"/>
                </a:cubicBezTo>
                <a:cubicBezTo>
                  <a:pt x="10627187" y="2386355"/>
                  <a:pt x="10621134" y="2381320"/>
                  <a:pt x="10613147" y="2377054"/>
                </a:cubicBezTo>
                <a:cubicBezTo>
                  <a:pt x="10605160" y="2372787"/>
                  <a:pt x="10594866" y="2369116"/>
                  <a:pt x="10582265" y="2366040"/>
                </a:cubicBezTo>
                <a:cubicBezTo>
                  <a:pt x="10571649" y="2363461"/>
                  <a:pt x="10563315" y="2361278"/>
                  <a:pt x="10557263" y="2359492"/>
                </a:cubicBezTo>
                <a:cubicBezTo>
                  <a:pt x="10551210" y="2357706"/>
                  <a:pt x="10546398" y="2355449"/>
                  <a:pt x="10542826" y="2352720"/>
                </a:cubicBezTo>
                <a:cubicBezTo>
                  <a:pt x="10539254" y="2349992"/>
                  <a:pt x="10537468" y="2346494"/>
                  <a:pt x="10537468" y="2342228"/>
                </a:cubicBezTo>
                <a:cubicBezTo>
                  <a:pt x="10537468" y="2337565"/>
                  <a:pt x="10539899" y="2333670"/>
                  <a:pt x="10544761" y="2330545"/>
                </a:cubicBezTo>
                <a:cubicBezTo>
                  <a:pt x="10549623" y="2327419"/>
                  <a:pt x="10555725" y="2325857"/>
                  <a:pt x="10563067" y="2325857"/>
                </a:cubicBezTo>
                <a:cubicBezTo>
                  <a:pt x="10570211" y="2325857"/>
                  <a:pt x="10575866" y="2327047"/>
                  <a:pt x="10580033" y="2329429"/>
                </a:cubicBezTo>
                <a:cubicBezTo>
                  <a:pt x="10584200" y="2331810"/>
                  <a:pt x="10587822" y="2334985"/>
                  <a:pt x="10590897" y="2338954"/>
                </a:cubicBezTo>
                <a:cubicBezTo>
                  <a:pt x="10594668" y="2343716"/>
                  <a:pt x="10598017" y="2347288"/>
                  <a:pt x="10600943" y="2349669"/>
                </a:cubicBezTo>
                <a:cubicBezTo>
                  <a:pt x="10603870" y="2352051"/>
                  <a:pt x="10607417" y="2353241"/>
                  <a:pt x="10611585" y="2353241"/>
                </a:cubicBezTo>
                <a:cubicBezTo>
                  <a:pt x="10617339" y="2353241"/>
                  <a:pt x="10621779" y="2351753"/>
                  <a:pt x="10624905" y="2348776"/>
                </a:cubicBezTo>
                <a:cubicBezTo>
                  <a:pt x="10628030" y="2345800"/>
                  <a:pt x="10629593" y="2341980"/>
                  <a:pt x="10629593" y="2337317"/>
                </a:cubicBezTo>
                <a:cubicBezTo>
                  <a:pt x="10629593" y="2333050"/>
                  <a:pt x="10628129" y="2328685"/>
                  <a:pt x="10625203" y="2324220"/>
                </a:cubicBezTo>
                <a:cubicBezTo>
                  <a:pt x="10622275" y="2319755"/>
                  <a:pt x="10618009" y="2315687"/>
                  <a:pt x="10612403" y="2312016"/>
                </a:cubicBezTo>
                <a:cubicBezTo>
                  <a:pt x="10606797" y="2308345"/>
                  <a:pt x="10599803" y="2305418"/>
                  <a:pt x="10591419" y="2303235"/>
                </a:cubicBezTo>
                <a:cubicBezTo>
                  <a:pt x="10583034" y="2301052"/>
                  <a:pt x="10573584" y="2299961"/>
                  <a:pt x="10563067" y="2299961"/>
                </a:cubicBezTo>
                <a:close/>
                <a:moveTo>
                  <a:pt x="9580503" y="2299961"/>
                </a:moveTo>
                <a:cubicBezTo>
                  <a:pt x="9574749" y="2299961"/>
                  <a:pt x="9570110" y="2301945"/>
                  <a:pt x="9566588" y="2305914"/>
                </a:cubicBezTo>
                <a:cubicBezTo>
                  <a:pt x="9563066" y="2309883"/>
                  <a:pt x="9561305" y="2315687"/>
                  <a:pt x="9561305" y="2323327"/>
                </a:cubicBezTo>
                <a:lnTo>
                  <a:pt x="9561305" y="2439562"/>
                </a:lnTo>
                <a:cubicBezTo>
                  <a:pt x="9561305" y="2447995"/>
                  <a:pt x="9563264" y="2454370"/>
                  <a:pt x="9567183" y="2458686"/>
                </a:cubicBezTo>
                <a:cubicBezTo>
                  <a:pt x="9571102" y="2463002"/>
                  <a:pt x="9576138" y="2465160"/>
                  <a:pt x="9582289" y="2465160"/>
                </a:cubicBezTo>
                <a:cubicBezTo>
                  <a:pt x="9588540" y="2465160"/>
                  <a:pt x="9593575" y="2463002"/>
                  <a:pt x="9597395" y="2458686"/>
                </a:cubicBezTo>
                <a:cubicBezTo>
                  <a:pt x="9601215" y="2454370"/>
                  <a:pt x="9603125" y="2447995"/>
                  <a:pt x="9603125" y="2439562"/>
                </a:cubicBezTo>
                <a:lnTo>
                  <a:pt x="9603125" y="2384644"/>
                </a:lnTo>
                <a:cubicBezTo>
                  <a:pt x="9603125" y="2367578"/>
                  <a:pt x="9605234" y="2354481"/>
                  <a:pt x="9609451" y="2345353"/>
                </a:cubicBezTo>
                <a:cubicBezTo>
                  <a:pt x="9613667" y="2336225"/>
                  <a:pt x="9622423" y="2331661"/>
                  <a:pt x="9635719" y="2331661"/>
                </a:cubicBezTo>
                <a:cubicBezTo>
                  <a:pt x="9642366" y="2331661"/>
                  <a:pt x="9647228" y="2333472"/>
                  <a:pt x="9650304" y="2337093"/>
                </a:cubicBezTo>
                <a:cubicBezTo>
                  <a:pt x="9653379" y="2340715"/>
                  <a:pt x="9655265" y="2345353"/>
                  <a:pt x="9655959" y="2351009"/>
                </a:cubicBezTo>
                <a:cubicBezTo>
                  <a:pt x="9656654" y="2356664"/>
                  <a:pt x="9657001" y="2364602"/>
                  <a:pt x="9657001" y="2374821"/>
                </a:cubicBezTo>
                <a:lnTo>
                  <a:pt x="9657001" y="2439562"/>
                </a:lnTo>
                <a:cubicBezTo>
                  <a:pt x="9657001" y="2448094"/>
                  <a:pt x="9658911" y="2454494"/>
                  <a:pt x="9662731" y="2458760"/>
                </a:cubicBezTo>
                <a:cubicBezTo>
                  <a:pt x="9666551" y="2463027"/>
                  <a:pt x="9671537" y="2465160"/>
                  <a:pt x="9677688" y="2465160"/>
                </a:cubicBezTo>
                <a:cubicBezTo>
                  <a:pt x="9684038" y="2465160"/>
                  <a:pt x="9689148" y="2463027"/>
                  <a:pt x="9693017" y="2458760"/>
                </a:cubicBezTo>
                <a:cubicBezTo>
                  <a:pt x="9696887" y="2454494"/>
                  <a:pt x="9698822" y="2448094"/>
                  <a:pt x="9698822" y="2439562"/>
                </a:cubicBezTo>
                <a:lnTo>
                  <a:pt x="9698822" y="2385537"/>
                </a:lnTo>
                <a:cubicBezTo>
                  <a:pt x="9698822" y="2368174"/>
                  <a:pt x="9700310" y="2356069"/>
                  <a:pt x="9703287" y="2349223"/>
                </a:cubicBezTo>
                <a:cubicBezTo>
                  <a:pt x="9705965" y="2343865"/>
                  <a:pt x="9709711" y="2339599"/>
                  <a:pt x="9714523" y="2336424"/>
                </a:cubicBezTo>
                <a:cubicBezTo>
                  <a:pt x="9719335" y="2333249"/>
                  <a:pt x="9724420" y="2331661"/>
                  <a:pt x="9729778" y="2331661"/>
                </a:cubicBezTo>
                <a:cubicBezTo>
                  <a:pt x="9736426" y="2331661"/>
                  <a:pt x="9741387" y="2333447"/>
                  <a:pt x="9744661" y="2337019"/>
                </a:cubicBezTo>
                <a:cubicBezTo>
                  <a:pt x="9747935" y="2340591"/>
                  <a:pt x="9749944" y="2345006"/>
                  <a:pt x="9750688" y="2350265"/>
                </a:cubicBezTo>
                <a:cubicBezTo>
                  <a:pt x="9751433" y="2355523"/>
                  <a:pt x="9751805" y="2362518"/>
                  <a:pt x="9751805" y="2371249"/>
                </a:cubicBezTo>
                <a:lnTo>
                  <a:pt x="9751805" y="2439562"/>
                </a:lnTo>
                <a:cubicBezTo>
                  <a:pt x="9751805" y="2447995"/>
                  <a:pt x="9753764" y="2454370"/>
                  <a:pt x="9757683" y="2458686"/>
                </a:cubicBezTo>
                <a:cubicBezTo>
                  <a:pt x="9761602" y="2463002"/>
                  <a:pt x="9766638" y="2465160"/>
                  <a:pt x="9772789" y="2465160"/>
                </a:cubicBezTo>
                <a:cubicBezTo>
                  <a:pt x="9779139" y="2465160"/>
                  <a:pt x="9784249" y="2463027"/>
                  <a:pt x="9788119" y="2458760"/>
                </a:cubicBezTo>
                <a:cubicBezTo>
                  <a:pt x="9791988" y="2454494"/>
                  <a:pt x="9793923" y="2448094"/>
                  <a:pt x="9793923" y="2439562"/>
                </a:cubicBezTo>
                <a:lnTo>
                  <a:pt x="9793923" y="2360236"/>
                </a:lnTo>
                <a:cubicBezTo>
                  <a:pt x="9793923" y="2344460"/>
                  <a:pt x="9792187" y="2332901"/>
                  <a:pt x="9788714" y="2325559"/>
                </a:cubicBezTo>
                <a:cubicBezTo>
                  <a:pt x="9784745" y="2317423"/>
                  <a:pt x="9778743" y="2311172"/>
                  <a:pt x="9770706" y="2306807"/>
                </a:cubicBezTo>
                <a:cubicBezTo>
                  <a:pt x="9762669" y="2302441"/>
                  <a:pt x="9753095" y="2300258"/>
                  <a:pt x="9741982" y="2300258"/>
                </a:cubicBezTo>
                <a:cubicBezTo>
                  <a:pt x="9732457" y="2300258"/>
                  <a:pt x="9723775" y="2302268"/>
                  <a:pt x="9715937" y="2306286"/>
                </a:cubicBezTo>
                <a:cubicBezTo>
                  <a:pt x="9708099" y="2310304"/>
                  <a:pt x="9700757" y="2316481"/>
                  <a:pt x="9693910" y="2324815"/>
                </a:cubicBezTo>
                <a:cubicBezTo>
                  <a:pt x="9689148" y="2316580"/>
                  <a:pt x="9683095" y="2310428"/>
                  <a:pt x="9675753" y="2306360"/>
                </a:cubicBezTo>
                <a:cubicBezTo>
                  <a:pt x="9668411" y="2302292"/>
                  <a:pt x="9659630" y="2300258"/>
                  <a:pt x="9649411" y="2300258"/>
                </a:cubicBezTo>
                <a:cubicBezTo>
                  <a:pt x="9639588" y="2300258"/>
                  <a:pt x="9630659" y="2302243"/>
                  <a:pt x="9622622" y="2306211"/>
                </a:cubicBezTo>
                <a:cubicBezTo>
                  <a:pt x="9614585" y="2310180"/>
                  <a:pt x="9607044" y="2316381"/>
                  <a:pt x="9600000" y="2324815"/>
                </a:cubicBezTo>
                <a:lnTo>
                  <a:pt x="9600000" y="2320945"/>
                </a:lnTo>
                <a:cubicBezTo>
                  <a:pt x="9600000" y="2314397"/>
                  <a:pt x="9598139" y="2309262"/>
                  <a:pt x="9594419" y="2305542"/>
                </a:cubicBezTo>
                <a:cubicBezTo>
                  <a:pt x="9590698" y="2301821"/>
                  <a:pt x="9586060" y="2299961"/>
                  <a:pt x="9580503" y="2299961"/>
                </a:cubicBezTo>
                <a:close/>
                <a:moveTo>
                  <a:pt x="9313803" y="2299961"/>
                </a:moveTo>
                <a:cubicBezTo>
                  <a:pt x="9308049" y="2299961"/>
                  <a:pt x="9303410" y="2301945"/>
                  <a:pt x="9299888" y="2305914"/>
                </a:cubicBezTo>
                <a:cubicBezTo>
                  <a:pt x="9296366" y="2309883"/>
                  <a:pt x="9294605" y="2315687"/>
                  <a:pt x="9294605" y="2323327"/>
                </a:cubicBezTo>
                <a:lnTo>
                  <a:pt x="9294605" y="2439562"/>
                </a:lnTo>
                <a:cubicBezTo>
                  <a:pt x="9294605" y="2447995"/>
                  <a:pt x="9296564" y="2454370"/>
                  <a:pt x="9300483" y="2458686"/>
                </a:cubicBezTo>
                <a:cubicBezTo>
                  <a:pt x="9304402" y="2463002"/>
                  <a:pt x="9309438" y="2465160"/>
                  <a:pt x="9315589" y="2465160"/>
                </a:cubicBezTo>
                <a:cubicBezTo>
                  <a:pt x="9321840" y="2465160"/>
                  <a:pt x="9326875" y="2463002"/>
                  <a:pt x="9330695" y="2458686"/>
                </a:cubicBezTo>
                <a:cubicBezTo>
                  <a:pt x="9334515" y="2454370"/>
                  <a:pt x="9336425" y="2447995"/>
                  <a:pt x="9336425" y="2439562"/>
                </a:cubicBezTo>
                <a:lnTo>
                  <a:pt x="9336425" y="2384644"/>
                </a:lnTo>
                <a:cubicBezTo>
                  <a:pt x="9336425" y="2367578"/>
                  <a:pt x="9338534" y="2354481"/>
                  <a:pt x="9342750" y="2345353"/>
                </a:cubicBezTo>
                <a:cubicBezTo>
                  <a:pt x="9346967" y="2336225"/>
                  <a:pt x="9355723" y="2331661"/>
                  <a:pt x="9369019" y="2331661"/>
                </a:cubicBezTo>
                <a:cubicBezTo>
                  <a:pt x="9375666" y="2331661"/>
                  <a:pt x="9380528" y="2333472"/>
                  <a:pt x="9383604" y="2337093"/>
                </a:cubicBezTo>
                <a:cubicBezTo>
                  <a:pt x="9386679" y="2340715"/>
                  <a:pt x="9388565" y="2345353"/>
                  <a:pt x="9389259" y="2351009"/>
                </a:cubicBezTo>
                <a:cubicBezTo>
                  <a:pt x="9389954" y="2356664"/>
                  <a:pt x="9390301" y="2364602"/>
                  <a:pt x="9390301" y="2374821"/>
                </a:cubicBezTo>
                <a:lnTo>
                  <a:pt x="9390301" y="2439562"/>
                </a:lnTo>
                <a:cubicBezTo>
                  <a:pt x="9390301" y="2448094"/>
                  <a:pt x="9392211" y="2454494"/>
                  <a:pt x="9396031" y="2458760"/>
                </a:cubicBezTo>
                <a:cubicBezTo>
                  <a:pt x="9399851" y="2463027"/>
                  <a:pt x="9404837" y="2465160"/>
                  <a:pt x="9410988" y="2465160"/>
                </a:cubicBezTo>
                <a:cubicBezTo>
                  <a:pt x="9417338" y="2465160"/>
                  <a:pt x="9422448" y="2463027"/>
                  <a:pt x="9426317" y="2458760"/>
                </a:cubicBezTo>
                <a:cubicBezTo>
                  <a:pt x="9430187" y="2454494"/>
                  <a:pt x="9432122" y="2448094"/>
                  <a:pt x="9432122" y="2439562"/>
                </a:cubicBezTo>
                <a:lnTo>
                  <a:pt x="9432122" y="2385537"/>
                </a:lnTo>
                <a:cubicBezTo>
                  <a:pt x="9432122" y="2368174"/>
                  <a:pt x="9433610" y="2356069"/>
                  <a:pt x="9436587" y="2349223"/>
                </a:cubicBezTo>
                <a:cubicBezTo>
                  <a:pt x="9439265" y="2343865"/>
                  <a:pt x="9443011" y="2339599"/>
                  <a:pt x="9447823" y="2336424"/>
                </a:cubicBezTo>
                <a:cubicBezTo>
                  <a:pt x="9452635" y="2333249"/>
                  <a:pt x="9457720" y="2331661"/>
                  <a:pt x="9463078" y="2331661"/>
                </a:cubicBezTo>
                <a:cubicBezTo>
                  <a:pt x="9469726" y="2331661"/>
                  <a:pt x="9474687" y="2333447"/>
                  <a:pt x="9477961" y="2337019"/>
                </a:cubicBezTo>
                <a:cubicBezTo>
                  <a:pt x="9481235" y="2340591"/>
                  <a:pt x="9483244" y="2345006"/>
                  <a:pt x="9483988" y="2350265"/>
                </a:cubicBezTo>
                <a:cubicBezTo>
                  <a:pt x="9484732" y="2355523"/>
                  <a:pt x="9485105" y="2362518"/>
                  <a:pt x="9485105" y="2371249"/>
                </a:cubicBezTo>
                <a:lnTo>
                  <a:pt x="9485105" y="2439562"/>
                </a:lnTo>
                <a:cubicBezTo>
                  <a:pt x="9485105" y="2447995"/>
                  <a:pt x="9487064" y="2454370"/>
                  <a:pt x="9490983" y="2458686"/>
                </a:cubicBezTo>
                <a:cubicBezTo>
                  <a:pt x="9494902" y="2463002"/>
                  <a:pt x="9499938" y="2465160"/>
                  <a:pt x="9506089" y="2465160"/>
                </a:cubicBezTo>
                <a:cubicBezTo>
                  <a:pt x="9512439" y="2465160"/>
                  <a:pt x="9517549" y="2463027"/>
                  <a:pt x="9521419" y="2458760"/>
                </a:cubicBezTo>
                <a:cubicBezTo>
                  <a:pt x="9525288" y="2454494"/>
                  <a:pt x="9527223" y="2448094"/>
                  <a:pt x="9527223" y="2439562"/>
                </a:cubicBezTo>
                <a:lnTo>
                  <a:pt x="9527223" y="2360236"/>
                </a:lnTo>
                <a:cubicBezTo>
                  <a:pt x="9527223" y="2344460"/>
                  <a:pt x="9525487" y="2332901"/>
                  <a:pt x="9522014" y="2325559"/>
                </a:cubicBezTo>
                <a:cubicBezTo>
                  <a:pt x="9518045" y="2317423"/>
                  <a:pt x="9512042" y="2311172"/>
                  <a:pt x="9504006" y="2306807"/>
                </a:cubicBezTo>
                <a:cubicBezTo>
                  <a:pt x="9495969" y="2302441"/>
                  <a:pt x="9486394" y="2300258"/>
                  <a:pt x="9475282" y="2300258"/>
                </a:cubicBezTo>
                <a:cubicBezTo>
                  <a:pt x="9465757" y="2300258"/>
                  <a:pt x="9457075" y="2302268"/>
                  <a:pt x="9449237" y="2306286"/>
                </a:cubicBezTo>
                <a:cubicBezTo>
                  <a:pt x="9441399" y="2310304"/>
                  <a:pt x="9434057" y="2316481"/>
                  <a:pt x="9427210" y="2324815"/>
                </a:cubicBezTo>
                <a:cubicBezTo>
                  <a:pt x="9422448" y="2316580"/>
                  <a:pt x="9416396" y="2310428"/>
                  <a:pt x="9409053" y="2306360"/>
                </a:cubicBezTo>
                <a:cubicBezTo>
                  <a:pt x="9401711" y="2302292"/>
                  <a:pt x="9392930" y="2300258"/>
                  <a:pt x="9382711" y="2300258"/>
                </a:cubicBezTo>
                <a:cubicBezTo>
                  <a:pt x="9372888" y="2300258"/>
                  <a:pt x="9363958" y="2302243"/>
                  <a:pt x="9355922" y="2306211"/>
                </a:cubicBezTo>
                <a:cubicBezTo>
                  <a:pt x="9347885" y="2310180"/>
                  <a:pt x="9340344" y="2316381"/>
                  <a:pt x="9333300" y="2324815"/>
                </a:cubicBezTo>
                <a:lnTo>
                  <a:pt x="9333300" y="2320945"/>
                </a:lnTo>
                <a:cubicBezTo>
                  <a:pt x="9333300" y="2314397"/>
                  <a:pt x="9331439" y="2309262"/>
                  <a:pt x="9327719" y="2305542"/>
                </a:cubicBezTo>
                <a:cubicBezTo>
                  <a:pt x="9323998" y="2301821"/>
                  <a:pt x="9319360" y="2299961"/>
                  <a:pt x="9313803" y="2299961"/>
                </a:cubicBezTo>
                <a:close/>
                <a:moveTo>
                  <a:pt x="8772962" y="2299961"/>
                </a:moveTo>
                <a:cubicBezTo>
                  <a:pt x="8766910" y="2299961"/>
                  <a:pt x="8762048" y="2301970"/>
                  <a:pt x="8758377" y="2305988"/>
                </a:cubicBezTo>
                <a:cubicBezTo>
                  <a:pt x="8754706" y="2310007"/>
                  <a:pt x="8752870" y="2316084"/>
                  <a:pt x="8752870" y="2324220"/>
                </a:cubicBezTo>
                <a:lnTo>
                  <a:pt x="8752870" y="2404736"/>
                </a:lnTo>
                <a:cubicBezTo>
                  <a:pt x="8752870" y="2420908"/>
                  <a:pt x="8755400" y="2433311"/>
                  <a:pt x="8760460" y="2441943"/>
                </a:cubicBezTo>
                <a:cubicBezTo>
                  <a:pt x="8764727" y="2449087"/>
                  <a:pt x="8770754" y="2454692"/>
                  <a:pt x="8778543" y="2458760"/>
                </a:cubicBezTo>
                <a:cubicBezTo>
                  <a:pt x="8786332" y="2462828"/>
                  <a:pt x="8795137" y="2464862"/>
                  <a:pt x="8804960" y="2464862"/>
                </a:cubicBezTo>
                <a:cubicBezTo>
                  <a:pt x="8813096" y="2464862"/>
                  <a:pt x="8820339" y="2463845"/>
                  <a:pt x="8826689" y="2461811"/>
                </a:cubicBezTo>
                <a:cubicBezTo>
                  <a:pt x="8833039" y="2459777"/>
                  <a:pt x="8838893" y="2456677"/>
                  <a:pt x="8844251" y="2452510"/>
                </a:cubicBezTo>
                <a:cubicBezTo>
                  <a:pt x="8849608" y="2448342"/>
                  <a:pt x="8854718" y="2443183"/>
                  <a:pt x="8859580" y="2437031"/>
                </a:cubicBezTo>
                <a:lnTo>
                  <a:pt x="8859580" y="2442240"/>
                </a:lnTo>
                <a:cubicBezTo>
                  <a:pt x="8859580" y="2449483"/>
                  <a:pt x="8861391" y="2455114"/>
                  <a:pt x="8865012" y="2459132"/>
                </a:cubicBezTo>
                <a:cubicBezTo>
                  <a:pt x="8868634" y="2463151"/>
                  <a:pt x="8873222" y="2465160"/>
                  <a:pt x="8878779" y="2465160"/>
                </a:cubicBezTo>
                <a:cubicBezTo>
                  <a:pt x="8884335" y="2465160"/>
                  <a:pt x="8888874" y="2463225"/>
                  <a:pt x="8892397" y="2459356"/>
                </a:cubicBezTo>
                <a:cubicBezTo>
                  <a:pt x="8895919" y="2455486"/>
                  <a:pt x="8897680" y="2449682"/>
                  <a:pt x="8897680" y="2441943"/>
                </a:cubicBezTo>
                <a:lnTo>
                  <a:pt x="8897680" y="2324220"/>
                </a:lnTo>
                <a:cubicBezTo>
                  <a:pt x="8897680" y="2316084"/>
                  <a:pt x="8895844" y="2310007"/>
                  <a:pt x="8892173" y="2305988"/>
                </a:cubicBezTo>
                <a:cubicBezTo>
                  <a:pt x="8888502" y="2301970"/>
                  <a:pt x="8883640" y="2299961"/>
                  <a:pt x="8877588" y="2299961"/>
                </a:cubicBezTo>
                <a:cubicBezTo>
                  <a:pt x="8871536" y="2299961"/>
                  <a:pt x="8866624" y="2301995"/>
                  <a:pt x="8862854" y="2306063"/>
                </a:cubicBezTo>
                <a:cubicBezTo>
                  <a:pt x="8859084" y="2310131"/>
                  <a:pt x="8857199" y="2316183"/>
                  <a:pt x="8857199" y="2324220"/>
                </a:cubicBezTo>
                <a:lnTo>
                  <a:pt x="8857199" y="2373631"/>
                </a:lnTo>
                <a:cubicBezTo>
                  <a:pt x="8857199" y="2393078"/>
                  <a:pt x="8856058" y="2405678"/>
                  <a:pt x="8853776" y="2411433"/>
                </a:cubicBezTo>
                <a:cubicBezTo>
                  <a:pt x="8850997" y="2417981"/>
                  <a:pt x="8846582" y="2423290"/>
                  <a:pt x="8840530" y="2427358"/>
                </a:cubicBezTo>
                <a:cubicBezTo>
                  <a:pt x="8834478" y="2431426"/>
                  <a:pt x="8828028" y="2433460"/>
                  <a:pt x="8821182" y="2433460"/>
                </a:cubicBezTo>
                <a:cubicBezTo>
                  <a:pt x="8814138" y="2433460"/>
                  <a:pt x="8808557" y="2431649"/>
                  <a:pt x="8804439" y="2428027"/>
                </a:cubicBezTo>
                <a:cubicBezTo>
                  <a:pt x="8800321" y="2424406"/>
                  <a:pt x="8797469" y="2419395"/>
                  <a:pt x="8795881" y="2412996"/>
                </a:cubicBezTo>
                <a:cubicBezTo>
                  <a:pt x="8794294" y="2406596"/>
                  <a:pt x="8793500" y="2398683"/>
                  <a:pt x="8793500" y="2389258"/>
                </a:cubicBezTo>
                <a:lnTo>
                  <a:pt x="8793500" y="2324220"/>
                </a:lnTo>
                <a:cubicBezTo>
                  <a:pt x="8793500" y="2316183"/>
                  <a:pt x="8791615" y="2310131"/>
                  <a:pt x="8787845" y="2306063"/>
                </a:cubicBezTo>
                <a:cubicBezTo>
                  <a:pt x="8784074" y="2301995"/>
                  <a:pt x="8779113" y="2299961"/>
                  <a:pt x="8772962" y="2299961"/>
                </a:cubicBezTo>
                <a:close/>
                <a:moveTo>
                  <a:pt x="11816944" y="2299663"/>
                </a:moveTo>
                <a:cubicBezTo>
                  <a:pt x="11804740" y="2299663"/>
                  <a:pt x="11793627" y="2301623"/>
                  <a:pt x="11783606" y="2305542"/>
                </a:cubicBezTo>
                <a:cubicBezTo>
                  <a:pt x="11773585" y="2309461"/>
                  <a:pt x="11765151" y="2315092"/>
                  <a:pt x="11758305" y="2322434"/>
                </a:cubicBezTo>
                <a:cubicBezTo>
                  <a:pt x="11751459" y="2329776"/>
                  <a:pt x="11746250" y="2338582"/>
                  <a:pt x="11742679" y="2348851"/>
                </a:cubicBezTo>
                <a:cubicBezTo>
                  <a:pt x="11739107" y="2359120"/>
                  <a:pt x="11737321" y="2370257"/>
                  <a:pt x="11737321" y="2382263"/>
                </a:cubicBezTo>
                <a:cubicBezTo>
                  <a:pt x="11737321" y="2407762"/>
                  <a:pt x="11744563" y="2427953"/>
                  <a:pt x="11759049" y="2442836"/>
                </a:cubicBezTo>
                <a:cubicBezTo>
                  <a:pt x="11773535" y="2457719"/>
                  <a:pt x="11793825" y="2465160"/>
                  <a:pt x="11819920" y="2465160"/>
                </a:cubicBezTo>
                <a:cubicBezTo>
                  <a:pt x="11831330" y="2465160"/>
                  <a:pt x="11841426" y="2463672"/>
                  <a:pt x="11850207" y="2460695"/>
                </a:cubicBezTo>
                <a:cubicBezTo>
                  <a:pt x="11858987" y="2457719"/>
                  <a:pt x="11866280" y="2453973"/>
                  <a:pt x="11872085" y="2449459"/>
                </a:cubicBezTo>
                <a:cubicBezTo>
                  <a:pt x="11877889" y="2444944"/>
                  <a:pt x="11882229" y="2440231"/>
                  <a:pt x="11885107" y="2435320"/>
                </a:cubicBezTo>
                <a:cubicBezTo>
                  <a:pt x="11887984" y="2430409"/>
                  <a:pt x="11889423" y="2426117"/>
                  <a:pt x="11889423" y="2422446"/>
                </a:cubicBezTo>
                <a:cubicBezTo>
                  <a:pt x="11889423" y="2418279"/>
                  <a:pt x="11888133" y="2415054"/>
                  <a:pt x="11885553" y="2412772"/>
                </a:cubicBezTo>
                <a:cubicBezTo>
                  <a:pt x="11882973" y="2410490"/>
                  <a:pt x="11879600" y="2409349"/>
                  <a:pt x="11875433" y="2409349"/>
                </a:cubicBezTo>
                <a:cubicBezTo>
                  <a:pt x="11871563" y="2409349"/>
                  <a:pt x="11868587" y="2410242"/>
                  <a:pt x="11866503" y="2412028"/>
                </a:cubicBezTo>
                <a:cubicBezTo>
                  <a:pt x="11861443" y="2416791"/>
                  <a:pt x="11857326" y="2420561"/>
                  <a:pt x="11854151" y="2423339"/>
                </a:cubicBezTo>
                <a:cubicBezTo>
                  <a:pt x="11850975" y="2426117"/>
                  <a:pt x="11847503" y="2428722"/>
                  <a:pt x="11843733" y="2431153"/>
                </a:cubicBezTo>
                <a:cubicBezTo>
                  <a:pt x="11839962" y="2433584"/>
                  <a:pt x="11836068" y="2435369"/>
                  <a:pt x="11832050" y="2436511"/>
                </a:cubicBezTo>
                <a:cubicBezTo>
                  <a:pt x="11828031" y="2437652"/>
                  <a:pt x="11823591" y="2438222"/>
                  <a:pt x="11818729" y="2438222"/>
                </a:cubicBezTo>
                <a:cubicBezTo>
                  <a:pt x="11811487" y="2438222"/>
                  <a:pt x="11804864" y="2436436"/>
                  <a:pt x="11798861" y="2432864"/>
                </a:cubicBezTo>
                <a:cubicBezTo>
                  <a:pt x="11792858" y="2429292"/>
                  <a:pt x="11788046" y="2423984"/>
                  <a:pt x="11784425" y="2416940"/>
                </a:cubicBezTo>
                <a:cubicBezTo>
                  <a:pt x="11780803" y="2409895"/>
                  <a:pt x="11778943" y="2401759"/>
                  <a:pt x="11778844" y="2392532"/>
                </a:cubicBezTo>
                <a:lnTo>
                  <a:pt x="11858318" y="2392532"/>
                </a:lnTo>
                <a:cubicBezTo>
                  <a:pt x="11868934" y="2392532"/>
                  <a:pt x="11877169" y="2391019"/>
                  <a:pt x="11883023" y="2387993"/>
                </a:cubicBezTo>
                <a:cubicBezTo>
                  <a:pt x="11888877" y="2384966"/>
                  <a:pt x="11891804" y="2378344"/>
                  <a:pt x="11891804" y="2368124"/>
                </a:cubicBezTo>
                <a:cubicBezTo>
                  <a:pt x="11891804" y="2357111"/>
                  <a:pt x="11888977" y="2346296"/>
                  <a:pt x="11883321" y="2335679"/>
                </a:cubicBezTo>
                <a:cubicBezTo>
                  <a:pt x="11877665" y="2325063"/>
                  <a:pt x="11869157" y="2316406"/>
                  <a:pt x="11857797" y="2309709"/>
                </a:cubicBezTo>
                <a:cubicBezTo>
                  <a:pt x="11846436" y="2303012"/>
                  <a:pt x="11832819" y="2299663"/>
                  <a:pt x="11816944" y="2299663"/>
                </a:cubicBezTo>
                <a:close/>
                <a:moveTo>
                  <a:pt x="11635969" y="2299663"/>
                </a:moveTo>
                <a:cubicBezTo>
                  <a:pt x="11623765" y="2299663"/>
                  <a:pt x="11612652" y="2301623"/>
                  <a:pt x="11602631" y="2305542"/>
                </a:cubicBezTo>
                <a:cubicBezTo>
                  <a:pt x="11592610" y="2309461"/>
                  <a:pt x="11584177" y="2315092"/>
                  <a:pt x="11577330" y="2322434"/>
                </a:cubicBezTo>
                <a:cubicBezTo>
                  <a:pt x="11570484" y="2329776"/>
                  <a:pt x="11565275" y="2338582"/>
                  <a:pt x="11561703" y="2348851"/>
                </a:cubicBezTo>
                <a:cubicBezTo>
                  <a:pt x="11558131" y="2359120"/>
                  <a:pt x="11556345" y="2370257"/>
                  <a:pt x="11556345" y="2382263"/>
                </a:cubicBezTo>
                <a:cubicBezTo>
                  <a:pt x="11556345" y="2407762"/>
                  <a:pt x="11563589" y="2427953"/>
                  <a:pt x="11578075" y="2442836"/>
                </a:cubicBezTo>
                <a:cubicBezTo>
                  <a:pt x="11592561" y="2457719"/>
                  <a:pt x="11612851" y="2465160"/>
                  <a:pt x="11638945" y="2465160"/>
                </a:cubicBezTo>
                <a:cubicBezTo>
                  <a:pt x="11650355" y="2465160"/>
                  <a:pt x="11660451" y="2463672"/>
                  <a:pt x="11669232" y="2460695"/>
                </a:cubicBezTo>
                <a:cubicBezTo>
                  <a:pt x="11678013" y="2457719"/>
                  <a:pt x="11685305" y="2453973"/>
                  <a:pt x="11691109" y="2449459"/>
                </a:cubicBezTo>
                <a:cubicBezTo>
                  <a:pt x="11696914" y="2444944"/>
                  <a:pt x="11701255" y="2440231"/>
                  <a:pt x="11704132" y="2435320"/>
                </a:cubicBezTo>
                <a:cubicBezTo>
                  <a:pt x="11707009" y="2430409"/>
                  <a:pt x="11708448" y="2426117"/>
                  <a:pt x="11708448" y="2422446"/>
                </a:cubicBezTo>
                <a:cubicBezTo>
                  <a:pt x="11708448" y="2418279"/>
                  <a:pt x="11707158" y="2415054"/>
                  <a:pt x="11704579" y="2412772"/>
                </a:cubicBezTo>
                <a:cubicBezTo>
                  <a:pt x="11701999" y="2410490"/>
                  <a:pt x="11698625" y="2409349"/>
                  <a:pt x="11694458" y="2409349"/>
                </a:cubicBezTo>
                <a:cubicBezTo>
                  <a:pt x="11690589" y="2409349"/>
                  <a:pt x="11687612" y="2410242"/>
                  <a:pt x="11685529" y="2412028"/>
                </a:cubicBezTo>
                <a:cubicBezTo>
                  <a:pt x="11680468" y="2416791"/>
                  <a:pt x="11676351" y="2420561"/>
                  <a:pt x="11673176" y="2423339"/>
                </a:cubicBezTo>
                <a:cubicBezTo>
                  <a:pt x="11670001" y="2426117"/>
                  <a:pt x="11666528" y="2428722"/>
                  <a:pt x="11662758" y="2431153"/>
                </a:cubicBezTo>
                <a:cubicBezTo>
                  <a:pt x="11658987" y="2433584"/>
                  <a:pt x="11655093" y="2435369"/>
                  <a:pt x="11651075" y="2436511"/>
                </a:cubicBezTo>
                <a:cubicBezTo>
                  <a:pt x="11647056" y="2437652"/>
                  <a:pt x="11642616" y="2438222"/>
                  <a:pt x="11637755" y="2438222"/>
                </a:cubicBezTo>
                <a:cubicBezTo>
                  <a:pt x="11630511" y="2438222"/>
                  <a:pt x="11623889" y="2436436"/>
                  <a:pt x="11617886" y="2432864"/>
                </a:cubicBezTo>
                <a:cubicBezTo>
                  <a:pt x="11611883" y="2429292"/>
                  <a:pt x="11607071" y="2423984"/>
                  <a:pt x="11603450" y="2416940"/>
                </a:cubicBezTo>
                <a:cubicBezTo>
                  <a:pt x="11599828" y="2409895"/>
                  <a:pt x="11597968" y="2401759"/>
                  <a:pt x="11597869" y="2392532"/>
                </a:cubicBezTo>
                <a:lnTo>
                  <a:pt x="11677343" y="2392532"/>
                </a:lnTo>
                <a:cubicBezTo>
                  <a:pt x="11687959" y="2392532"/>
                  <a:pt x="11696194" y="2391019"/>
                  <a:pt x="11702048" y="2387993"/>
                </a:cubicBezTo>
                <a:cubicBezTo>
                  <a:pt x="11707902" y="2384966"/>
                  <a:pt x="11710829" y="2378344"/>
                  <a:pt x="11710829" y="2368124"/>
                </a:cubicBezTo>
                <a:cubicBezTo>
                  <a:pt x="11710829" y="2357111"/>
                  <a:pt x="11708001" y="2346296"/>
                  <a:pt x="11702346" y="2335679"/>
                </a:cubicBezTo>
                <a:cubicBezTo>
                  <a:pt x="11696691" y="2325063"/>
                  <a:pt x="11688183" y="2316406"/>
                  <a:pt x="11676822" y="2309709"/>
                </a:cubicBezTo>
                <a:cubicBezTo>
                  <a:pt x="11665461" y="2303012"/>
                  <a:pt x="11651843" y="2299663"/>
                  <a:pt x="11635969" y="2299663"/>
                </a:cubicBezTo>
                <a:close/>
                <a:moveTo>
                  <a:pt x="11367036" y="2299663"/>
                </a:moveTo>
                <a:cubicBezTo>
                  <a:pt x="11351062" y="2299663"/>
                  <a:pt x="11337717" y="2301846"/>
                  <a:pt x="11327001" y="2306211"/>
                </a:cubicBezTo>
                <a:cubicBezTo>
                  <a:pt x="11316286" y="2310577"/>
                  <a:pt x="11308398" y="2316133"/>
                  <a:pt x="11303338" y="2322880"/>
                </a:cubicBezTo>
                <a:cubicBezTo>
                  <a:pt x="11298277" y="2329627"/>
                  <a:pt x="11295747" y="2336572"/>
                  <a:pt x="11295747" y="2343716"/>
                </a:cubicBezTo>
                <a:cubicBezTo>
                  <a:pt x="11295747" y="2348280"/>
                  <a:pt x="11297409" y="2352026"/>
                  <a:pt x="11300733" y="2354953"/>
                </a:cubicBezTo>
                <a:cubicBezTo>
                  <a:pt x="11304057" y="2357880"/>
                  <a:pt x="11308001" y="2359343"/>
                  <a:pt x="11312565" y="2359343"/>
                </a:cubicBezTo>
                <a:cubicBezTo>
                  <a:pt x="11317625" y="2359343"/>
                  <a:pt x="11320924" y="2358425"/>
                  <a:pt x="11322462" y="2356590"/>
                </a:cubicBezTo>
                <a:cubicBezTo>
                  <a:pt x="11324000" y="2354754"/>
                  <a:pt x="11326629" y="2350959"/>
                  <a:pt x="11330350" y="2345204"/>
                </a:cubicBezTo>
                <a:cubicBezTo>
                  <a:pt x="11334071" y="2339450"/>
                  <a:pt x="11338536" y="2335134"/>
                  <a:pt x="11343745" y="2332256"/>
                </a:cubicBezTo>
                <a:cubicBezTo>
                  <a:pt x="11348953" y="2329379"/>
                  <a:pt x="11356717" y="2327940"/>
                  <a:pt x="11367036" y="2327940"/>
                </a:cubicBezTo>
                <a:cubicBezTo>
                  <a:pt x="11379041" y="2327940"/>
                  <a:pt x="11386954" y="2330446"/>
                  <a:pt x="11390774" y="2335456"/>
                </a:cubicBezTo>
                <a:cubicBezTo>
                  <a:pt x="11394594" y="2340467"/>
                  <a:pt x="11396752" y="2348330"/>
                  <a:pt x="11397248" y="2359045"/>
                </a:cubicBezTo>
                <a:cubicBezTo>
                  <a:pt x="11388715" y="2361526"/>
                  <a:pt x="11380803" y="2363634"/>
                  <a:pt x="11373510" y="2365371"/>
                </a:cubicBezTo>
                <a:cubicBezTo>
                  <a:pt x="11366218" y="2367107"/>
                  <a:pt x="11357461" y="2369017"/>
                  <a:pt x="11347242" y="2371101"/>
                </a:cubicBezTo>
                <a:cubicBezTo>
                  <a:pt x="11337023" y="2373184"/>
                  <a:pt x="11330623" y="2374524"/>
                  <a:pt x="11328043" y="2375119"/>
                </a:cubicBezTo>
                <a:cubicBezTo>
                  <a:pt x="11315740" y="2377798"/>
                  <a:pt x="11306067" y="2383056"/>
                  <a:pt x="11299022" y="2390895"/>
                </a:cubicBezTo>
                <a:cubicBezTo>
                  <a:pt x="11291977" y="2398733"/>
                  <a:pt x="11288455" y="2408208"/>
                  <a:pt x="11288455" y="2419321"/>
                </a:cubicBezTo>
                <a:cubicBezTo>
                  <a:pt x="11288455" y="2427556"/>
                  <a:pt x="11290588" y="2435196"/>
                  <a:pt x="11294855" y="2442240"/>
                </a:cubicBezTo>
                <a:cubicBezTo>
                  <a:pt x="11299121" y="2449285"/>
                  <a:pt x="11305198" y="2454866"/>
                  <a:pt x="11313086" y="2458984"/>
                </a:cubicBezTo>
                <a:cubicBezTo>
                  <a:pt x="11320974" y="2463101"/>
                  <a:pt x="11330127" y="2465160"/>
                  <a:pt x="11340545" y="2465160"/>
                </a:cubicBezTo>
                <a:cubicBezTo>
                  <a:pt x="11351955" y="2465160"/>
                  <a:pt x="11362249" y="2463250"/>
                  <a:pt x="11371427" y="2459430"/>
                </a:cubicBezTo>
                <a:cubicBezTo>
                  <a:pt x="11380604" y="2455610"/>
                  <a:pt x="11390105" y="2449880"/>
                  <a:pt x="11399927" y="2442240"/>
                </a:cubicBezTo>
                <a:cubicBezTo>
                  <a:pt x="11404491" y="2449682"/>
                  <a:pt x="11408807" y="2455362"/>
                  <a:pt x="11412875" y="2459281"/>
                </a:cubicBezTo>
                <a:cubicBezTo>
                  <a:pt x="11416943" y="2463200"/>
                  <a:pt x="11421061" y="2465160"/>
                  <a:pt x="11425228" y="2465160"/>
                </a:cubicBezTo>
                <a:cubicBezTo>
                  <a:pt x="11430189" y="2465160"/>
                  <a:pt x="11434629" y="2463448"/>
                  <a:pt x="11438548" y="2460025"/>
                </a:cubicBezTo>
                <a:cubicBezTo>
                  <a:pt x="11442467" y="2456602"/>
                  <a:pt x="11444427" y="2452807"/>
                  <a:pt x="11444427" y="2448640"/>
                </a:cubicBezTo>
                <a:cubicBezTo>
                  <a:pt x="11444427" y="2446259"/>
                  <a:pt x="11443162" y="2440926"/>
                  <a:pt x="11440632" y="2432641"/>
                </a:cubicBezTo>
                <a:cubicBezTo>
                  <a:pt x="11438102" y="2424356"/>
                  <a:pt x="11436837" y="2416394"/>
                  <a:pt x="11436837" y="2408754"/>
                </a:cubicBezTo>
                <a:cubicBezTo>
                  <a:pt x="11436936" y="2400618"/>
                  <a:pt x="11437010" y="2393226"/>
                  <a:pt x="11437060" y="2386579"/>
                </a:cubicBezTo>
                <a:cubicBezTo>
                  <a:pt x="11437109" y="2379931"/>
                  <a:pt x="11437134" y="2371845"/>
                  <a:pt x="11437134" y="2362320"/>
                </a:cubicBezTo>
                <a:cubicBezTo>
                  <a:pt x="11437134" y="2347238"/>
                  <a:pt x="11435026" y="2335134"/>
                  <a:pt x="11430809" y="2326006"/>
                </a:cubicBezTo>
                <a:cubicBezTo>
                  <a:pt x="11426592" y="2316878"/>
                  <a:pt x="11419374" y="2310205"/>
                  <a:pt x="11409155" y="2305988"/>
                </a:cubicBezTo>
                <a:cubicBezTo>
                  <a:pt x="11398935" y="2301771"/>
                  <a:pt x="11384895" y="2299663"/>
                  <a:pt x="11367036" y="2299663"/>
                </a:cubicBezTo>
                <a:close/>
                <a:moveTo>
                  <a:pt x="9900186" y="2299663"/>
                </a:moveTo>
                <a:cubicBezTo>
                  <a:pt x="9884212" y="2299663"/>
                  <a:pt x="9870867" y="2301846"/>
                  <a:pt x="9860151" y="2306211"/>
                </a:cubicBezTo>
                <a:cubicBezTo>
                  <a:pt x="9849436" y="2310577"/>
                  <a:pt x="9841548" y="2316133"/>
                  <a:pt x="9836488" y="2322880"/>
                </a:cubicBezTo>
                <a:cubicBezTo>
                  <a:pt x="9831428" y="2329627"/>
                  <a:pt x="9828897" y="2336572"/>
                  <a:pt x="9828897" y="2343716"/>
                </a:cubicBezTo>
                <a:cubicBezTo>
                  <a:pt x="9828897" y="2348280"/>
                  <a:pt x="9830559" y="2352026"/>
                  <a:pt x="9833883" y="2354953"/>
                </a:cubicBezTo>
                <a:cubicBezTo>
                  <a:pt x="9837207" y="2357880"/>
                  <a:pt x="9841151" y="2359343"/>
                  <a:pt x="9845715" y="2359343"/>
                </a:cubicBezTo>
                <a:cubicBezTo>
                  <a:pt x="9850775" y="2359343"/>
                  <a:pt x="9854074" y="2358425"/>
                  <a:pt x="9855612" y="2356590"/>
                </a:cubicBezTo>
                <a:cubicBezTo>
                  <a:pt x="9857150" y="2354754"/>
                  <a:pt x="9859779" y="2350959"/>
                  <a:pt x="9863500" y="2345204"/>
                </a:cubicBezTo>
                <a:cubicBezTo>
                  <a:pt x="9867221" y="2339450"/>
                  <a:pt x="9871686" y="2335134"/>
                  <a:pt x="9876895" y="2332256"/>
                </a:cubicBezTo>
                <a:cubicBezTo>
                  <a:pt x="9882104" y="2329379"/>
                  <a:pt x="9889867" y="2327940"/>
                  <a:pt x="9900186" y="2327940"/>
                </a:cubicBezTo>
                <a:cubicBezTo>
                  <a:pt x="9912192" y="2327940"/>
                  <a:pt x="9920104" y="2330446"/>
                  <a:pt x="9923924" y="2335456"/>
                </a:cubicBezTo>
                <a:cubicBezTo>
                  <a:pt x="9927744" y="2340467"/>
                  <a:pt x="9929902" y="2348330"/>
                  <a:pt x="9930398" y="2359045"/>
                </a:cubicBezTo>
                <a:cubicBezTo>
                  <a:pt x="9921865" y="2361526"/>
                  <a:pt x="9913953" y="2363634"/>
                  <a:pt x="9906660" y="2365371"/>
                </a:cubicBezTo>
                <a:cubicBezTo>
                  <a:pt x="9899368" y="2367107"/>
                  <a:pt x="9890612" y="2369017"/>
                  <a:pt x="9880392" y="2371101"/>
                </a:cubicBezTo>
                <a:cubicBezTo>
                  <a:pt x="9870173" y="2373184"/>
                  <a:pt x="9863773" y="2374524"/>
                  <a:pt x="9861193" y="2375119"/>
                </a:cubicBezTo>
                <a:cubicBezTo>
                  <a:pt x="9848890" y="2377798"/>
                  <a:pt x="9839216" y="2383056"/>
                  <a:pt x="9832172" y="2390895"/>
                </a:cubicBezTo>
                <a:cubicBezTo>
                  <a:pt x="9825127" y="2398733"/>
                  <a:pt x="9821605" y="2408208"/>
                  <a:pt x="9821605" y="2419321"/>
                </a:cubicBezTo>
                <a:cubicBezTo>
                  <a:pt x="9821605" y="2427556"/>
                  <a:pt x="9823738" y="2435196"/>
                  <a:pt x="9828005" y="2442240"/>
                </a:cubicBezTo>
                <a:cubicBezTo>
                  <a:pt x="9832271" y="2449285"/>
                  <a:pt x="9838348" y="2454866"/>
                  <a:pt x="9846236" y="2458984"/>
                </a:cubicBezTo>
                <a:cubicBezTo>
                  <a:pt x="9854124" y="2463101"/>
                  <a:pt x="9863277" y="2465160"/>
                  <a:pt x="9873695" y="2465160"/>
                </a:cubicBezTo>
                <a:cubicBezTo>
                  <a:pt x="9885105" y="2465160"/>
                  <a:pt x="9895399" y="2463250"/>
                  <a:pt x="9904577" y="2459430"/>
                </a:cubicBezTo>
                <a:cubicBezTo>
                  <a:pt x="9913754" y="2455610"/>
                  <a:pt x="9923255" y="2449880"/>
                  <a:pt x="9933077" y="2442240"/>
                </a:cubicBezTo>
                <a:cubicBezTo>
                  <a:pt x="9937641" y="2449682"/>
                  <a:pt x="9941957" y="2455362"/>
                  <a:pt x="9946025" y="2459281"/>
                </a:cubicBezTo>
                <a:cubicBezTo>
                  <a:pt x="9950093" y="2463200"/>
                  <a:pt x="9954211" y="2465160"/>
                  <a:pt x="9958378" y="2465160"/>
                </a:cubicBezTo>
                <a:cubicBezTo>
                  <a:pt x="9963339" y="2465160"/>
                  <a:pt x="9967779" y="2463448"/>
                  <a:pt x="9971698" y="2460025"/>
                </a:cubicBezTo>
                <a:cubicBezTo>
                  <a:pt x="9975617" y="2456602"/>
                  <a:pt x="9977577" y="2452807"/>
                  <a:pt x="9977577" y="2448640"/>
                </a:cubicBezTo>
                <a:cubicBezTo>
                  <a:pt x="9977577" y="2446259"/>
                  <a:pt x="9976312" y="2440926"/>
                  <a:pt x="9973782" y="2432641"/>
                </a:cubicBezTo>
                <a:cubicBezTo>
                  <a:pt x="9971252" y="2424356"/>
                  <a:pt x="9969987" y="2416394"/>
                  <a:pt x="9969987" y="2408754"/>
                </a:cubicBezTo>
                <a:cubicBezTo>
                  <a:pt x="9970086" y="2400618"/>
                  <a:pt x="9970160" y="2393226"/>
                  <a:pt x="9970210" y="2386579"/>
                </a:cubicBezTo>
                <a:cubicBezTo>
                  <a:pt x="9970259" y="2379931"/>
                  <a:pt x="9970284" y="2371845"/>
                  <a:pt x="9970284" y="2362320"/>
                </a:cubicBezTo>
                <a:cubicBezTo>
                  <a:pt x="9970284" y="2347238"/>
                  <a:pt x="9968176" y="2335134"/>
                  <a:pt x="9963959" y="2326006"/>
                </a:cubicBezTo>
                <a:cubicBezTo>
                  <a:pt x="9959742" y="2316878"/>
                  <a:pt x="9952524" y="2310205"/>
                  <a:pt x="9942305" y="2305988"/>
                </a:cubicBezTo>
                <a:cubicBezTo>
                  <a:pt x="9932085" y="2301771"/>
                  <a:pt x="9918046" y="2299663"/>
                  <a:pt x="9900186" y="2299663"/>
                </a:cubicBezTo>
                <a:close/>
                <a:moveTo>
                  <a:pt x="9185811" y="2299663"/>
                </a:moveTo>
                <a:cubicBezTo>
                  <a:pt x="9169837" y="2299663"/>
                  <a:pt x="9156492" y="2301846"/>
                  <a:pt x="9145776" y="2306211"/>
                </a:cubicBezTo>
                <a:cubicBezTo>
                  <a:pt x="9135061" y="2310577"/>
                  <a:pt x="9127173" y="2316133"/>
                  <a:pt x="9122113" y="2322880"/>
                </a:cubicBezTo>
                <a:cubicBezTo>
                  <a:pt x="9117053" y="2329627"/>
                  <a:pt x="9114523" y="2336572"/>
                  <a:pt x="9114523" y="2343716"/>
                </a:cubicBezTo>
                <a:cubicBezTo>
                  <a:pt x="9114523" y="2348280"/>
                  <a:pt x="9116184" y="2352026"/>
                  <a:pt x="9119508" y="2354953"/>
                </a:cubicBezTo>
                <a:cubicBezTo>
                  <a:pt x="9122832" y="2357880"/>
                  <a:pt x="9126776" y="2359343"/>
                  <a:pt x="9131340" y="2359343"/>
                </a:cubicBezTo>
                <a:cubicBezTo>
                  <a:pt x="9136400" y="2359343"/>
                  <a:pt x="9139699" y="2358425"/>
                  <a:pt x="9141237" y="2356590"/>
                </a:cubicBezTo>
                <a:cubicBezTo>
                  <a:pt x="9142775" y="2354754"/>
                  <a:pt x="9145404" y="2350959"/>
                  <a:pt x="9149125" y="2345204"/>
                </a:cubicBezTo>
                <a:cubicBezTo>
                  <a:pt x="9152846" y="2339450"/>
                  <a:pt x="9157311" y="2335134"/>
                  <a:pt x="9162520" y="2332256"/>
                </a:cubicBezTo>
                <a:cubicBezTo>
                  <a:pt x="9167729" y="2329379"/>
                  <a:pt x="9175492" y="2327940"/>
                  <a:pt x="9185811" y="2327940"/>
                </a:cubicBezTo>
                <a:cubicBezTo>
                  <a:pt x="9197817" y="2327940"/>
                  <a:pt x="9205729" y="2330446"/>
                  <a:pt x="9209549" y="2335456"/>
                </a:cubicBezTo>
                <a:cubicBezTo>
                  <a:pt x="9213369" y="2340467"/>
                  <a:pt x="9215527" y="2348330"/>
                  <a:pt x="9216023" y="2359045"/>
                </a:cubicBezTo>
                <a:cubicBezTo>
                  <a:pt x="9207490" y="2361526"/>
                  <a:pt x="9199578" y="2363634"/>
                  <a:pt x="9192285" y="2365371"/>
                </a:cubicBezTo>
                <a:cubicBezTo>
                  <a:pt x="9184993" y="2367107"/>
                  <a:pt x="9176237" y="2369017"/>
                  <a:pt x="9166017" y="2371101"/>
                </a:cubicBezTo>
                <a:cubicBezTo>
                  <a:pt x="9155797" y="2373184"/>
                  <a:pt x="9149398" y="2374524"/>
                  <a:pt x="9146818" y="2375119"/>
                </a:cubicBezTo>
                <a:cubicBezTo>
                  <a:pt x="9134515" y="2377798"/>
                  <a:pt x="9124841" y="2383056"/>
                  <a:pt x="9117797" y="2390895"/>
                </a:cubicBezTo>
                <a:cubicBezTo>
                  <a:pt x="9110752" y="2398733"/>
                  <a:pt x="9107230" y="2408208"/>
                  <a:pt x="9107230" y="2419321"/>
                </a:cubicBezTo>
                <a:cubicBezTo>
                  <a:pt x="9107230" y="2427556"/>
                  <a:pt x="9109363" y="2435196"/>
                  <a:pt x="9113629" y="2442240"/>
                </a:cubicBezTo>
                <a:cubicBezTo>
                  <a:pt x="9117896" y="2449285"/>
                  <a:pt x="9123973" y="2454866"/>
                  <a:pt x="9131861" y="2458984"/>
                </a:cubicBezTo>
                <a:cubicBezTo>
                  <a:pt x="9139749" y="2463101"/>
                  <a:pt x="9148902" y="2465160"/>
                  <a:pt x="9159320" y="2465160"/>
                </a:cubicBezTo>
                <a:cubicBezTo>
                  <a:pt x="9170730" y="2465160"/>
                  <a:pt x="9181024" y="2463250"/>
                  <a:pt x="9190202" y="2459430"/>
                </a:cubicBezTo>
                <a:cubicBezTo>
                  <a:pt x="9199379" y="2455610"/>
                  <a:pt x="9208879" y="2449880"/>
                  <a:pt x="9218702" y="2442240"/>
                </a:cubicBezTo>
                <a:cubicBezTo>
                  <a:pt x="9223266" y="2449682"/>
                  <a:pt x="9227582" y="2455362"/>
                  <a:pt x="9231650" y="2459281"/>
                </a:cubicBezTo>
                <a:cubicBezTo>
                  <a:pt x="9235718" y="2463200"/>
                  <a:pt x="9239836" y="2465160"/>
                  <a:pt x="9244003" y="2465160"/>
                </a:cubicBezTo>
                <a:cubicBezTo>
                  <a:pt x="9248964" y="2465160"/>
                  <a:pt x="9253404" y="2463448"/>
                  <a:pt x="9257323" y="2460025"/>
                </a:cubicBezTo>
                <a:cubicBezTo>
                  <a:pt x="9261242" y="2456602"/>
                  <a:pt x="9263202" y="2452807"/>
                  <a:pt x="9263202" y="2448640"/>
                </a:cubicBezTo>
                <a:cubicBezTo>
                  <a:pt x="9263202" y="2446259"/>
                  <a:pt x="9261937" y="2440926"/>
                  <a:pt x="9259407" y="2432641"/>
                </a:cubicBezTo>
                <a:cubicBezTo>
                  <a:pt x="9256877" y="2424356"/>
                  <a:pt x="9255612" y="2416394"/>
                  <a:pt x="9255612" y="2408754"/>
                </a:cubicBezTo>
                <a:cubicBezTo>
                  <a:pt x="9255711" y="2400618"/>
                  <a:pt x="9255785" y="2393226"/>
                  <a:pt x="9255835" y="2386579"/>
                </a:cubicBezTo>
                <a:cubicBezTo>
                  <a:pt x="9255884" y="2379931"/>
                  <a:pt x="9255909" y="2371845"/>
                  <a:pt x="9255909" y="2362320"/>
                </a:cubicBezTo>
                <a:cubicBezTo>
                  <a:pt x="9255909" y="2347238"/>
                  <a:pt x="9253801" y="2335134"/>
                  <a:pt x="9249584" y="2326006"/>
                </a:cubicBezTo>
                <a:cubicBezTo>
                  <a:pt x="9245367" y="2316878"/>
                  <a:pt x="9238149" y="2310205"/>
                  <a:pt x="9227929" y="2305988"/>
                </a:cubicBezTo>
                <a:cubicBezTo>
                  <a:pt x="9217710" y="2301771"/>
                  <a:pt x="9203671" y="2299663"/>
                  <a:pt x="9185811" y="2299663"/>
                </a:cubicBezTo>
                <a:close/>
                <a:moveTo>
                  <a:pt x="10374799" y="2286120"/>
                </a:moveTo>
                <a:lnTo>
                  <a:pt x="10407690" y="2376161"/>
                </a:lnTo>
                <a:lnTo>
                  <a:pt x="10342503" y="2376161"/>
                </a:lnTo>
                <a:close/>
                <a:moveTo>
                  <a:pt x="8525312" y="2243257"/>
                </a:moveTo>
                <a:cubicBezTo>
                  <a:pt x="8516878" y="2243257"/>
                  <a:pt x="8510181" y="2244919"/>
                  <a:pt x="8505220" y="2248243"/>
                </a:cubicBezTo>
                <a:cubicBezTo>
                  <a:pt x="8500259" y="2251567"/>
                  <a:pt x="8497779" y="2257991"/>
                  <a:pt x="8497779" y="2267516"/>
                </a:cubicBezTo>
                <a:lnTo>
                  <a:pt x="8497779" y="2440157"/>
                </a:lnTo>
                <a:cubicBezTo>
                  <a:pt x="8497779" y="2448590"/>
                  <a:pt x="8499664" y="2454866"/>
                  <a:pt x="8503434" y="2458984"/>
                </a:cubicBezTo>
                <a:cubicBezTo>
                  <a:pt x="8507205" y="2463101"/>
                  <a:pt x="8512066" y="2465160"/>
                  <a:pt x="8518019" y="2465160"/>
                </a:cubicBezTo>
                <a:cubicBezTo>
                  <a:pt x="8524171" y="2465160"/>
                  <a:pt x="8529107" y="2463076"/>
                  <a:pt x="8532828" y="2458909"/>
                </a:cubicBezTo>
                <a:cubicBezTo>
                  <a:pt x="8536549" y="2454742"/>
                  <a:pt x="8538409" y="2448491"/>
                  <a:pt x="8538409" y="2440157"/>
                </a:cubicBezTo>
                <a:lnTo>
                  <a:pt x="8538409" y="2289543"/>
                </a:lnTo>
                <a:lnTo>
                  <a:pt x="8573383" y="2428548"/>
                </a:lnTo>
                <a:cubicBezTo>
                  <a:pt x="8574574" y="2433112"/>
                  <a:pt x="8575740" y="2437503"/>
                  <a:pt x="8576881" y="2441720"/>
                </a:cubicBezTo>
                <a:cubicBezTo>
                  <a:pt x="8578022" y="2445936"/>
                  <a:pt x="8579585" y="2449781"/>
                  <a:pt x="8581569" y="2453254"/>
                </a:cubicBezTo>
                <a:cubicBezTo>
                  <a:pt x="8583553" y="2456726"/>
                  <a:pt x="8586331" y="2459579"/>
                  <a:pt x="8589903" y="2461811"/>
                </a:cubicBezTo>
                <a:cubicBezTo>
                  <a:pt x="8593475" y="2464044"/>
                  <a:pt x="8597841" y="2465160"/>
                  <a:pt x="8603000" y="2465160"/>
                </a:cubicBezTo>
                <a:cubicBezTo>
                  <a:pt x="8609846" y="2465160"/>
                  <a:pt x="8615204" y="2463424"/>
                  <a:pt x="8619074" y="2459951"/>
                </a:cubicBezTo>
                <a:cubicBezTo>
                  <a:pt x="8622943" y="2456478"/>
                  <a:pt x="8625597" y="2452634"/>
                  <a:pt x="8627036" y="2448417"/>
                </a:cubicBezTo>
                <a:cubicBezTo>
                  <a:pt x="8628475" y="2444200"/>
                  <a:pt x="8630335" y="2437577"/>
                  <a:pt x="8632617" y="2428548"/>
                </a:cubicBezTo>
                <a:lnTo>
                  <a:pt x="8667592" y="2289543"/>
                </a:lnTo>
                <a:lnTo>
                  <a:pt x="8667592" y="2440157"/>
                </a:lnTo>
                <a:cubicBezTo>
                  <a:pt x="8667592" y="2448491"/>
                  <a:pt x="8669477" y="2454742"/>
                  <a:pt x="8673247" y="2458909"/>
                </a:cubicBezTo>
                <a:cubicBezTo>
                  <a:pt x="8677017" y="2463076"/>
                  <a:pt x="8681830" y="2465160"/>
                  <a:pt x="8687683" y="2465160"/>
                </a:cubicBezTo>
                <a:cubicBezTo>
                  <a:pt x="8693934" y="2465160"/>
                  <a:pt x="8698920" y="2463076"/>
                  <a:pt x="8702641" y="2458909"/>
                </a:cubicBezTo>
                <a:cubicBezTo>
                  <a:pt x="8706361" y="2454742"/>
                  <a:pt x="8708222" y="2448491"/>
                  <a:pt x="8708222" y="2440157"/>
                </a:cubicBezTo>
                <a:lnTo>
                  <a:pt x="8708222" y="2267516"/>
                </a:lnTo>
                <a:cubicBezTo>
                  <a:pt x="8708222" y="2257991"/>
                  <a:pt x="8705741" y="2251567"/>
                  <a:pt x="8700780" y="2248243"/>
                </a:cubicBezTo>
                <a:cubicBezTo>
                  <a:pt x="8695819" y="2244919"/>
                  <a:pt x="8689122" y="2243257"/>
                  <a:pt x="8680689" y="2243257"/>
                </a:cubicBezTo>
                <a:lnTo>
                  <a:pt x="8666996" y="2243257"/>
                </a:lnTo>
                <a:cubicBezTo>
                  <a:pt x="8658761" y="2243257"/>
                  <a:pt x="8652783" y="2244001"/>
                  <a:pt x="8649063" y="2245490"/>
                </a:cubicBezTo>
                <a:cubicBezTo>
                  <a:pt x="8645342" y="2246978"/>
                  <a:pt x="8642589" y="2249657"/>
                  <a:pt x="8640803" y="2253526"/>
                </a:cubicBezTo>
                <a:cubicBezTo>
                  <a:pt x="8639017" y="2257396"/>
                  <a:pt x="8636983" y="2263696"/>
                  <a:pt x="8634701" y="2272428"/>
                </a:cubicBezTo>
                <a:lnTo>
                  <a:pt x="8603000" y="2391937"/>
                </a:lnTo>
                <a:lnTo>
                  <a:pt x="8571300" y="2272428"/>
                </a:lnTo>
                <a:cubicBezTo>
                  <a:pt x="8569018" y="2263696"/>
                  <a:pt x="8566984" y="2257396"/>
                  <a:pt x="8565198" y="2253526"/>
                </a:cubicBezTo>
                <a:cubicBezTo>
                  <a:pt x="8563412" y="2249657"/>
                  <a:pt x="8560659" y="2246978"/>
                  <a:pt x="8556938" y="2245490"/>
                </a:cubicBezTo>
                <a:cubicBezTo>
                  <a:pt x="8553217" y="2244001"/>
                  <a:pt x="8547239" y="2243257"/>
                  <a:pt x="8539004" y="2243257"/>
                </a:cubicBezTo>
                <a:close/>
                <a:moveTo>
                  <a:pt x="10689124" y="2241322"/>
                </a:moveTo>
                <a:cubicBezTo>
                  <a:pt x="10683667" y="2241322"/>
                  <a:pt x="10678880" y="2243183"/>
                  <a:pt x="10674762" y="2246903"/>
                </a:cubicBezTo>
                <a:cubicBezTo>
                  <a:pt x="10670645" y="2250624"/>
                  <a:pt x="10668586" y="2255362"/>
                  <a:pt x="10668586" y="2261117"/>
                </a:cubicBezTo>
                <a:cubicBezTo>
                  <a:pt x="10668586" y="2267467"/>
                  <a:pt x="10670595" y="2272378"/>
                  <a:pt x="10674613" y="2275851"/>
                </a:cubicBezTo>
                <a:cubicBezTo>
                  <a:pt x="10678632" y="2279323"/>
                  <a:pt x="10683469" y="2281060"/>
                  <a:pt x="10689124" y="2281060"/>
                </a:cubicBezTo>
                <a:cubicBezTo>
                  <a:pt x="10694581" y="2281060"/>
                  <a:pt x="10699294" y="2279298"/>
                  <a:pt x="10703263" y="2275776"/>
                </a:cubicBezTo>
                <a:cubicBezTo>
                  <a:pt x="10707231" y="2272254"/>
                  <a:pt x="10709216" y="2267367"/>
                  <a:pt x="10709216" y="2261117"/>
                </a:cubicBezTo>
                <a:cubicBezTo>
                  <a:pt x="10709216" y="2254667"/>
                  <a:pt x="10707182" y="2249756"/>
                  <a:pt x="10703114" y="2246383"/>
                </a:cubicBezTo>
                <a:cubicBezTo>
                  <a:pt x="10699046" y="2243009"/>
                  <a:pt x="10694383" y="2241322"/>
                  <a:pt x="10689124" y="2241322"/>
                </a:cubicBezTo>
                <a:close/>
                <a:moveTo>
                  <a:pt x="11498303" y="2239536"/>
                </a:moveTo>
                <a:cubicBezTo>
                  <a:pt x="11492151" y="2239536"/>
                  <a:pt x="11487265" y="2241620"/>
                  <a:pt x="11483643" y="2245787"/>
                </a:cubicBezTo>
                <a:cubicBezTo>
                  <a:pt x="11480021" y="2249954"/>
                  <a:pt x="11478211" y="2256106"/>
                  <a:pt x="11478211" y="2264242"/>
                </a:cubicBezTo>
                <a:lnTo>
                  <a:pt x="11478211" y="2440454"/>
                </a:lnTo>
                <a:cubicBezTo>
                  <a:pt x="11478211" y="2448392"/>
                  <a:pt x="11480071" y="2454494"/>
                  <a:pt x="11483792" y="2458760"/>
                </a:cubicBezTo>
                <a:cubicBezTo>
                  <a:pt x="11487513" y="2463027"/>
                  <a:pt x="11492349" y="2465160"/>
                  <a:pt x="11498303" y="2465160"/>
                </a:cubicBezTo>
                <a:cubicBezTo>
                  <a:pt x="11504355" y="2465160"/>
                  <a:pt x="11509291" y="2463101"/>
                  <a:pt x="11513111" y="2458984"/>
                </a:cubicBezTo>
                <a:cubicBezTo>
                  <a:pt x="11516931" y="2454866"/>
                  <a:pt x="11518841" y="2448690"/>
                  <a:pt x="11518841" y="2440454"/>
                </a:cubicBezTo>
                <a:lnTo>
                  <a:pt x="11518841" y="2264242"/>
                </a:lnTo>
                <a:cubicBezTo>
                  <a:pt x="11518841" y="2256007"/>
                  <a:pt x="11516956" y="2249830"/>
                  <a:pt x="11513185" y="2245713"/>
                </a:cubicBezTo>
                <a:cubicBezTo>
                  <a:pt x="11509415" y="2241595"/>
                  <a:pt x="11504454" y="2239536"/>
                  <a:pt x="11498303" y="2239536"/>
                </a:cubicBezTo>
                <a:close/>
                <a:moveTo>
                  <a:pt x="11178620" y="2239536"/>
                </a:moveTo>
                <a:cubicBezTo>
                  <a:pt x="11161852" y="2239536"/>
                  <a:pt x="11147267" y="2242042"/>
                  <a:pt x="11134864" y="2247052"/>
                </a:cubicBezTo>
                <a:cubicBezTo>
                  <a:pt x="11122462" y="2252063"/>
                  <a:pt x="11112987" y="2259231"/>
                  <a:pt x="11106438" y="2268558"/>
                </a:cubicBezTo>
                <a:cubicBezTo>
                  <a:pt x="11099890" y="2277885"/>
                  <a:pt x="11096615" y="2288551"/>
                  <a:pt x="11096615" y="2300556"/>
                </a:cubicBezTo>
                <a:cubicBezTo>
                  <a:pt x="11096615" y="2313157"/>
                  <a:pt x="11099716" y="2323699"/>
                  <a:pt x="11105917" y="2332182"/>
                </a:cubicBezTo>
                <a:cubicBezTo>
                  <a:pt x="11112118" y="2340665"/>
                  <a:pt x="11120503" y="2347362"/>
                  <a:pt x="11131069" y="2352274"/>
                </a:cubicBezTo>
                <a:cubicBezTo>
                  <a:pt x="11141636" y="2357185"/>
                  <a:pt x="11154757" y="2361476"/>
                  <a:pt x="11170434" y="2365147"/>
                </a:cubicBezTo>
                <a:cubicBezTo>
                  <a:pt x="11182142" y="2367826"/>
                  <a:pt x="11191493" y="2370356"/>
                  <a:pt x="11198488" y="2372738"/>
                </a:cubicBezTo>
                <a:cubicBezTo>
                  <a:pt x="11205483" y="2375119"/>
                  <a:pt x="11211189" y="2378567"/>
                  <a:pt x="11215603" y="2383081"/>
                </a:cubicBezTo>
                <a:cubicBezTo>
                  <a:pt x="11220019" y="2387596"/>
                  <a:pt x="11222227" y="2393474"/>
                  <a:pt x="11222227" y="2400717"/>
                </a:cubicBezTo>
                <a:cubicBezTo>
                  <a:pt x="11222227" y="2409845"/>
                  <a:pt x="11218134" y="2417461"/>
                  <a:pt x="11209948" y="2423562"/>
                </a:cubicBezTo>
                <a:cubicBezTo>
                  <a:pt x="11201763" y="2429664"/>
                  <a:pt x="11191121" y="2432715"/>
                  <a:pt x="11178025" y="2432715"/>
                </a:cubicBezTo>
                <a:cubicBezTo>
                  <a:pt x="11168499" y="2432715"/>
                  <a:pt x="11160810" y="2431202"/>
                  <a:pt x="11154956" y="2428176"/>
                </a:cubicBezTo>
                <a:cubicBezTo>
                  <a:pt x="11149102" y="2425150"/>
                  <a:pt x="11144563" y="2421305"/>
                  <a:pt x="11141338" y="2416642"/>
                </a:cubicBezTo>
                <a:cubicBezTo>
                  <a:pt x="11138114" y="2411979"/>
                  <a:pt x="11135112" y="2406174"/>
                  <a:pt x="11132334" y="2399229"/>
                </a:cubicBezTo>
                <a:cubicBezTo>
                  <a:pt x="11130052" y="2393375"/>
                  <a:pt x="11127299" y="2388960"/>
                  <a:pt x="11124074" y="2385983"/>
                </a:cubicBezTo>
                <a:cubicBezTo>
                  <a:pt x="11120850" y="2383007"/>
                  <a:pt x="11116906" y="2381519"/>
                  <a:pt x="11112243" y="2381519"/>
                </a:cubicBezTo>
                <a:cubicBezTo>
                  <a:pt x="11106488" y="2381519"/>
                  <a:pt x="11101750" y="2383428"/>
                  <a:pt x="11098029" y="2387248"/>
                </a:cubicBezTo>
                <a:cubicBezTo>
                  <a:pt x="11094309" y="2391068"/>
                  <a:pt x="11092448" y="2395657"/>
                  <a:pt x="11092448" y="2401015"/>
                </a:cubicBezTo>
                <a:cubicBezTo>
                  <a:pt x="11092448" y="2410242"/>
                  <a:pt x="11095549" y="2419743"/>
                  <a:pt x="11101750" y="2429516"/>
                </a:cubicBezTo>
                <a:cubicBezTo>
                  <a:pt x="11107951" y="2439289"/>
                  <a:pt x="11116013" y="2447102"/>
                  <a:pt x="11125935" y="2452956"/>
                </a:cubicBezTo>
                <a:cubicBezTo>
                  <a:pt x="11139925" y="2461092"/>
                  <a:pt x="11157685" y="2465160"/>
                  <a:pt x="11179215" y="2465160"/>
                </a:cubicBezTo>
                <a:cubicBezTo>
                  <a:pt x="11197173" y="2465160"/>
                  <a:pt x="11212701" y="2462183"/>
                  <a:pt x="11225798" y="2456230"/>
                </a:cubicBezTo>
                <a:cubicBezTo>
                  <a:pt x="11238895" y="2450277"/>
                  <a:pt x="11248842" y="2442042"/>
                  <a:pt x="11255638" y="2431525"/>
                </a:cubicBezTo>
                <a:cubicBezTo>
                  <a:pt x="11262435" y="2421008"/>
                  <a:pt x="11265833" y="2409151"/>
                  <a:pt x="11265833" y="2395955"/>
                </a:cubicBezTo>
                <a:cubicBezTo>
                  <a:pt x="11265833" y="2384942"/>
                  <a:pt x="11263873" y="2375640"/>
                  <a:pt x="11259955" y="2368050"/>
                </a:cubicBezTo>
                <a:cubicBezTo>
                  <a:pt x="11256035" y="2360459"/>
                  <a:pt x="11250578" y="2354184"/>
                  <a:pt x="11243583" y="2349223"/>
                </a:cubicBezTo>
                <a:cubicBezTo>
                  <a:pt x="11236588" y="2344262"/>
                  <a:pt x="11228105" y="2340045"/>
                  <a:pt x="11218134" y="2336572"/>
                </a:cubicBezTo>
                <a:cubicBezTo>
                  <a:pt x="11208162" y="2333100"/>
                  <a:pt x="11197025" y="2329925"/>
                  <a:pt x="11184722" y="2327047"/>
                </a:cubicBezTo>
                <a:cubicBezTo>
                  <a:pt x="11174899" y="2324567"/>
                  <a:pt x="11167855" y="2322682"/>
                  <a:pt x="11163588" y="2321392"/>
                </a:cubicBezTo>
                <a:cubicBezTo>
                  <a:pt x="11159321" y="2320102"/>
                  <a:pt x="11155105" y="2318316"/>
                  <a:pt x="11150938" y="2316034"/>
                </a:cubicBezTo>
                <a:cubicBezTo>
                  <a:pt x="11146771" y="2313752"/>
                  <a:pt x="11143496" y="2311024"/>
                  <a:pt x="11141115" y="2307849"/>
                </a:cubicBezTo>
                <a:cubicBezTo>
                  <a:pt x="11138734" y="2304674"/>
                  <a:pt x="11137543" y="2300903"/>
                  <a:pt x="11137543" y="2296538"/>
                </a:cubicBezTo>
                <a:cubicBezTo>
                  <a:pt x="11137543" y="2289493"/>
                  <a:pt x="11141041" y="2283466"/>
                  <a:pt x="11148036" y="2278455"/>
                </a:cubicBezTo>
                <a:cubicBezTo>
                  <a:pt x="11155031" y="2273445"/>
                  <a:pt x="11164233" y="2270939"/>
                  <a:pt x="11175643" y="2270939"/>
                </a:cubicBezTo>
                <a:cubicBezTo>
                  <a:pt x="11187946" y="2270939"/>
                  <a:pt x="11196876" y="2273246"/>
                  <a:pt x="11202432" y="2277860"/>
                </a:cubicBezTo>
                <a:cubicBezTo>
                  <a:pt x="11207988" y="2282473"/>
                  <a:pt x="11212751" y="2288898"/>
                  <a:pt x="11216720" y="2297133"/>
                </a:cubicBezTo>
                <a:cubicBezTo>
                  <a:pt x="11219795" y="2302888"/>
                  <a:pt x="11222648" y="2307030"/>
                  <a:pt x="11225277" y="2309560"/>
                </a:cubicBezTo>
                <a:cubicBezTo>
                  <a:pt x="11227907" y="2312090"/>
                  <a:pt x="11231751" y="2313355"/>
                  <a:pt x="11236811" y="2313355"/>
                </a:cubicBezTo>
                <a:cubicBezTo>
                  <a:pt x="11242368" y="2313355"/>
                  <a:pt x="11247006" y="2311247"/>
                  <a:pt x="11250727" y="2307030"/>
                </a:cubicBezTo>
                <a:cubicBezTo>
                  <a:pt x="11254448" y="2302813"/>
                  <a:pt x="11256308" y="2298076"/>
                  <a:pt x="11256308" y="2292817"/>
                </a:cubicBezTo>
                <a:cubicBezTo>
                  <a:pt x="11256308" y="2287062"/>
                  <a:pt x="11254820" y="2281159"/>
                  <a:pt x="11251843" y="2275106"/>
                </a:cubicBezTo>
                <a:cubicBezTo>
                  <a:pt x="11248867" y="2269054"/>
                  <a:pt x="11244154" y="2263275"/>
                  <a:pt x="11237705" y="2257768"/>
                </a:cubicBezTo>
                <a:cubicBezTo>
                  <a:pt x="11231255" y="2252261"/>
                  <a:pt x="11223144" y="2247846"/>
                  <a:pt x="11213371" y="2244522"/>
                </a:cubicBezTo>
                <a:cubicBezTo>
                  <a:pt x="11203598" y="2241198"/>
                  <a:pt x="11192014" y="2239536"/>
                  <a:pt x="11178620" y="2239536"/>
                </a:cubicBezTo>
                <a:close/>
                <a:moveTo>
                  <a:pt x="10375097" y="2239536"/>
                </a:moveTo>
                <a:cubicBezTo>
                  <a:pt x="10369044" y="2239536"/>
                  <a:pt x="10363959" y="2240702"/>
                  <a:pt x="10359842" y="2243034"/>
                </a:cubicBezTo>
                <a:cubicBezTo>
                  <a:pt x="10355724" y="2245366"/>
                  <a:pt x="10352401" y="2248417"/>
                  <a:pt x="10349870" y="2252187"/>
                </a:cubicBezTo>
                <a:cubicBezTo>
                  <a:pt x="10347340" y="2255957"/>
                  <a:pt x="10344959" y="2260695"/>
                  <a:pt x="10342727" y="2266400"/>
                </a:cubicBezTo>
                <a:cubicBezTo>
                  <a:pt x="10340494" y="2272105"/>
                  <a:pt x="10338584" y="2276992"/>
                  <a:pt x="10336997" y="2281060"/>
                </a:cubicBezTo>
                <a:lnTo>
                  <a:pt x="10281186" y="2422744"/>
                </a:lnTo>
                <a:cubicBezTo>
                  <a:pt x="10278904" y="2428399"/>
                  <a:pt x="10277267" y="2432815"/>
                  <a:pt x="10276275" y="2435990"/>
                </a:cubicBezTo>
                <a:cubicBezTo>
                  <a:pt x="10275283" y="2439165"/>
                  <a:pt x="10274787" y="2442240"/>
                  <a:pt x="10274787" y="2445217"/>
                </a:cubicBezTo>
                <a:cubicBezTo>
                  <a:pt x="10274787" y="2450376"/>
                  <a:pt x="10276920" y="2454990"/>
                  <a:pt x="10281186" y="2459058"/>
                </a:cubicBezTo>
                <a:cubicBezTo>
                  <a:pt x="10285453" y="2463126"/>
                  <a:pt x="10290364" y="2465160"/>
                  <a:pt x="10295920" y="2465160"/>
                </a:cubicBezTo>
                <a:cubicBezTo>
                  <a:pt x="10302469" y="2465160"/>
                  <a:pt x="10307181" y="2463250"/>
                  <a:pt x="10310059" y="2459430"/>
                </a:cubicBezTo>
                <a:cubicBezTo>
                  <a:pt x="10312936" y="2455610"/>
                  <a:pt x="10316409" y="2448243"/>
                  <a:pt x="10320477" y="2437329"/>
                </a:cubicBezTo>
                <a:lnTo>
                  <a:pt x="10330895" y="2409349"/>
                </a:lnTo>
                <a:lnTo>
                  <a:pt x="10419596" y="2409349"/>
                </a:lnTo>
                <a:lnTo>
                  <a:pt x="10430014" y="2436734"/>
                </a:lnTo>
                <a:cubicBezTo>
                  <a:pt x="10431403" y="2440107"/>
                  <a:pt x="10433065" y="2444002"/>
                  <a:pt x="10435000" y="2448417"/>
                </a:cubicBezTo>
                <a:cubicBezTo>
                  <a:pt x="10436935" y="2452832"/>
                  <a:pt x="10438745" y="2456106"/>
                  <a:pt x="10440432" y="2458239"/>
                </a:cubicBezTo>
                <a:cubicBezTo>
                  <a:pt x="10442119" y="2460373"/>
                  <a:pt x="10444203" y="2462059"/>
                  <a:pt x="10446683" y="2463300"/>
                </a:cubicBezTo>
                <a:cubicBezTo>
                  <a:pt x="10449163" y="2464540"/>
                  <a:pt x="10452140" y="2465160"/>
                  <a:pt x="10455613" y="2465160"/>
                </a:cubicBezTo>
                <a:cubicBezTo>
                  <a:pt x="10461566" y="2465160"/>
                  <a:pt x="10466651" y="2463052"/>
                  <a:pt x="10470868" y="2458835"/>
                </a:cubicBezTo>
                <a:cubicBezTo>
                  <a:pt x="10475084" y="2454618"/>
                  <a:pt x="10477193" y="2449979"/>
                  <a:pt x="10477193" y="2444919"/>
                </a:cubicBezTo>
                <a:cubicBezTo>
                  <a:pt x="10477193" y="2440058"/>
                  <a:pt x="10474960" y="2432269"/>
                  <a:pt x="10470496" y="2421553"/>
                </a:cubicBezTo>
                <a:lnTo>
                  <a:pt x="10413494" y="2280762"/>
                </a:lnTo>
                <a:cubicBezTo>
                  <a:pt x="10410815" y="2273717"/>
                  <a:pt x="10408608" y="2268087"/>
                  <a:pt x="10406872" y="2263870"/>
                </a:cubicBezTo>
                <a:cubicBezTo>
                  <a:pt x="10405135" y="2259653"/>
                  <a:pt x="10403002" y="2255709"/>
                  <a:pt x="10400472" y="2252038"/>
                </a:cubicBezTo>
                <a:cubicBezTo>
                  <a:pt x="10397942" y="2248367"/>
                  <a:pt x="10394618" y="2245366"/>
                  <a:pt x="10390501" y="2243034"/>
                </a:cubicBezTo>
                <a:cubicBezTo>
                  <a:pt x="10386383" y="2240702"/>
                  <a:pt x="10381248" y="2239536"/>
                  <a:pt x="10375097" y="2239536"/>
                </a:cubicBezTo>
                <a:close/>
                <a:moveTo>
                  <a:pt x="10141883" y="2239536"/>
                </a:moveTo>
                <a:cubicBezTo>
                  <a:pt x="10135732" y="2239536"/>
                  <a:pt x="10130994" y="2241670"/>
                  <a:pt x="10127670" y="2245936"/>
                </a:cubicBezTo>
                <a:cubicBezTo>
                  <a:pt x="10124346" y="2250203"/>
                  <a:pt x="10122684" y="2256503"/>
                  <a:pt x="10122684" y="2264837"/>
                </a:cubicBezTo>
                <a:lnTo>
                  <a:pt x="10122684" y="2324815"/>
                </a:lnTo>
                <a:cubicBezTo>
                  <a:pt x="10115045" y="2316481"/>
                  <a:pt x="10107206" y="2310304"/>
                  <a:pt x="10099169" y="2306286"/>
                </a:cubicBezTo>
                <a:cubicBezTo>
                  <a:pt x="10091133" y="2302268"/>
                  <a:pt x="10081261" y="2300258"/>
                  <a:pt x="10069553" y="2300258"/>
                </a:cubicBezTo>
                <a:cubicBezTo>
                  <a:pt x="10049312" y="2300258"/>
                  <a:pt x="10032991" y="2307353"/>
                  <a:pt x="10020588" y="2321541"/>
                </a:cubicBezTo>
                <a:cubicBezTo>
                  <a:pt x="10008186" y="2335729"/>
                  <a:pt x="10001985" y="2355523"/>
                  <a:pt x="10001985" y="2380923"/>
                </a:cubicBezTo>
                <a:cubicBezTo>
                  <a:pt x="10001985" y="2392929"/>
                  <a:pt x="10003547" y="2404091"/>
                  <a:pt x="10006673" y="2414410"/>
                </a:cubicBezTo>
                <a:cubicBezTo>
                  <a:pt x="10009798" y="2424728"/>
                  <a:pt x="10014387" y="2433708"/>
                  <a:pt x="10020439" y="2441347"/>
                </a:cubicBezTo>
                <a:cubicBezTo>
                  <a:pt x="10026492" y="2448987"/>
                  <a:pt x="10033660" y="2454866"/>
                  <a:pt x="10041945" y="2458984"/>
                </a:cubicBezTo>
                <a:cubicBezTo>
                  <a:pt x="10050230" y="2463101"/>
                  <a:pt x="10059234" y="2465160"/>
                  <a:pt x="10068957" y="2465160"/>
                </a:cubicBezTo>
                <a:cubicBezTo>
                  <a:pt x="10076299" y="2465160"/>
                  <a:pt x="10083071" y="2464143"/>
                  <a:pt x="10089272" y="2462109"/>
                </a:cubicBezTo>
                <a:cubicBezTo>
                  <a:pt x="10095474" y="2460075"/>
                  <a:pt x="10101228" y="2457098"/>
                  <a:pt x="10106536" y="2453179"/>
                </a:cubicBezTo>
                <a:cubicBezTo>
                  <a:pt x="10111845" y="2449260"/>
                  <a:pt x="10117227" y="2444175"/>
                  <a:pt x="10122684" y="2437924"/>
                </a:cubicBezTo>
                <a:lnTo>
                  <a:pt x="10122684" y="2441943"/>
                </a:lnTo>
                <a:cubicBezTo>
                  <a:pt x="10122684" y="2449384"/>
                  <a:pt x="10124495" y="2455114"/>
                  <a:pt x="10128117" y="2459132"/>
                </a:cubicBezTo>
                <a:cubicBezTo>
                  <a:pt x="10131738" y="2463151"/>
                  <a:pt x="10136327" y="2465160"/>
                  <a:pt x="10141883" y="2465160"/>
                </a:cubicBezTo>
                <a:cubicBezTo>
                  <a:pt x="10147539" y="2465160"/>
                  <a:pt x="10152152" y="2463225"/>
                  <a:pt x="10155724" y="2459356"/>
                </a:cubicBezTo>
                <a:cubicBezTo>
                  <a:pt x="10159296" y="2455486"/>
                  <a:pt x="10161082" y="2449682"/>
                  <a:pt x="10161082" y="2441943"/>
                </a:cubicBezTo>
                <a:lnTo>
                  <a:pt x="10161082" y="2262754"/>
                </a:lnTo>
                <a:cubicBezTo>
                  <a:pt x="10161082" y="2255114"/>
                  <a:pt x="10159420" y="2249334"/>
                  <a:pt x="10156096" y="2245415"/>
                </a:cubicBezTo>
                <a:cubicBezTo>
                  <a:pt x="10152772" y="2241496"/>
                  <a:pt x="10148035" y="2239536"/>
                  <a:pt x="10141883" y="2239536"/>
                </a:cubicBezTo>
                <a:close/>
                <a:moveTo>
                  <a:pt x="8954235" y="2239536"/>
                </a:moveTo>
                <a:cubicBezTo>
                  <a:pt x="8947885" y="2239536"/>
                  <a:pt x="8942948" y="2241595"/>
                  <a:pt x="8939426" y="2245713"/>
                </a:cubicBezTo>
                <a:cubicBezTo>
                  <a:pt x="8935904" y="2249830"/>
                  <a:pt x="8934143" y="2256007"/>
                  <a:pt x="8934143" y="2264242"/>
                </a:cubicBezTo>
                <a:lnTo>
                  <a:pt x="8934143" y="2440454"/>
                </a:lnTo>
                <a:cubicBezTo>
                  <a:pt x="8934143" y="2456925"/>
                  <a:pt x="8940840" y="2465160"/>
                  <a:pt x="8954235" y="2465160"/>
                </a:cubicBezTo>
                <a:cubicBezTo>
                  <a:pt x="8960684" y="2465160"/>
                  <a:pt x="8965719" y="2463052"/>
                  <a:pt x="8969341" y="2458835"/>
                </a:cubicBezTo>
                <a:cubicBezTo>
                  <a:pt x="8972962" y="2454618"/>
                  <a:pt x="8974773" y="2448491"/>
                  <a:pt x="8974773" y="2440454"/>
                </a:cubicBezTo>
                <a:lnTo>
                  <a:pt x="8974773" y="2386728"/>
                </a:lnTo>
                <a:cubicBezTo>
                  <a:pt x="8974773" y="2371249"/>
                  <a:pt x="8975864" y="2360484"/>
                  <a:pt x="8978047" y="2354432"/>
                </a:cubicBezTo>
                <a:cubicBezTo>
                  <a:pt x="8980924" y="2347288"/>
                  <a:pt x="8985265" y="2341657"/>
                  <a:pt x="8991070" y="2337540"/>
                </a:cubicBezTo>
                <a:cubicBezTo>
                  <a:pt x="8996874" y="2333422"/>
                  <a:pt x="9003397" y="2331363"/>
                  <a:pt x="9010640" y="2331363"/>
                </a:cubicBezTo>
                <a:cubicBezTo>
                  <a:pt x="9021455" y="2331363"/>
                  <a:pt x="9028797" y="2334861"/>
                  <a:pt x="9032667" y="2341856"/>
                </a:cubicBezTo>
                <a:cubicBezTo>
                  <a:pt x="9036537" y="2348851"/>
                  <a:pt x="9038471" y="2358847"/>
                  <a:pt x="9038471" y="2371845"/>
                </a:cubicBezTo>
                <a:lnTo>
                  <a:pt x="9038471" y="2440454"/>
                </a:lnTo>
                <a:cubicBezTo>
                  <a:pt x="9038471" y="2456925"/>
                  <a:pt x="9045169" y="2465160"/>
                  <a:pt x="9058563" y="2465160"/>
                </a:cubicBezTo>
                <a:cubicBezTo>
                  <a:pt x="9064715" y="2465160"/>
                  <a:pt x="9069651" y="2463076"/>
                  <a:pt x="9073372" y="2458909"/>
                </a:cubicBezTo>
                <a:cubicBezTo>
                  <a:pt x="9077092" y="2454742"/>
                  <a:pt x="9078953" y="2448590"/>
                  <a:pt x="9078953" y="2440454"/>
                </a:cubicBezTo>
                <a:lnTo>
                  <a:pt x="9078953" y="2362617"/>
                </a:lnTo>
                <a:cubicBezTo>
                  <a:pt x="9078953" y="2354779"/>
                  <a:pt x="9078457" y="2347859"/>
                  <a:pt x="9077464" y="2341856"/>
                </a:cubicBezTo>
                <a:cubicBezTo>
                  <a:pt x="9076472" y="2335853"/>
                  <a:pt x="9074537" y="2330421"/>
                  <a:pt x="9071660" y="2325559"/>
                </a:cubicBezTo>
                <a:cubicBezTo>
                  <a:pt x="9067096" y="2317225"/>
                  <a:pt x="9060820" y="2310875"/>
                  <a:pt x="9052833" y="2306509"/>
                </a:cubicBezTo>
                <a:cubicBezTo>
                  <a:pt x="9044846" y="2302144"/>
                  <a:pt x="9035693" y="2299961"/>
                  <a:pt x="9025375" y="2299961"/>
                </a:cubicBezTo>
                <a:cubicBezTo>
                  <a:pt x="9018528" y="2299961"/>
                  <a:pt x="9012129" y="2300829"/>
                  <a:pt x="9006176" y="2302565"/>
                </a:cubicBezTo>
                <a:cubicBezTo>
                  <a:pt x="9000223" y="2304302"/>
                  <a:pt x="8994790" y="2306906"/>
                  <a:pt x="8989879" y="2310379"/>
                </a:cubicBezTo>
                <a:cubicBezTo>
                  <a:pt x="8984968" y="2313851"/>
                  <a:pt x="8979932" y="2318564"/>
                  <a:pt x="8974773" y="2324517"/>
                </a:cubicBezTo>
                <a:lnTo>
                  <a:pt x="8974773" y="2264242"/>
                </a:lnTo>
                <a:cubicBezTo>
                  <a:pt x="8974773" y="2256106"/>
                  <a:pt x="8972962" y="2249954"/>
                  <a:pt x="8969341" y="2245787"/>
                </a:cubicBezTo>
                <a:cubicBezTo>
                  <a:pt x="8965719" y="2241620"/>
                  <a:pt x="8960684" y="2239536"/>
                  <a:pt x="8954235" y="2239536"/>
                </a:cubicBezTo>
                <a:close/>
                <a:moveTo>
                  <a:pt x="10476002" y="2048888"/>
                </a:moveTo>
                <a:cubicBezTo>
                  <a:pt x="10469751" y="2048888"/>
                  <a:pt x="10464493" y="2051070"/>
                  <a:pt x="10460227" y="2055436"/>
                </a:cubicBezTo>
                <a:cubicBezTo>
                  <a:pt x="10455960" y="2059802"/>
                  <a:pt x="10453827" y="2065011"/>
                  <a:pt x="10453827" y="2071063"/>
                </a:cubicBezTo>
                <a:cubicBezTo>
                  <a:pt x="10453827" y="2078207"/>
                  <a:pt x="10456059" y="2083763"/>
                  <a:pt x="10460524" y="2087732"/>
                </a:cubicBezTo>
                <a:cubicBezTo>
                  <a:pt x="10464989" y="2091701"/>
                  <a:pt x="10470297" y="2093685"/>
                  <a:pt x="10476449" y="2093685"/>
                </a:cubicBezTo>
                <a:cubicBezTo>
                  <a:pt x="10482402" y="2093685"/>
                  <a:pt x="10487586" y="2091676"/>
                  <a:pt x="10492001" y="2087657"/>
                </a:cubicBezTo>
                <a:cubicBezTo>
                  <a:pt x="10496417" y="2083639"/>
                  <a:pt x="10498624" y="2078108"/>
                  <a:pt x="10498624" y="2071063"/>
                </a:cubicBezTo>
                <a:cubicBezTo>
                  <a:pt x="10498624" y="2064912"/>
                  <a:pt x="10496417" y="2059678"/>
                  <a:pt x="10492001" y="2055362"/>
                </a:cubicBezTo>
                <a:cubicBezTo>
                  <a:pt x="10487586" y="2051046"/>
                  <a:pt x="10482253" y="2048888"/>
                  <a:pt x="10476002" y="2048888"/>
                </a:cubicBezTo>
                <a:close/>
                <a:moveTo>
                  <a:pt x="10176709" y="1958847"/>
                </a:moveTo>
                <a:cubicBezTo>
                  <a:pt x="10184249" y="1958847"/>
                  <a:pt x="10190847" y="1960955"/>
                  <a:pt x="10196503" y="1965172"/>
                </a:cubicBezTo>
                <a:cubicBezTo>
                  <a:pt x="10202159" y="1969389"/>
                  <a:pt x="10206524" y="1975367"/>
                  <a:pt x="10209600" y="1983106"/>
                </a:cubicBezTo>
                <a:cubicBezTo>
                  <a:pt x="10212676" y="1990845"/>
                  <a:pt x="10214213" y="2000072"/>
                  <a:pt x="10214213" y="2010788"/>
                </a:cubicBezTo>
                <a:cubicBezTo>
                  <a:pt x="10214213" y="2027357"/>
                  <a:pt x="10210518" y="2040082"/>
                  <a:pt x="10203126" y="2048962"/>
                </a:cubicBezTo>
                <a:cubicBezTo>
                  <a:pt x="10195734" y="2057842"/>
                  <a:pt x="10186929" y="2062282"/>
                  <a:pt x="10176709" y="2062282"/>
                </a:cubicBezTo>
                <a:cubicBezTo>
                  <a:pt x="10164703" y="2062282"/>
                  <a:pt x="10155005" y="2057941"/>
                  <a:pt x="10147613" y="2049260"/>
                </a:cubicBezTo>
                <a:cubicBezTo>
                  <a:pt x="10140221" y="2040578"/>
                  <a:pt x="10136525" y="2028151"/>
                  <a:pt x="10136525" y="2011978"/>
                </a:cubicBezTo>
                <a:cubicBezTo>
                  <a:pt x="10136525" y="2000965"/>
                  <a:pt x="10138262" y="1991465"/>
                  <a:pt x="10141734" y="1983478"/>
                </a:cubicBezTo>
                <a:cubicBezTo>
                  <a:pt x="10145207" y="1975491"/>
                  <a:pt x="10149969" y="1969389"/>
                  <a:pt x="10156022" y="1965172"/>
                </a:cubicBezTo>
                <a:cubicBezTo>
                  <a:pt x="10162074" y="1960955"/>
                  <a:pt x="10168970" y="1958847"/>
                  <a:pt x="10176709" y="1958847"/>
                </a:cubicBezTo>
                <a:close/>
                <a:moveTo>
                  <a:pt x="9881136" y="1958847"/>
                </a:moveTo>
                <a:cubicBezTo>
                  <a:pt x="9888280" y="1958847"/>
                  <a:pt x="9894853" y="1960905"/>
                  <a:pt x="9900856" y="1965023"/>
                </a:cubicBezTo>
                <a:cubicBezTo>
                  <a:pt x="9906859" y="1969141"/>
                  <a:pt x="9911621" y="1975094"/>
                  <a:pt x="9915143" y="1982882"/>
                </a:cubicBezTo>
                <a:cubicBezTo>
                  <a:pt x="9918666" y="1990671"/>
                  <a:pt x="9920427" y="1999973"/>
                  <a:pt x="9920427" y="2010788"/>
                </a:cubicBezTo>
                <a:cubicBezTo>
                  <a:pt x="9920427" y="2022297"/>
                  <a:pt x="9918666" y="2031896"/>
                  <a:pt x="9915143" y="2039586"/>
                </a:cubicBezTo>
                <a:cubicBezTo>
                  <a:pt x="9911621" y="2047275"/>
                  <a:pt x="9906908" y="2052980"/>
                  <a:pt x="9901005" y="2056701"/>
                </a:cubicBezTo>
                <a:cubicBezTo>
                  <a:pt x="9895101" y="2060422"/>
                  <a:pt x="9888578" y="2062282"/>
                  <a:pt x="9881434" y="2062282"/>
                </a:cubicBezTo>
                <a:cubicBezTo>
                  <a:pt x="9874389" y="2062282"/>
                  <a:pt x="9867891" y="2060323"/>
                  <a:pt x="9861937" y="2056403"/>
                </a:cubicBezTo>
                <a:cubicBezTo>
                  <a:pt x="9855984" y="2052484"/>
                  <a:pt x="9851296" y="2046655"/>
                  <a:pt x="9847873" y="2038916"/>
                </a:cubicBezTo>
                <a:cubicBezTo>
                  <a:pt x="9844450" y="2031177"/>
                  <a:pt x="9842739" y="2021801"/>
                  <a:pt x="9842739" y="2010788"/>
                </a:cubicBezTo>
                <a:cubicBezTo>
                  <a:pt x="9842739" y="2000370"/>
                  <a:pt x="9844351" y="1991217"/>
                  <a:pt x="9847575" y="1983329"/>
                </a:cubicBezTo>
                <a:cubicBezTo>
                  <a:pt x="9850800" y="1975441"/>
                  <a:pt x="9855339" y="1969389"/>
                  <a:pt x="9861193" y="1965172"/>
                </a:cubicBezTo>
                <a:cubicBezTo>
                  <a:pt x="9867047" y="1960955"/>
                  <a:pt x="9873695" y="1958847"/>
                  <a:pt x="9881136" y="1958847"/>
                </a:cubicBezTo>
                <a:close/>
                <a:moveTo>
                  <a:pt x="9701054" y="1956465"/>
                </a:moveTo>
                <a:cubicBezTo>
                  <a:pt x="9711671" y="1956465"/>
                  <a:pt x="9720228" y="1959913"/>
                  <a:pt x="9726727" y="1966809"/>
                </a:cubicBezTo>
                <a:cubicBezTo>
                  <a:pt x="9733226" y="1973705"/>
                  <a:pt x="9736971" y="1984098"/>
                  <a:pt x="9737963" y="1997988"/>
                </a:cubicBezTo>
                <a:lnTo>
                  <a:pt x="9664294" y="1997988"/>
                </a:lnTo>
                <a:cubicBezTo>
                  <a:pt x="9665683" y="1984296"/>
                  <a:pt x="9669627" y="1973953"/>
                  <a:pt x="9676125" y="1966958"/>
                </a:cubicBezTo>
                <a:cubicBezTo>
                  <a:pt x="9682624" y="1959963"/>
                  <a:pt x="9690934" y="1956465"/>
                  <a:pt x="9701054" y="1956465"/>
                </a:cubicBezTo>
                <a:close/>
                <a:moveTo>
                  <a:pt x="9234329" y="1956465"/>
                </a:moveTo>
                <a:cubicBezTo>
                  <a:pt x="9244946" y="1956465"/>
                  <a:pt x="9253503" y="1959913"/>
                  <a:pt x="9260002" y="1966809"/>
                </a:cubicBezTo>
                <a:cubicBezTo>
                  <a:pt x="9266501" y="1973705"/>
                  <a:pt x="9270246" y="1984098"/>
                  <a:pt x="9271239" y="1997988"/>
                </a:cubicBezTo>
                <a:lnTo>
                  <a:pt x="9197569" y="1997988"/>
                </a:lnTo>
                <a:cubicBezTo>
                  <a:pt x="9198958" y="1984296"/>
                  <a:pt x="9202902" y="1973953"/>
                  <a:pt x="9209400" y="1966958"/>
                </a:cubicBezTo>
                <a:cubicBezTo>
                  <a:pt x="9215899" y="1959963"/>
                  <a:pt x="9224209" y="1956465"/>
                  <a:pt x="9234329" y="1956465"/>
                </a:cubicBezTo>
                <a:close/>
                <a:moveTo>
                  <a:pt x="8891429" y="1956465"/>
                </a:moveTo>
                <a:cubicBezTo>
                  <a:pt x="8902046" y="1956465"/>
                  <a:pt x="8910603" y="1959913"/>
                  <a:pt x="8917102" y="1966809"/>
                </a:cubicBezTo>
                <a:cubicBezTo>
                  <a:pt x="8923601" y="1973705"/>
                  <a:pt x="8927346" y="1984098"/>
                  <a:pt x="8928339" y="1997988"/>
                </a:cubicBezTo>
                <a:lnTo>
                  <a:pt x="8854669" y="1997988"/>
                </a:lnTo>
                <a:cubicBezTo>
                  <a:pt x="8856058" y="1984296"/>
                  <a:pt x="8860002" y="1973953"/>
                  <a:pt x="8866500" y="1966958"/>
                </a:cubicBezTo>
                <a:cubicBezTo>
                  <a:pt x="8872999" y="1959963"/>
                  <a:pt x="8881309" y="1956465"/>
                  <a:pt x="8891429" y="1956465"/>
                </a:cubicBezTo>
                <a:close/>
                <a:moveTo>
                  <a:pt x="10476449" y="1928486"/>
                </a:moveTo>
                <a:cubicBezTo>
                  <a:pt x="10470198" y="1928486"/>
                  <a:pt x="10464865" y="1930420"/>
                  <a:pt x="10460450" y="1934290"/>
                </a:cubicBezTo>
                <a:cubicBezTo>
                  <a:pt x="10456034" y="1938160"/>
                  <a:pt x="10453827" y="1943617"/>
                  <a:pt x="10453827" y="1950661"/>
                </a:cubicBezTo>
                <a:cubicBezTo>
                  <a:pt x="10453827" y="1956614"/>
                  <a:pt x="10456010" y="1961823"/>
                  <a:pt x="10460375" y="1966288"/>
                </a:cubicBezTo>
                <a:cubicBezTo>
                  <a:pt x="10464741" y="1970753"/>
                  <a:pt x="10469950" y="1972985"/>
                  <a:pt x="10476002" y="1972985"/>
                </a:cubicBezTo>
                <a:cubicBezTo>
                  <a:pt x="10481558" y="1972985"/>
                  <a:pt x="10486718" y="1970654"/>
                  <a:pt x="10491480" y="1965990"/>
                </a:cubicBezTo>
                <a:cubicBezTo>
                  <a:pt x="10496243" y="1961327"/>
                  <a:pt x="10498624" y="1956217"/>
                  <a:pt x="10498624" y="1950661"/>
                </a:cubicBezTo>
                <a:cubicBezTo>
                  <a:pt x="10498624" y="1943716"/>
                  <a:pt x="10496441" y="1938284"/>
                  <a:pt x="10492076" y="1934364"/>
                </a:cubicBezTo>
                <a:cubicBezTo>
                  <a:pt x="10487710" y="1930445"/>
                  <a:pt x="10482501" y="1928486"/>
                  <a:pt x="10476449" y="1928486"/>
                </a:cubicBezTo>
                <a:close/>
                <a:moveTo>
                  <a:pt x="10293985" y="1928486"/>
                </a:moveTo>
                <a:cubicBezTo>
                  <a:pt x="10290612" y="1928486"/>
                  <a:pt x="10287363" y="1929379"/>
                  <a:pt x="10284237" y="1931165"/>
                </a:cubicBezTo>
                <a:cubicBezTo>
                  <a:pt x="10281112" y="1932951"/>
                  <a:pt x="10278656" y="1935332"/>
                  <a:pt x="10276870" y="1938308"/>
                </a:cubicBezTo>
                <a:cubicBezTo>
                  <a:pt x="10275084" y="1941285"/>
                  <a:pt x="10274191" y="1944510"/>
                  <a:pt x="10274191" y="1947982"/>
                </a:cubicBezTo>
                <a:cubicBezTo>
                  <a:pt x="10274191" y="1951256"/>
                  <a:pt x="10275729" y="1956515"/>
                  <a:pt x="10278805" y="1963758"/>
                </a:cubicBezTo>
                <a:lnTo>
                  <a:pt x="10328811" y="2089667"/>
                </a:lnTo>
                <a:lnTo>
                  <a:pt x="10325091" y="2098745"/>
                </a:lnTo>
                <a:cubicBezTo>
                  <a:pt x="10322312" y="2105393"/>
                  <a:pt x="10319857" y="2110428"/>
                  <a:pt x="10317723" y="2113851"/>
                </a:cubicBezTo>
                <a:cubicBezTo>
                  <a:pt x="10315590" y="2117274"/>
                  <a:pt x="10313184" y="2119680"/>
                  <a:pt x="10310505" y="2121069"/>
                </a:cubicBezTo>
                <a:cubicBezTo>
                  <a:pt x="10307827" y="2122458"/>
                  <a:pt x="10304155" y="2123153"/>
                  <a:pt x="10299492" y="2123153"/>
                </a:cubicBezTo>
                <a:cubicBezTo>
                  <a:pt x="10297607" y="2123153"/>
                  <a:pt x="10295375" y="2122855"/>
                  <a:pt x="10292795" y="2122260"/>
                </a:cubicBezTo>
                <a:cubicBezTo>
                  <a:pt x="10290711" y="2121665"/>
                  <a:pt x="10288578" y="2121367"/>
                  <a:pt x="10286395" y="2121367"/>
                </a:cubicBezTo>
                <a:cubicBezTo>
                  <a:pt x="10280839" y="2121367"/>
                  <a:pt x="10276647" y="2122632"/>
                  <a:pt x="10273819" y="2125162"/>
                </a:cubicBezTo>
                <a:cubicBezTo>
                  <a:pt x="10270991" y="2127692"/>
                  <a:pt x="10269578" y="2131289"/>
                  <a:pt x="10269578" y="2135952"/>
                </a:cubicBezTo>
                <a:cubicBezTo>
                  <a:pt x="10269578" y="2142798"/>
                  <a:pt x="10272554" y="2147511"/>
                  <a:pt x="10278507" y="2150091"/>
                </a:cubicBezTo>
                <a:cubicBezTo>
                  <a:pt x="10284460" y="2152671"/>
                  <a:pt x="10293390" y="2153960"/>
                  <a:pt x="10305296" y="2153960"/>
                </a:cubicBezTo>
                <a:cubicBezTo>
                  <a:pt x="10317500" y="2153960"/>
                  <a:pt x="10327199" y="2152100"/>
                  <a:pt x="10334392" y="2148379"/>
                </a:cubicBezTo>
                <a:cubicBezTo>
                  <a:pt x="10341586" y="2144659"/>
                  <a:pt x="10347365" y="2139326"/>
                  <a:pt x="10351731" y="2132380"/>
                </a:cubicBezTo>
                <a:cubicBezTo>
                  <a:pt x="10356096" y="2125435"/>
                  <a:pt x="10360561" y="2115860"/>
                  <a:pt x="10365125" y="2103656"/>
                </a:cubicBezTo>
                <a:lnTo>
                  <a:pt x="10418108" y="1964949"/>
                </a:lnTo>
                <a:cubicBezTo>
                  <a:pt x="10419398" y="1961377"/>
                  <a:pt x="10420489" y="1957854"/>
                  <a:pt x="10421382" y="1954382"/>
                </a:cubicBezTo>
                <a:cubicBezTo>
                  <a:pt x="10422275" y="1950909"/>
                  <a:pt x="10422920" y="1948230"/>
                  <a:pt x="10423317" y="1946345"/>
                </a:cubicBezTo>
                <a:cubicBezTo>
                  <a:pt x="10423317" y="1943269"/>
                  <a:pt x="10422548" y="1940342"/>
                  <a:pt x="10421010" y="1937564"/>
                </a:cubicBezTo>
                <a:cubicBezTo>
                  <a:pt x="10419472" y="1934786"/>
                  <a:pt x="10417289" y="1932578"/>
                  <a:pt x="10414462" y="1930941"/>
                </a:cubicBezTo>
                <a:cubicBezTo>
                  <a:pt x="10411634" y="1929304"/>
                  <a:pt x="10408682" y="1928486"/>
                  <a:pt x="10405607" y="1928486"/>
                </a:cubicBezTo>
                <a:cubicBezTo>
                  <a:pt x="10401340" y="1928486"/>
                  <a:pt x="10398041" y="1929230"/>
                  <a:pt x="10395709" y="1930718"/>
                </a:cubicBezTo>
                <a:cubicBezTo>
                  <a:pt x="10393378" y="1932206"/>
                  <a:pt x="10391170" y="1935084"/>
                  <a:pt x="10389087" y="1939350"/>
                </a:cubicBezTo>
                <a:cubicBezTo>
                  <a:pt x="10387003" y="1943617"/>
                  <a:pt x="10384671" y="1949520"/>
                  <a:pt x="10382092" y="1957061"/>
                </a:cubicBezTo>
                <a:lnTo>
                  <a:pt x="10349498" y="2050078"/>
                </a:lnTo>
                <a:lnTo>
                  <a:pt x="10315119" y="1950066"/>
                </a:lnTo>
                <a:cubicBezTo>
                  <a:pt x="10312837" y="1943120"/>
                  <a:pt x="10310208" y="1937787"/>
                  <a:pt x="10307231" y="1934067"/>
                </a:cubicBezTo>
                <a:cubicBezTo>
                  <a:pt x="10304255" y="1930346"/>
                  <a:pt x="10299839" y="1928486"/>
                  <a:pt x="10293985" y="1928486"/>
                </a:cubicBezTo>
                <a:close/>
                <a:moveTo>
                  <a:pt x="9362321" y="1928486"/>
                </a:moveTo>
                <a:cubicBezTo>
                  <a:pt x="9356467" y="1928486"/>
                  <a:pt x="9351854" y="1930396"/>
                  <a:pt x="9348480" y="1934216"/>
                </a:cubicBezTo>
                <a:cubicBezTo>
                  <a:pt x="9345107" y="1938036"/>
                  <a:pt x="9343420" y="1943815"/>
                  <a:pt x="9343420" y="1951554"/>
                </a:cubicBezTo>
                <a:lnTo>
                  <a:pt x="9343420" y="2068979"/>
                </a:lnTo>
                <a:cubicBezTo>
                  <a:pt x="9343420" y="2076917"/>
                  <a:pt x="9345305" y="2083019"/>
                  <a:pt x="9349076" y="2087285"/>
                </a:cubicBezTo>
                <a:cubicBezTo>
                  <a:pt x="9352846" y="2091552"/>
                  <a:pt x="9357658" y="2093685"/>
                  <a:pt x="9363512" y="2093685"/>
                </a:cubicBezTo>
                <a:cubicBezTo>
                  <a:pt x="9369564" y="2093685"/>
                  <a:pt x="9374500" y="2091626"/>
                  <a:pt x="9378320" y="2087509"/>
                </a:cubicBezTo>
                <a:cubicBezTo>
                  <a:pt x="9382140" y="2083391"/>
                  <a:pt x="9384050" y="2077215"/>
                  <a:pt x="9384050" y="2068979"/>
                </a:cubicBezTo>
                <a:lnTo>
                  <a:pt x="9384050" y="2018080"/>
                </a:lnTo>
                <a:cubicBezTo>
                  <a:pt x="9384050" y="2001511"/>
                  <a:pt x="9385042" y="1990200"/>
                  <a:pt x="9387027" y="1984147"/>
                </a:cubicBezTo>
                <a:cubicBezTo>
                  <a:pt x="9389805" y="1976607"/>
                  <a:pt x="9394171" y="1970679"/>
                  <a:pt x="9400124" y="1966362"/>
                </a:cubicBezTo>
                <a:cubicBezTo>
                  <a:pt x="9406077" y="1962046"/>
                  <a:pt x="9412675" y="1959888"/>
                  <a:pt x="9419918" y="1959888"/>
                </a:cubicBezTo>
                <a:cubicBezTo>
                  <a:pt x="9431030" y="1959888"/>
                  <a:pt x="9438447" y="1963436"/>
                  <a:pt x="9442168" y="1970530"/>
                </a:cubicBezTo>
                <a:cubicBezTo>
                  <a:pt x="9445888" y="1977624"/>
                  <a:pt x="9447749" y="1987868"/>
                  <a:pt x="9447749" y="2001263"/>
                </a:cubicBezTo>
                <a:lnTo>
                  <a:pt x="9447749" y="2068979"/>
                </a:lnTo>
                <a:cubicBezTo>
                  <a:pt x="9447749" y="2076917"/>
                  <a:pt x="9449634" y="2083019"/>
                  <a:pt x="9453404" y="2087285"/>
                </a:cubicBezTo>
                <a:cubicBezTo>
                  <a:pt x="9457175" y="2091552"/>
                  <a:pt x="9462086" y="2093685"/>
                  <a:pt x="9468138" y="2093685"/>
                </a:cubicBezTo>
                <a:cubicBezTo>
                  <a:pt x="9474091" y="2093685"/>
                  <a:pt x="9478928" y="2091601"/>
                  <a:pt x="9482649" y="2087434"/>
                </a:cubicBezTo>
                <a:cubicBezTo>
                  <a:pt x="9486369" y="2083267"/>
                  <a:pt x="9488230" y="2077115"/>
                  <a:pt x="9488230" y="2068979"/>
                </a:cubicBezTo>
                <a:lnTo>
                  <a:pt x="9488230" y="1993375"/>
                </a:lnTo>
                <a:cubicBezTo>
                  <a:pt x="9488230" y="1984445"/>
                  <a:pt x="9487833" y="1977103"/>
                  <a:pt x="9487039" y="1971348"/>
                </a:cubicBezTo>
                <a:cubicBezTo>
                  <a:pt x="9486245" y="1965594"/>
                  <a:pt x="9484509" y="1960236"/>
                  <a:pt x="9481830" y="1955275"/>
                </a:cubicBezTo>
                <a:cubicBezTo>
                  <a:pt x="9477663" y="1946742"/>
                  <a:pt x="9471363" y="1940144"/>
                  <a:pt x="9462929" y="1935481"/>
                </a:cubicBezTo>
                <a:cubicBezTo>
                  <a:pt x="9454495" y="1930817"/>
                  <a:pt x="9444921" y="1928486"/>
                  <a:pt x="9434205" y="1928486"/>
                </a:cubicBezTo>
                <a:cubicBezTo>
                  <a:pt x="9423192" y="1928486"/>
                  <a:pt x="9413444" y="1930693"/>
                  <a:pt x="9404961" y="1935109"/>
                </a:cubicBezTo>
                <a:cubicBezTo>
                  <a:pt x="9396477" y="1939524"/>
                  <a:pt x="9388664" y="1946444"/>
                  <a:pt x="9381520" y="1955870"/>
                </a:cubicBezTo>
                <a:lnTo>
                  <a:pt x="9381520" y="1950959"/>
                </a:lnTo>
                <a:cubicBezTo>
                  <a:pt x="9381520" y="1946097"/>
                  <a:pt x="9380652" y="1941979"/>
                  <a:pt x="9378916" y="1938606"/>
                </a:cubicBezTo>
                <a:cubicBezTo>
                  <a:pt x="9377179" y="1935233"/>
                  <a:pt x="9374873" y="1932703"/>
                  <a:pt x="9371995" y="1931016"/>
                </a:cubicBezTo>
                <a:cubicBezTo>
                  <a:pt x="9369118" y="1929329"/>
                  <a:pt x="9365893" y="1928486"/>
                  <a:pt x="9362321" y="1928486"/>
                </a:cubicBezTo>
                <a:close/>
                <a:moveTo>
                  <a:pt x="9058117" y="1928486"/>
                </a:moveTo>
                <a:cubicBezTo>
                  <a:pt x="9044722" y="1928486"/>
                  <a:pt x="9033287" y="1930644"/>
                  <a:pt x="9023812" y="1934960"/>
                </a:cubicBezTo>
                <a:cubicBezTo>
                  <a:pt x="9014336" y="1939276"/>
                  <a:pt x="9007168" y="1945055"/>
                  <a:pt x="9002306" y="1952298"/>
                </a:cubicBezTo>
                <a:cubicBezTo>
                  <a:pt x="8997444" y="1959541"/>
                  <a:pt x="8995014" y="1967231"/>
                  <a:pt x="8995014" y="1975367"/>
                </a:cubicBezTo>
                <a:cubicBezTo>
                  <a:pt x="8995014" y="1984495"/>
                  <a:pt x="8997643" y="1992184"/>
                  <a:pt x="9002901" y="1998435"/>
                </a:cubicBezTo>
                <a:cubicBezTo>
                  <a:pt x="9008160" y="2004686"/>
                  <a:pt x="9015180" y="2009721"/>
                  <a:pt x="9023961" y="2013541"/>
                </a:cubicBezTo>
                <a:cubicBezTo>
                  <a:pt x="9032741" y="2017361"/>
                  <a:pt x="9044127" y="2021007"/>
                  <a:pt x="9058117" y="2024480"/>
                </a:cubicBezTo>
                <a:cubicBezTo>
                  <a:pt x="9070519" y="2027456"/>
                  <a:pt x="9079424" y="2030582"/>
                  <a:pt x="9084831" y="2033856"/>
                </a:cubicBezTo>
                <a:cubicBezTo>
                  <a:pt x="9090239" y="2037130"/>
                  <a:pt x="9092942" y="2042339"/>
                  <a:pt x="9092942" y="2049483"/>
                </a:cubicBezTo>
                <a:cubicBezTo>
                  <a:pt x="9092942" y="2054146"/>
                  <a:pt x="9090338" y="2058289"/>
                  <a:pt x="9085129" y="2061910"/>
                </a:cubicBezTo>
                <a:cubicBezTo>
                  <a:pt x="9079920" y="2065532"/>
                  <a:pt x="9073247" y="2067342"/>
                  <a:pt x="9065112" y="2067342"/>
                </a:cubicBezTo>
                <a:cubicBezTo>
                  <a:pt x="9055091" y="2067342"/>
                  <a:pt x="9047178" y="2065556"/>
                  <a:pt x="9041373" y="2061985"/>
                </a:cubicBezTo>
                <a:cubicBezTo>
                  <a:pt x="9035569" y="2058413"/>
                  <a:pt x="9030583" y="2053005"/>
                  <a:pt x="9026416" y="2045762"/>
                </a:cubicBezTo>
                <a:cubicBezTo>
                  <a:pt x="9024333" y="2041992"/>
                  <a:pt x="9022150" y="2039065"/>
                  <a:pt x="9019868" y="2036981"/>
                </a:cubicBezTo>
                <a:cubicBezTo>
                  <a:pt x="9017586" y="2034898"/>
                  <a:pt x="9014312" y="2033856"/>
                  <a:pt x="9010045" y="2033856"/>
                </a:cubicBezTo>
                <a:cubicBezTo>
                  <a:pt x="9005183" y="2033856"/>
                  <a:pt x="9001165" y="2035444"/>
                  <a:pt x="8997990" y="2038619"/>
                </a:cubicBezTo>
                <a:cubicBezTo>
                  <a:pt x="8994815" y="2041794"/>
                  <a:pt x="8993228" y="2045613"/>
                  <a:pt x="8993228" y="2050078"/>
                </a:cubicBezTo>
                <a:cubicBezTo>
                  <a:pt x="8993228" y="2056825"/>
                  <a:pt x="8995708" y="2063547"/>
                  <a:pt x="9000669" y="2070245"/>
                </a:cubicBezTo>
                <a:cubicBezTo>
                  <a:pt x="9005630" y="2076942"/>
                  <a:pt x="9013319" y="2082523"/>
                  <a:pt x="9023737" y="2086988"/>
                </a:cubicBezTo>
                <a:cubicBezTo>
                  <a:pt x="9034155" y="2091453"/>
                  <a:pt x="9046657" y="2093685"/>
                  <a:pt x="9061242" y="2093685"/>
                </a:cubicBezTo>
                <a:cubicBezTo>
                  <a:pt x="9076522" y="2093685"/>
                  <a:pt x="9089495" y="2091626"/>
                  <a:pt x="9100161" y="2087509"/>
                </a:cubicBezTo>
                <a:cubicBezTo>
                  <a:pt x="9110827" y="2083391"/>
                  <a:pt x="9118888" y="2077339"/>
                  <a:pt x="9124345" y="2069352"/>
                </a:cubicBezTo>
                <a:cubicBezTo>
                  <a:pt x="9129802" y="2061364"/>
                  <a:pt x="9132531" y="2051765"/>
                  <a:pt x="9132531" y="2040553"/>
                </a:cubicBezTo>
                <a:cubicBezTo>
                  <a:pt x="9132531" y="2033112"/>
                  <a:pt x="9130472" y="2026489"/>
                  <a:pt x="9126354" y="2020685"/>
                </a:cubicBezTo>
                <a:cubicBezTo>
                  <a:pt x="9122237" y="2014880"/>
                  <a:pt x="9116184" y="2009845"/>
                  <a:pt x="9108197" y="2005579"/>
                </a:cubicBezTo>
                <a:cubicBezTo>
                  <a:pt x="9100210" y="2001312"/>
                  <a:pt x="9089916" y="1997641"/>
                  <a:pt x="9077315" y="1994565"/>
                </a:cubicBezTo>
                <a:cubicBezTo>
                  <a:pt x="9066699" y="1991986"/>
                  <a:pt x="9058365" y="1989803"/>
                  <a:pt x="9052312" y="1988017"/>
                </a:cubicBezTo>
                <a:cubicBezTo>
                  <a:pt x="9046260" y="1986231"/>
                  <a:pt x="9041448" y="1983974"/>
                  <a:pt x="9037876" y="1981245"/>
                </a:cubicBezTo>
                <a:cubicBezTo>
                  <a:pt x="9034304" y="1978517"/>
                  <a:pt x="9032518" y="1975019"/>
                  <a:pt x="9032518" y="1970753"/>
                </a:cubicBezTo>
                <a:cubicBezTo>
                  <a:pt x="9032518" y="1966090"/>
                  <a:pt x="9034949" y="1962195"/>
                  <a:pt x="9039811" y="1959070"/>
                </a:cubicBezTo>
                <a:cubicBezTo>
                  <a:pt x="9044673" y="1955945"/>
                  <a:pt x="9050775" y="1954382"/>
                  <a:pt x="9058117" y="1954382"/>
                </a:cubicBezTo>
                <a:cubicBezTo>
                  <a:pt x="9065260" y="1954382"/>
                  <a:pt x="9070916" y="1955572"/>
                  <a:pt x="9075083" y="1957954"/>
                </a:cubicBezTo>
                <a:cubicBezTo>
                  <a:pt x="9079250" y="1960335"/>
                  <a:pt x="9082872" y="1963510"/>
                  <a:pt x="9085948" y="1967479"/>
                </a:cubicBezTo>
                <a:cubicBezTo>
                  <a:pt x="9089718" y="1972241"/>
                  <a:pt x="9093066" y="1975813"/>
                  <a:pt x="9095993" y="1978194"/>
                </a:cubicBezTo>
                <a:cubicBezTo>
                  <a:pt x="9098920" y="1980576"/>
                  <a:pt x="9102467" y="1981766"/>
                  <a:pt x="9106635" y="1981766"/>
                </a:cubicBezTo>
                <a:cubicBezTo>
                  <a:pt x="9112389" y="1981766"/>
                  <a:pt x="9116829" y="1980278"/>
                  <a:pt x="9119955" y="1977301"/>
                </a:cubicBezTo>
                <a:cubicBezTo>
                  <a:pt x="9123080" y="1974325"/>
                  <a:pt x="9124643" y="1970505"/>
                  <a:pt x="9124643" y="1965842"/>
                </a:cubicBezTo>
                <a:cubicBezTo>
                  <a:pt x="9124643" y="1961575"/>
                  <a:pt x="9123179" y="1957210"/>
                  <a:pt x="9120252" y="1952745"/>
                </a:cubicBezTo>
                <a:cubicBezTo>
                  <a:pt x="9117325" y="1948280"/>
                  <a:pt x="9113059" y="1944212"/>
                  <a:pt x="9107453" y="1940541"/>
                </a:cubicBezTo>
                <a:cubicBezTo>
                  <a:pt x="9101847" y="1936870"/>
                  <a:pt x="9094852" y="1933943"/>
                  <a:pt x="9086468" y="1931760"/>
                </a:cubicBezTo>
                <a:cubicBezTo>
                  <a:pt x="9078084" y="1929577"/>
                  <a:pt x="9068634" y="1928486"/>
                  <a:pt x="9058117" y="1928486"/>
                </a:cubicBezTo>
                <a:close/>
                <a:moveTo>
                  <a:pt x="8716407" y="1928486"/>
                </a:moveTo>
                <a:cubicBezTo>
                  <a:pt x="8703211" y="1928486"/>
                  <a:pt x="8696613" y="1937614"/>
                  <a:pt x="8696613" y="1955870"/>
                </a:cubicBezTo>
                <a:lnTo>
                  <a:pt x="8696613" y="2068979"/>
                </a:lnTo>
                <a:cubicBezTo>
                  <a:pt x="8696613" y="2077115"/>
                  <a:pt x="8698498" y="2083267"/>
                  <a:pt x="8702269" y="2087434"/>
                </a:cubicBezTo>
                <a:cubicBezTo>
                  <a:pt x="8706039" y="2091601"/>
                  <a:pt x="8710851" y="2093685"/>
                  <a:pt x="8716705" y="2093685"/>
                </a:cubicBezTo>
                <a:cubicBezTo>
                  <a:pt x="8722658" y="2093685"/>
                  <a:pt x="8727569" y="2091626"/>
                  <a:pt x="8731439" y="2087509"/>
                </a:cubicBezTo>
                <a:cubicBezTo>
                  <a:pt x="8735308" y="2083391"/>
                  <a:pt x="8737243" y="2077215"/>
                  <a:pt x="8737243" y="2068979"/>
                </a:cubicBezTo>
                <a:lnTo>
                  <a:pt x="8737243" y="2035047"/>
                </a:lnTo>
                <a:cubicBezTo>
                  <a:pt x="8737243" y="2022843"/>
                  <a:pt x="8737640" y="2012499"/>
                  <a:pt x="8738434" y="2004016"/>
                </a:cubicBezTo>
                <a:cubicBezTo>
                  <a:pt x="8739228" y="1995533"/>
                  <a:pt x="8740666" y="1988215"/>
                  <a:pt x="8742750" y="1982064"/>
                </a:cubicBezTo>
                <a:cubicBezTo>
                  <a:pt x="8744833" y="1975912"/>
                  <a:pt x="8747760" y="1971274"/>
                  <a:pt x="8751531" y="1968148"/>
                </a:cubicBezTo>
                <a:cubicBezTo>
                  <a:pt x="8755301" y="1965023"/>
                  <a:pt x="8760163" y="1963460"/>
                  <a:pt x="8766116" y="1963460"/>
                </a:cubicBezTo>
                <a:cubicBezTo>
                  <a:pt x="8770481" y="1963460"/>
                  <a:pt x="8775517" y="1964378"/>
                  <a:pt x="8781222" y="1966214"/>
                </a:cubicBezTo>
                <a:cubicBezTo>
                  <a:pt x="8786927" y="1968049"/>
                  <a:pt x="8790524" y="1968967"/>
                  <a:pt x="8792012" y="1968967"/>
                </a:cubicBezTo>
                <a:cubicBezTo>
                  <a:pt x="8795981" y="1968967"/>
                  <a:pt x="8799677" y="1967355"/>
                  <a:pt x="8803100" y="1964130"/>
                </a:cubicBezTo>
                <a:cubicBezTo>
                  <a:pt x="8806523" y="1960905"/>
                  <a:pt x="8808234" y="1956813"/>
                  <a:pt x="8808234" y="1951852"/>
                </a:cubicBezTo>
                <a:cubicBezTo>
                  <a:pt x="8808234" y="1944807"/>
                  <a:pt x="8804216" y="1939152"/>
                  <a:pt x="8796179" y="1934885"/>
                </a:cubicBezTo>
                <a:cubicBezTo>
                  <a:pt x="8788142" y="1930619"/>
                  <a:pt x="8779858" y="1928486"/>
                  <a:pt x="8771325" y="1928486"/>
                </a:cubicBezTo>
                <a:cubicBezTo>
                  <a:pt x="8762792" y="1928486"/>
                  <a:pt x="8755971" y="1930619"/>
                  <a:pt x="8750861" y="1934885"/>
                </a:cubicBezTo>
                <a:cubicBezTo>
                  <a:pt x="8745751" y="1939152"/>
                  <a:pt x="8740765" y="1945452"/>
                  <a:pt x="8735904" y="1953787"/>
                </a:cubicBezTo>
                <a:cubicBezTo>
                  <a:pt x="8735606" y="1945452"/>
                  <a:pt x="8733969" y="1939152"/>
                  <a:pt x="8730992" y="1934885"/>
                </a:cubicBezTo>
                <a:cubicBezTo>
                  <a:pt x="8728016" y="1930619"/>
                  <a:pt x="8723154" y="1928486"/>
                  <a:pt x="8716407" y="1928486"/>
                </a:cubicBezTo>
                <a:close/>
                <a:moveTo>
                  <a:pt x="9702394" y="1928188"/>
                </a:moveTo>
                <a:cubicBezTo>
                  <a:pt x="9690190" y="1928188"/>
                  <a:pt x="9679077" y="1930148"/>
                  <a:pt x="9669056" y="1934067"/>
                </a:cubicBezTo>
                <a:cubicBezTo>
                  <a:pt x="9659035" y="1937986"/>
                  <a:pt x="9650601" y="1943617"/>
                  <a:pt x="9643755" y="1950959"/>
                </a:cubicBezTo>
                <a:cubicBezTo>
                  <a:pt x="9636909" y="1958301"/>
                  <a:pt x="9631700" y="1967107"/>
                  <a:pt x="9628128" y="1977376"/>
                </a:cubicBezTo>
                <a:cubicBezTo>
                  <a:pt x="9624557" y="1987645"/>
                  <a:pt x="9622771" y="1998782"/>
                  <a:pt x="9622771" y="2010788"/>
                </a:cubicBezTo>
                <a:cubicBezTo>
                  <a:pt x="9622771" y="2036287"/>
                  <a:pt x="9630013" y="2056478"/>
                  <a:pt x="9644499" y="2071361"/>
                </a:cubicBezTo>
                <a:cubicBezTo>
                  <a:pt x="9658985" y="2086244"/>
                  <a:pt x="9679276" y="2093685"/>
                  <a:pt x="9705370" y="2093685"/>
                </a:cubicBezTo>
                <a:cubicBezTo>
                  <a:pt x="9716780" y="2093685"/>
                  <a:pt x="9726876" y="2092197"/>
                  <a:pt x="9735657" y="2089220"/>
                </a:cubicBezTo>
                <a:cubicBezTo>
                  <a:pt x="9744438" y="2086244"/>
                  <a:pt x="9751730" y="2082498"/>
                  <a:pt x="9757535" y="2077984"/>
                </a:cubicBezTo>
                <a:cubicBezTo>
                  <a:pt x="9763339" y="2073469"/>
                  <a:pt x="9767680" y="2068756"/>
                  <a:pt x="9770557" y="2063845"/>
                </a:cubicBezTo>
                <a:cubicBezTo>
                  <a:pt x="9773434" y="2058934"/>
                  <a:pt x="9774873" y="2054642"/>
                  <a:pt x="9774873" y="2050971"/>
                </a:cubicBezTo>
                <a:cubicBezTo>
                  <a:pt x="9774873" y="2046804"/>
                  <a:pt x="9773583" y="2043579"/>
                  <a:pt x="9771003" y="2041297"/>
                </a:cubicBezTo>
                <a:cubicBezTo>
                  <a:pt x="9768424" y="2039015"/>
                  <a:pt x="9765050" y="2037874"/>
                  <a:pt x="9760883" y="2037874"/>
                </a:cubicBezTo>
                <a:cubicBezTo>
                  <a:pt x="9757013" y="2037874"/>
                  <a:pt x="9754037" y="2038767"/>
                  <a:pt x="9751953" y="2040553"/>
                </a:cubicBezTo>
                <a:cubicBezTo>
                  <a:pt x="9746893" y="2045316"/>
                  <a:pt x="9742776" y="2049086"/>
                  <a:pt x="9739601" y="2051864"/>
                </a:cubicBezTo>
                <a:cubicBezTo>
                  <a:pt x="9736426" y="2054642"/>
                  <a:pt x="9732953" y="2057247"/>
                  <a:pt x="9729183" y="2059678"/>
                </a:cubicBezTo>
                <a:cubicBezTo>
                  <a:pt x="9725412" y="2062109"/>
                  <a:pt x="9721518" y="2063895"/>
                  <a:pt x="9717500" y="2065036"/>
                </a:cubicBezTo>
                <a:cubicBezTo>
                  <a:pt x="9713481" y="2066177"/>
                  <a:pt x="9709041" y="2066747"/>
                  <a:pt x="9704180" y="2066747"/>
                </a:cubicBezTo>
                <a:cubicBezTo>
                  <a:pt x="9696937" y="2066747"/>
                  <a:pt x="9690314" y="2064961"/>
                  <a:pt x="9684311" y="2061389"/>
                </a:cubicBezTo>
                <a:cubicBezTo>
                  <a:pt x="9678308" y="2057817"/>
                  <a:pt x="9673496" y="2052509"/>
                  <a:pt x="9669875" y="2045465"/>
                </a:cubicBezTo>
                <a:cubicBezTo>
                  <a:pt x="9666253" y="2038420"/>
                  <a:pt x="9664393" y="2030284"/>
                  <a:pt x="9664294" y="2021057"/>
                </a:cubicBezTo>
                <a:lnTo>
                  <a:pt x="9743768" y="2021057"/>
                </a:lnTo>
                <a:cubicBezTo>
                  <a:pt x="9754384" y="2021057"/>
                  <a:pt x="9762619" y="2019544"/>
                  <a:pt x="9768473" y="2016518"/>
                </a:cubicBezTo>
                <a:cubicBezTo>
                  <a:pt x="9774327" y="2013491"/>
                  <a:pt x="9777254" y="2006869"/>
                  <a:pt x="9777254" y="1996649"/>
                </a:cubicBezTo>
                <a:cubicBezTo>
                  <a:pt x="9777254" y="1985636"/>
                  <a:pt x="9774427" y="1974821"/>
                  <a:pt x="9768771" y="1964204"/>
                </a:cubicBezTo>
                <a:cubicBezTo>
                  <a:pt x="9763115" y="1953588"/>
                  <a:pt x="9754607" y="1944931"/>
                  <a:pt x="9743247" y="1938234"/>
                </a:cubicBezTo>
                <a:cubicBezTo>
                  <a:pt x="9731887" y="1931537"/>
                  <a:pt x="9718269" y="1928188"/>
                  <a:pt x="9702394" y="1928188"/>
                </a:cubicBezTo>
                <a:close/>
                <a:moveTo>
                  <a:pt x="9235669" y="1928188"/>
                </a:moveTo>
                <a:cubicBezTo>
                  <a:pt x="9223465" y="1928188"/>
                  <a:pt x="9212352" y="1930148"/>
                  <a:pt x="9202331" y="1934067"/>
                </a:cubicBezTo>
                <a:cubicBezTo>
                  <a:pt x="9192310" y="1937986"/>
                  <a:pt x="9183876" y="1943617"/>
                  <a:pt x="9177030" y="1950959"/>
                </a:cubicBezTo>
                <a:cubicBezTo>
                  <a:pt x="9170184" y="1958301"/>
                  <a:pt x="9164975" y="1967107"/>
                  <a:pt x="9161403" y="1977376"/>
                </a:cubicBezTo>
                <a:cubicBezTo>
                  <a:pt x="9157831" y="1987645"/>
                  <a:pt x="9156045" y="1998782"/>
                  <a:pt x="9156045" y="2010788"/>
                </a:cubicBezTo>
                <a:cubicBezTo>
                  <a:pt x="9156045" y="2036287"/>
                  <a:pt x="9163288" y="2056478"/>
                  <a:pt x="9177774" y="2071361"/>
                </a:cubicBezTo>
                <a:cubicBezTo>
                  <a:pt x="9192260" y="2086244"/>
                  <a:pt x="9212551" y="2093685"/>
                  <a:pt x="9238645" y="2093685"/>
                </a:cubicBezTo>
                <a:cubicBezTo>
                  <a:pt x="9250055" y="2093685"/>
                  <a:pt x="9260151" y="2092197"/>
                  <a:pt x="9268932" y="2089220"/>
                </a:cubicBezTo>
                <a:cubicBezTo>
                  <a:pt x="9277713" y="2086244"/>
                  <a:pt x="9285005" y="2082498"/>
                  <a:pt x="9290809" y="2077984"/>
                </a:cubicBezTo>
                <a:cubicBezTo>
                  <a:pt x="9296614" y="2073469"/>
                  <a:pt x="9300955" y="2068756"/>
                  <a:pt x="9303832" y="2063845"/>
                </a:cubicBezTo>
                <a:cubicBezTo>
                  <a:pt x="9306709" y="2058934"/>
                  <a:pt x="9308148" y="2054642"/>
                  <a:pt x="9308148" y="2050971"/>
                </a:cubicBezTo>
                <a:cubicBezTo>
                  <a:pt x="9308148" y="2046804"/>
                  <a:pt x="9306858" y="2043579"/>
                  <a:pt x="9304278" y="2041297"/>
                </a:cubicBezTo>
                <a:cubicBezTo>
                  <a:pt x="9301699" y="2039015"/>
                  <a:pt x="9298325" y="2037874"/>
                  <a:pt x="9294158" y="2037874"/>
                </a:cubicBezTo>
                <a:cubicBezTo>
                  <a:pt x="9290289" y="2037874"/>
                  <a:pt x="9287312" y="2038767"/>
                  <a:pt x="9285228" y="2040553"/>
                </a:cubicBezTo>
                <a:cubicBezTo>
                  <a:pt x="9280168" y="2045316"/>
                  <a:pt x="9276051" y="2049086"/>
                  <a:pt x="9272876" y="2051864"/>
                </a:cubicBezTo>
                <a:cubicBezTo>
                  <a:pt x="9269701" y="2054642"/>
                  <a:pt x="9266228" y="2057247"/>
                  <a:pt x="9262458" y="2059678"/>
                </a:cubicBezTo>
                <a:cubicBezTo>
                  <a:pt x="9258687" y="2062109"/>
                  <a:pt x="9254793" y="2063895"/>
                  <a:pt x="9250775" y="2065036"/>
                </a:cubicBezTo>
                <a:cubicBezTo>
                  <a:pt x="9246756" y="2066177"/>
                  <a:pt x="9242316" y="2066747"/>
                  <a:pt x="9237455" y="2066747"/>
                </a:cubicBezTo>
                <a:cubicBezTo>
                  <a:pt x="9230212" y="2066747"/>
                  <a:pt x="9223589" y="2064961"/>
                  <a:pt x="9217586" y="2061389"/>
                </a:cubicBezTo>
                <a:cubicBezTo>
                  <a:pt x="9211583" y="2057817"/>
                  <a:pt x="9206771" y="2052509"/>
                  <a:pt x="9203150" y="2045465"/>
                </a:cubicBezTo>
                <a:cubicBezTo>
                  <a:pt x="9199528" y="2038420"/>
                  <a:pt x="9197668" y="2030284"/>
                  <a:pt x="9197569" y="2021057"/>
                </a:cubicBezTo>
                <a:lnTo>
                  <a:pt x="9277043" y="2021057"/>
                </a:lnTo>
                <a:cubicBezTo>
                  <a:pt x="9287659" y="2021057"/>
                  <a:pt x="9295894" y="2019544"/>
                  <a:pt x="9301748" y="2016518"/>
                </a:cubicBezTo>
                <a:cubicBezTo>
                  <a:pt x="9307602" y="2013491"/>
                  <a:pt x="9310529" y="2006869"/>
                  <a:pt x="9310529" y="1996649"/>
                </a:cubicBezTo>
                <a:cubicBezTo>
                  <a:pt x="9310529" y="1985636"/>
                  <a:pt x="9307701" y="1974821"/>
                  <a:pt x="9302046" y="1964204"/>
                </a:cubicBezTo>
                <a:cubicBezTo>
                  <a:pt x="9296391" y="1953588"/>
                  <a:pt x="9287882" y="1944931"/>
                  <a:pt x="9276522" y="1938234"/>
                </a:cubicBezTo>
                <a:cubicBezTo>
                  <a:pt x="9265161" y="1931537"/>
                  <a:pt x="9251544" y="1928188"/>
                  <a:pt x="9235669" y="1928188"/>
                </a:cubicBezTo>
                <a:close/>
                <a:moveTo>
                  <a:pt x="8892769" y="1928188"/>
                </a:moveTo>
                <a:cubicBezTo>
                  <a:pt x="8880565" y="1928188"/>
                  <a:pt x="8869452" y="1930148"/>
                  <a:pt x="8859431" y="1934067"/>
                </a:cubicBezTo>
                <a:cubicBezTo>
                  <a:pt x="8849410" y="1937986"/>
                  <a:pt x="8840976" y="1943617"/>
                  <a:pt x="8834130" y="1950959"/>
                </a:cubicBezTo>
                <a:cubicBezTo>
                  <a:pt x="8827284" y="1958301"/>
                  <a:pt x="8822075" y="1967107"/>
                  <a:pt x="8818503" y="1977376"/>
                </a:cubicBezTo>
                <a:cubicBezTo>
                  <a:pt x="8814931" y="1987645"/>
                  <a:pt x="8813146" y="1998782"/>
                  <a:pt x="8813146" y="2010788"/>
                </a:cubicBezTo>
                <a:cubicBezTo>
                  <a:pt x="8813146" y="2036287"/>
                  <a:pt x="8820389" y="2056478"/>
                  <a:pt x="8834874" y="2071361"/>
                </a:cubicBezTo>
                <a:cubicBezTo>
                  <a:pt x="8849360" y="2086244"/>
                  <a:pt x="8869651" y="2093685"/>
                  <a:pt x="8895745" y="2093685"/>
                </a:cubicBezTo>
                <a:cubicBezTo>
                  <a:pt x="8907155" y="2093685"/>
                  <a:pt x="8917251" y="2092197"/>
                  <a:pt x="8926032" y="2089220"/>
                </a:cubicBezTo>
                <a:cubicBezTo>
                  <a:pt x="8934813" y="2086244"/>
                  <a:pt x="8942105" y="2082498"/>
                  <a:pt x="8947909" y="2077984"/>
                </a:cubicBezTo>
                <a:cubicBezTo>
                  <a:pt x="8953714" y="2073469"/>
                  <a:pt x="8958055" y="2068756"/>
                  <a:pt x="8960932" y="2063845"/>
                </a:cubicBezTo>
                <a:cubicBezTo>
                  <a:pt x="8963809" y="2058934"/>
                  <a:pt x="8965248" y="2054642"/>
                  <a:pt x="8965248" y="2050971"/>
                </a:cubicBezTo>
                <a:cubicBezTo>
                  <a:pt x="8965248" y="2046804"/>
                  <a:pt x="8963958" y="2043579"/>
                  <a:pt x="8961378" y="2041297"/>
                </a:cubicBezTo>
                <a:cubicBezTo>
                  <a:pt x="8958799" y="2039015"/>
                  <a:pt x="8955425" y="2037874"/>
                  <a:pt x="8951258" y="2037874"/>
                </a:cubicBezTo>
                <a:cubicBezTo>
                  <a:pt x="8947389" y="2037874"/>
                  <a:pt x="8944412" y="2038767"/>
                  <a:pt x="8942328" y="2040553"/>
                </a:cubicBezTo>
                <a:cubicBezTo>
                  <a:pt x="8937268" y="2045316"/>
                  <a:pt x="8933151" y="2049086"/>
                  <a:pt x="8929976" y="2051864"/>
                </a:cubicBezTo>
                <a:cubicBezTo>
                  <a:pt x="8926801" y="2054642"/>
                  <a:pt x="8923328" y="2057247"/>
                  <a:pt x="8919558" y="2059678"/>
                </a:cubicBezTo>
                <a:cubicBezTo>
                  <a:pt x="8915787" y="2062109"/>
                  <a:pt x="8911893" y="2063895"/>
                  <a:pt x="8907875" y="2065036"/>
                </a:cubicBezTo>
                <a:cubicBezTo>
                  <a:pt x="8903856" y="2066177"/>
                  <a:pt x="8899416" y="2066747"/>
                  <a:pt x="8894555" y="2066747"/>
                </a:cubicBezTo>
                <a:cubicBezTo>
                  <a:pt x="8887312" y="2066747"/>
                  <a:pt x="8880689" y="2064961"/>
                  <a:pt x="8874686" y="2061389"/>
                </a:cubicBezTo>
                <a:cubicBezTo>
                  <a:pt x="8868683" y="2057817"/>
                  <a:pt x="8863871" y="2052509"/>
                  <a:pt x="8860250" y="2045465"/>
                </a:cubicBezTo>
                <a:cubicBezTo>
                  <a:pt x="8856628" y="2038420"/>
                  <a:pt x="8854768" y="2030284"/>
                  <a:pt x="8854669" y="2021057"/>
                </a:cubicBezTo>
                <a:lnTo>
                  <a:pt x="8934143" y="2021057"/>
                </a:lnTo>
                <a:cubicBezTo>
                  <a:pt x="8944759" y="2021057"/>
                  <a:pt x="8952994" y="2019544"/>
                  <a:pt x="8958848" y="2016518"/>
                </a:cubicBezTo>
                <a:cubicBezTo>
                  <a:pt x="8964702" y="2013491"/>
                  <a:pt x="8967629" y="2006869"/>
                  <a:pt x="8967629" y="1996649"/>
                </a:cubicBezTo>
                <a:cubicBezTo>
                  <a:pt x="8967629" y="1985636"/>
                  <a:pt x="8964801" y="1974821"/>
                  <a:pt x="8959146" y="1964204"/>
                </a:cubicBezTo>
                <a:cubicBezTo>
                  <a:pt x="8953491" y="1953588"/>
                  <a:pt x="8944982" y="1944931"/>
                  <a:pt x="8933622" y="1938234"/>
                </a:cubicBezTo>
                <a:cubicBezTo>
                  <a:pt x="8922261" y="1931537"/>
                  <a:pt x="8908644" y="1928188"/>
                  <a:pt x="8892769" y="1928188"/>
                </a:cubicBezTo>
                <a:close/>
                <a:moveTo>
                  <a:pt x="8543915" y="1904971"/>
                </a:moveTo>
                <a:lnTo>
                  <a:pt x="8573681" y="1904971"/>
                </a:lnTo>
                <a:cubicBezTo>
                  <a:pt x="8593426" y="1904971"/>
                  <a:pt x="8606473" y="1908195"/>
                  <a:pt x="8612823" y="1914645"/>
                </a:cubicBezTo>
                <a:cubicBezTo>
                  <a:pt x="8618478" y="1920697"/>
                  <a:pt x="8621306" y="1928535"/>
                  <a:pt x="8621306" y="1938160"/>
                </a:cubicBezTo>
                <a:cubicBezTo>
                  <a:pt x="8621306" y="1946196"/>
                  <a:pt x="8619471" y="1952695"/>
                  <a:pt x="8615799" y="1957656"/>
                </a:cubicBezTo>
                <a:cubicBezTo>
                  <a:pt x="8612128" y="1962617"/>
                  <a:pt x="8606795" y="1966189"/>
                  <a:pt x="8599800" y="1968372"/>
                </a:cubicBezTo>
                <a:cubicBezTo>
                  <a:pt x="8592806" y="1970554"/>
                  <a:pt x="8584099" y="1971646"/>
                  <a:pt x="8573681" y="1971646"/>
                </a:cubicBezTo>
                <a:lnTo>
                  <a:pt x="8543915" y="1971646"/>
                </a:lnTo>
                <a:close/>
                <a:moveTo>
                  <a:pt x="9552524" y="1873270"/>
                </a:moveTo>
                <a:cubicBezTo>
                  <a:pt x="9548853" y="1873270"/>
                  <a:pt x="9545529" y="1874139"/>
                  <a:pt x="9542552" y="1875875"/>
                </a:cubicBezTo>
                <a:cubicBezTo>
                  <a:pt x="9539576" y="1877611"/>
                  <a:pt x="9537293" y="1879869"/>
                  <a:pt x="9535706" y="1882647"/>
                </a:cubicBezTo>
                <a:cubicBezTo>
                  <a:pt x="9534119" y="1885326"/>
                  <a:pt x="9533151" y="1888525"/>
                  <a:pt x="9532804" y="1892246"/>
                </a:cubicBezTo>
                <a:cubicBezTo>
                  <a:pt x="9532457" y="1895967"/>
                  <a:pt x="9532283" y="1901101"/>
                  <a:pt x="9532283" y="1907650"/>
                </a:cubicBezTo>
                <a:lnTo>
                  <a:pt x="9532283" y="1932058"/>
                </a:lnTo>
                <a:lnTo>
                  <a:pt x="9527818" y="1932058"/>
                </a:lnTo>
                <a:cubicBezTo>
                  <a:pt x="9521667" y="1932058"/>
                  <a:pt x="9516979" y="1933422"/>
                  <a:pt x="9513754" y="1936150"/>
                </a:cubicBezTo>
                <a:cubicBezTo>
                  <a:pt x="9510529" y="1938879"/>
                  <a:pt x="9508917" y="1942376"/>
                  <a:pt x="9508917" y="1946643"/>
                </a:cubicBezTo>
                <a:cubicBezTo>
                  <a:pt x="9508917" y="1950909"/>
                  <a:pt x="9510455" y="1954431"/>
                  <a:pt x="9513531" y="1957210"/>
                </a:cubicBezTo>
                <a:cubicBezTo>
                  <a:pt x="9516606" y="1959988"/>
                  <a:pt x="9521071" y="1961377"/>
                  <a:pt x="9526925" y="1961377"/>
                </a:cubicBezTo>
                <a:lnTo>
                  <a:pt x="9532283" y="1961377"/>
                </a:lnTo>
                <a:lnTo>
                  <a:pt x="9532283" y="2039363"/>
                </a:lnTo>
                <a:cubicBezTo>
                  <a:pt x="9532283" y="2051963"/>
                  <a:pt x="9533300" y="2062034"/>
                  <a:pt x="9535334" y="2069575"/>
                </a:cubicBezTo>
                <a:cubicBezTo>
                  <a:pt x="9537368" y="2077115"/>
                  <a:pt x="9541659" y="2083019"/>
                  <a:pt x="9548208" y="2087285"/>
                </a:cubicBezTo>
                <a:cubicBezTo>
                  <a:pt x="9554756" y="2091552"/>
                  <a:pt x="9564380" y="2093685"/>
                  <a:pt x="9577080" y="2093685"/>
                </a:cubicBezTo>
                <a:cubicBezTo>
                  <a:pt x="9590475" y="2093685"/>
                  <a:pt x="9600744" y="2091949"/>
                  <a:pt x="9607888" y="2088476"/>
                </a:cubicBezTo>
                <a:cubicBezTo>
                  <a:pt x="9615031" y="2085003"/>
                  <a:pt x="9618603" y="2079993"/>
                  <a:pt x="9618603" y="2073444"/>
                </a:cubicBezTo>
                <a:cubicBezTo>
                  <a:pt x="9618603" y="2069575"/>
                  <a:pt x="9617289" y="2066325"/>
                  <a:pt x="9614659" y="2063696"/>
                </a:cubicBezTo>
                <a:cubicBezTo>
                  <a:pt x="9612030" y="2061067"/>
                  <a:pt x="9609078" y="2059752"/>
                  <a:pt x="9605804" y="2059752"/>
                </a:cubicBezTo>
                <a:cubicBezTo>
                  <a:pt x="9603522" y="2059752"/>
                  <a:pt x="9600347" y="2060174"/>
                  <a:pt x="9596279" y="2061017"/>
                </a:cubicBezTo>
                <a:cubicBezTo>
                  <a:pt x="9592211" y="2061861"/>
                  <a:pt x="9588987" y="2062282"/>
                  <a:pt x="9586605" y="2062282"/>
                </a:cubicBezTo>
                <a:cubicBezTo>
                  <a:pt x="9582240" y="2062282"/>
                  <a:pt x="9579089" y="2061216"/>
                  <a:pt x="9577155" y="2059082"/>
                </a:cubicBezTo>
                <a:cubicBezTo>
                  <a:pt x="9575220" y="2056949"/>
                  <a:pt x="9574029" y="2054171"/>
                  <a:pt x="9573583" y="2050748"/>
                </a:cubicBezTo>
                <a:cubicBezTo>
                  <a:pt x="9573136" y="2047325"/>
                  <a:pt x="9572913" y="2042438"/>
                  <a:pt x="9572913" y="2036088"/>
                </a:cubicBezTo>
                <a:lnTo>
                  <a:pt x="9572913" y="1961377"/>
                </a:lnTo>
                <a:lnTo>
                  <a:pt x="9580503" y="1961377"/>
                </a:lnTo>
                <a:cubicBezTo>
                  <a:pt x="9588540" y="1961377"/>
                  <a:pt x="9594716" y="1960285"/>
                  <a:pt x="9599032" y="1958103"/>
                </a:cubicBezTo>
                <a:cubicBezTo>
                  <a:pt x="9603349" y="1955920"/>
                  <a:pt x="9605507" y="1952100"/>
                  <a:pt x="9605507" y="1946643"/>
                </a:cubicBezTo>
                <a:cubicBezTo>
                  <a:pt x="9605507" y="1942376"/>
                  <a:pt x="9603993" y="1938879"/>
                  <a:pt x="9600967" y="1936150"/>
                </a:cubicBezTo>
                <a:cubicBezTo>
                  <a:pt x="9597941" y="1933422"/>
                  <a:pt x="9593551" y="1932058"/>
                  <a:pt x="9587796" y="1932058"/>
                </a:cubicBezTo>
                <a:lnTo>
                  <a:pt x="9572913" y="1932058"/>
                </a:lnTo>
                <a:lnTo>
                  <a:pt x="9572913" y="1904376"/>
                </a:lnTo>
                <a:cubicBezTo>
                  <a:pt x="9572913" y="1897529"/>
                  <a:pt x="9572541" y="1892246"/>
                  <a:pt x="9571797" y="1888525"/>
                </a:cubicBezTo>
                <a:cubicBezTo>
                  <a:pt x="9571053" y="1884805"/>
                  <a:pt x="9569292" y="1881654"/>
                  <a:pt x="9566513" y="1879075"/>
                </a:cubicBezTo>
                <a:cubicBezTo>
                  <a:pt x="9562346" y="1875205"/>
                  <a:pt x="9557683" y="1873270"/>
                  <a:pt x="9552524" y="1873270"/>
                </a:cubicBezTo>
                <a:close/>
                <a:moveTo>
                  <a:pt x="8527693" y="1871782"/>
                </a:moveTo>
                <a:cubicBezTo>
                  <a:pt x="8517970" y="1871782"/>
                  <a:pt x="8510876" y="1873866"/>
                  <a:pt x="8506411" y="1878033"/>
                </a:cubicBezTo>
                <a:cubicBezTo>
                  <a:pt x="8501946" y="1882200"/>
                  <a:pt x="8499714" y="1889145"/>
                  <a:pt x="8499714" y="1898869"/>
                </a:cubicBezTo>
                <a:lnTo>
                  <a:pt x="8499714" y="2067045"/>
                </a:lnTo>
                <a:cubicBezTo>
                  <a:pt x="8499714" y="2075776"/>
                  <a:pt x="8501748" y="2082399"/>
                  <a:pt x="8505815" y="2086913"/>
                </a:cubicBezTo>
                <a:cubicBezTo>
                  <a:pt x="8509883" y="2091428"/>
                  <a:pt x="8515241" y="2093685"/>
                  <a:pt x="8521889" y="2093685"/>
                </a:cubicBezTo>
                <a:cubicBezTo>
                  <a:pt x="8528239" y="2093685"/>
                  <a:pt x="8533498" y="2091403"/>
                  <a:pt x="8537665" y="2086839"/>
                </a:cubicBezTo>
                <a:cubicBezTo>
                  <a:pt x="8541832" y="2082275"/>
                  <a:pt x="8543915" y="2075578"/>
                  <a:pt x="8543915" y="2066747"/>
                </a:cubicBezTo>
                <a:lnTo>
                  <a:pt x="8543915" y="2004983"/>
                </a:lnTo>
                <a:lnTo>
                  <a:pt x="8584397" y="2004983"/>
                </a:lnTo>
                <a:cubicBezTo>
                  <a:pt x="8611483" y="2004983"/>
                  <a:pt x="8631873" y="1999254"/>
                  <a:pt x="8645565" y="1987794"/>
                </a:cubicBezTo>
                <a:cubicBezTo>
                  <a:pt x="8659257" y="1976334"/>
                  <a:pt x="8666103" y="1959492"/>
                  <a:pt x="8666103" y="1937267"/>
                </a:cubicBezTo>
                <a:cubicBezTo>
                  <a:pt x="8666103" y="1926849"/>
                  <a:pt x="8664417" y="1917472"/>
                  <a:pt x="8661043" y="1909138"/>
                </a:cubicBezTo>
                <a:cubicBezTo>
                  <a:pt x="8657670" y="1900804"/>
                  <a:pt x="8652734" y="1893759"/>
                  <a:pt x="8646235" y="1888004"/>
                </a:cubicBezTo>
                <a:cubicBezTo>
                  <a:pt x="8639736" y="1882250"/>
                  <a:pt x="8632022" y="1878132"/>
                  <a:pt x="8623092" y="1875652"/>
                </a:cubicBezTo>
                <a:cubicBezTo>
                  <a:pt x="8614063" y="1873072"/>
                  <a:pt x="8601165" y="1871782"/>
                  <a:pt x="8584397" y="1871782"/>
                </a:cubicBezTo>
                <a:close/>
                <a:moveTo>
                  <a:pt x="10115094" y="1868062"/>
                </a:moveTo>
                <a:cubicBezTo>
                  <a:pt x="10109141" y="1868062"/>
                  <a:pt x="10104502" y="1870170"/>
                  <a:pt x="10101179" y="1874387"/>
                </a:cubicBezTo>
                <a:cubicBezTo>
                  <a:pt x="10097855" y="1878604"/>
                  <a:pt x="10096193" y="1884829"/>
                  <a:pt x="10096193" y="1893065"/>
                </a:cubicBezTo>
                <a:lnTo>
                  <a:pt x="10096193" y="2070468"/>
                </a:lnTo>
                <a:cubicBezTo>
                  <a:pt x="10096193" y="2078108"/>
                  <a:pt x="10097904" y="2083887"/>
                  <a:pt x="10101327" y="2087806"/>
                </a:cubicBezTo>
                <a:cubicBezTo>
                  <a:pt x="10104751" y="2091725"/>
                  <a:pt x="10109339" y="2093685"/>
                  <a:pt x="10115094" y="2093685"/>
                </a:cubicBezTo>
                <a:cubicBezTo>
                  <a:pt x="10120749" y="2093685"/>
                  <a:pt x="10125413" y="2091725"/>
                  <a:pt x="10129084" y="2087806"/>
                </a:cubicBezTo>
                <a:cubicBezTo>
                  <a:pt x="10132755" y="2083887"/>
                  <a:pt x="10134591" y="2078108"/>
                  <a:pt x="10134591" y="2070468"/>
                </a:cubicBezTo>
                <a:lnTo>
                  <a:pt x="10134591" y="2066449"/>
                </a:lnTo>
                <a:cubicBezTo>
                  <a:pt x="10139055" y="2071609"/>
                  <a:pt x="10142652" y="2075478"/>
                  <a:pt x="10145381" y="2078058"/>
                </a:cubicBezTo>
                <a:cubicBezTo>
                  <a:pt x="10148109" y="2080638"/>
                  <a:pt x="10151408" y="2083143"/>
                  <a:pt x="10155278" y="2085574"/>
                </a:cubicBezTo>
                <a:cubicBezTo>
                  <a:pt x="10159147" y="2088005"/>
                  <a:pt x="10163835" y="2089964"/>
                  <a:pt x="10169342" y="2091453"/>
                </a:cubicBezTo>
                <a:cubicBezTo>
                  <a:pt x="10174849" y="2092941"/>
                  <a:pt x="10180727" y="2093685"/>
                  <a:pt x="10186978" y="2093685"/>
                </a:cubicBezTo>
                <a:cubicBezTo>
                  <a:pt x="10197198" y="2093685"/>
                  <a:pt x="10206549" y="2091626"/>
                  <a:pt x="10215032" y="2087509"/>
                </a:cubicBezTo>
                <a:cubicBezTo>
                  <a:pt x="10223515" y="2083391"/>
                  <a:pt x="10230733" y="2077562"/>
                  <a:pt x="10236687" y="2070021"/>
                </a:cubicBezTo>
                <a:cubicBezTo>
                  <a:pt x="10242640" y="2062481"/>
                  <a:pt x="10247179" y="2053576"/>
                  <a:pt x="10250304" y="2043307"/>
                </a:cubicBezTo>
                <a:cubicBezTo>
                  <a:pt x="10253430" y="2033037"/>
                  <a:pt x="10254993" y="2021751"/>
                  <a:pt x="10254993" y="2009448"/>
                </a:cubicBezTo>
                <a:cubicBezTo>
                  <a:pt x="10254993" y="1992779"/>
                  <a:pt x="10252190" y="1978368"/>
                  <a:pt x="10246584" y="1966214"/>
                </a:cubicBezTo>
                <a:cubicBezTo>
                  <a:pt x="10240978" y="1954059"/>
                  <a:pt x="10233090" y="1944782"/>
                  <a:pt x="10222920" y="1938383"/>
                </a:cubicBezTo>
                <a:cubicBezTo>
                  <a:pt x="10212750" y="1931983"/>
                  <a:pt x="10200918" y="1928783"/>
                  <a:pt x="10187425" y="1928783"/>
                </a:cubicBezTo>
                <a:cubicBezTo>
                  <a:pt x="10175717" y="1928783"/>
                  <a:pt x="10165894" y="1930892"/>
                  <a:pt x="10157957" y="1935109"/>
                </a:cubicBezTo>
                <a:cubicBezTo>
                  <a:pt x="10150019" y="1939325"/>
                  <a:pt x="10142230" y="1945403"/>
                  <a:pt x="10134591" y="1953340"/>
                </a:cubicBezTo>
                <a:lnTo>
                  <a:pt x="10134591" y="1891279"/>
                </a:lnTo>
                <a:cubicBezTo>
                  <a:pt x="10134591" y="1883837"/>
                  <a:pt x="10132904" y="1878107"/>
                  <a:pt x="10129530" y="1874089"/>
                </a:cubicBezTo>
                <a:cubicBezTo>
                  <a:pt x="10126157" y="1870071"/>
                  <a:pt x="10121345" y="1868062"/>
                  <a:pt x="10115094" y="1868062"/>
                </a:cubicBezTo>
                <a:close/>
                <a:moveTo>
                  <a:pt x="9941858" y="1868062"/>
                </a:moveTo>
                <a:cubicBezTo>
                  <a:pt x="9935707" y="1868062"/>
                  <a:pt x="9930969" y="1870195"/>
                  <a:pt x="9927645" y="1874461"/>
                </a:cubicBezTo>
                <a:cubicBezTo>
                  <a:pt x="9924321" y="1878728"/>
                  <a:pt x="9922659" y="1885028"/>
                  <a:pt x="9922659" y="1893362"/>
                </a:cubicBezTo>
                <a:lnTo>
                  <a:pt x="9922659" y="1953340"/>
                </a:lnTo>
                <a:cubicBezTo>
                  <a:pt x="9915019" y="1945006"/>
                  <a:pt x="9907181" y="1938829"/>
                  <a:pt x="9899144" y="1934811"/>
                </a:cubicBezTo>
                <a:cubicBezTo>
                  <a:pt x="9891108" y="1930793"/>
                  <a:pt x="9881235" y="1928783"/>
                  <a:pt x="9869528" y="1928783"/>
                </a:cubicBezTo>
                <a:cubicBezTo>
                  <a:pt x="9849287" y="1928783"/>
                  <a:pt x="9832965" y="1935878"/>
                  <a:pt x="9820563" y="1950066"/>
                </a:cubicBezTo>
                <a:cubicBezTo>
                  <a:pt x="9808161" y="1964254"/>
                  <a:pt x="9801960" y="1984048"/>
                  <a:pt x="9801960" y="2009448"/>
                </a:cubicBezTo>
                <a:cubicBezTo>
                  <a:pt x="9801960" y="2021454"/>
                  <a:pt x="9803522" y="2032616"/>
                  <a:pt x="9806648" y="2042935"/>
                </a:cubicBezTo>
                <a:cubicBezTo>
                  <a:pt x="9809773" y="2053253"/>
                  <a:pt x="9814362" y="2062233"/>
                  <a:pt x="9820414" y="2069872"/>
                </a:cubicBezTo>
                <a:cubicBezTo>
                  <a:pt x="9826467" y="2077512"/>
                  <a:pt x="9833635" y="2083391"/>
                  <a:pt x="9841920" y="2087509"/>
                </a:cubicBezTo>
                <a:cubicBezTo>
                  <a:pt x="9850205" y="2091626"/>
                  <a:pt x="9859209" y="2093685"/>
                  <a:pt x="9868932" y="2093685"/>
                </a:cubicBezTo>
                <a:cubicBezTo>
                  <a:pt x="9876275" y="2093685"/>
                  <a:pt x="9883046" y="2092668"/>
                  <a:pt x="9889247" y="2090634"/>
                </a:cubicBezTo>
                <a:cubicBezTo>
                  <a:pt x="9895449" y="2088600"/>
                  <a:pt x="9901203" y="2085623"/>
                  <a:pt x="9906511" y="2081704"/>
                </a:cubicBezTo>
                <a:cubicBezTo>
                  <a:pt x="9911820" y="2077785"/>
                  <a:pt x="9917202" y="2072700"/>
                  <a:pt x="9922659" y="2066449"/>
                </a:cubicBezTo>
                <a:lnTo>
                  <a:pt x="9922659" y="2070468"/>
                </a:lnTo>
                <a:cubicBezTo>
                  <a:pt x="9922659" y="2077909"/>
                  <a:pt x="9924470" y="2083639"/>
                  <a:pt x="9928091" y="2087657"/>
                </a:cubicBezTo>
                <a:cubicBezTo>
                  <a:pt x="9931713" y="2091676"/>
                  <a:pt x="9936302" y="2093685"/>
                  <a:pt x="9941858" y="2093685"/>
                </a:cubicBezTo>
                <a:cubicBezTo>
                  <a:pt x="9947513" y="2093685"/>
                  <a:pt x="9952127" y="2091750"/>
                  <a:pt x="9955699" y="2087881"/>
                </a:cubicBezTo>
                <a:cubicBezTo>
                  <a:pt x="9959271" y="2084011"/>
                  <a:pt x="9961057" y="2078207"/>
                  <a:pt x="9961057" y="2070468"/>
                </a:cubicBezTo>
                <a:lnTo>
                  <a:pt x="9961057" y="1891279"/>
                </a:lnTo>
                <a:cubicBezTo>
                  <a:pt x="9961057" y="1883639"/>
                  <a:pt x="9959395" y="1877859"/>
                  <a:pt x="9956071" y="1873940"/>
                </a:cubicBezTo>
                <a:cubicBezTo>
                  <a:pt x="9952747" y="1870021"/>
                  <a:pt x="9948010" y="1868062"/>
                  <a:pt x="9941858" y="1868062"/>
                </a:cubicBezTo>
                <a:close/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1" y="551270"/>
                </a:moveTo>
                <a:cubicBezTo>
                  <a:pt x="5585105" y="551270"/>
                  <a:pt x="5600842" y="558805"/>
                  <a:pt x="5613567" y="573874"/>
                </a:cubicBezTo>
                <a:cubicBezTo>
                  <a:pt x="5626292" y="588943"/>
                  <a:pt x="5632656" y="611881"/>
                  <a:pt x="5632656" y="642688"/>
                </a:cubicBezTo>
                <a:cubicBezTo>
                  <a:pt x="5632656" y="675728"/>
                  <a:pt x="5626348" y="699726"/>
                  <a:pt x="5613734" y="714684"/>
                </a:cubicBezTo>
                <a:cubicBezTo>
                  <a:pt x="5601122" y="729641"/>
                  <a:pt x="5584992" y="737120"/>
                  <a:pt x="5565348" y="737120"/>
                </a:cubicBezTo>
                <a:cubicBezTo>
                  <a:pt x="5545925" y="737120"/>
                  <a:pt x="5529797" y="729529"/>
                  <a:pt x="5516960" y="714349"/>
                </a:cubicBezTo>
                <a:cubicBezTo>
                  <a:pt x="5504123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6" y="574209"/>
                </a:cubicBezTo>
                <a:cubicBezTo>
                  <a:pt x="5530075" y="558917"/>
                  <a:pt x="5546483" y="551270"/>
                  <a:pt x="5566351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8" y="457509"/>
                  <a:pt x="5452609" y="475089"/>
                  <a:pt x="5415998" y="510250"/>
                </a:cubicBezTo>
                <a:cubicBezTo>
                  <a:pt x="5379387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7" y="829207"/>
                  <a:pt x="5564677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3" y="697048"/>
                  <a:pt x="5769613" y="642353"/>
                </a:cubicBezTo>
                <a:cubicBezTo>
                  <a:pt x="5769613" y="593686"/>
                  <a:pt x="5754991" y="552721"/>
                  <a:pt x="5725746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20" y="457509"/>
                  <a:pt x="4591156" y="462587"/>
                  <a:pt x="4571733" y="472745"/>
                </a:cubicBezTo>
                <a:cubicBezTo>
                  <a:pt x="4552312" y="482903"/>
                  <a:pt x="4533112" y="499813"/>
                  <a:pt x="4514137" y="523477"/>
                </a:cubicBezTo>
                <a:lnTo>
                  <a:pt x="4514137" y="465545"/>
                </a:lnTo>
                <a:lnTo>
                  <a:pt x="4387223" y="465545"/>
                </a:lnTo>
                <a:lnTo>
                  <a:pt x="4387223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1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6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1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2" y="766922"/>
                  <a:pt x="6093147" y="780708"/>
                  <a:pt x="6109332" y="792874"/>
                </a:cubicBezTo>
                <a:cubicBezTo>
                  <a:pt x="6125517" y="805041"/>
                  <a:pt x="6145162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1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1" y="776531"/>
                </a:cubicBezTo>
                <a:cubicBezTo>
                  <a:pt x="5120071" y="794256"/>
                  <a:pt x="5131960" y="807467"/>
                  <a:pt x="5148033" y="816163"/>
                </a:cubicBezTo>
                <a:cubicBezTo>
                  <a:pt x="5164107" y="824859"/>
                  <a:pt x="5189110" y="829207"/>
                  <a:pt x="5223042" y="829207"/>
                </a:cubicBezTo>
                <a:cubicBezTo>
                  <a:pt x="5252287" y="829207"/>
                  <a:pt x="5283764" y="825523"/>
                  <a:pt x="5317473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5" y="732766"/>
                </a:cubicBezTo>
                <a:cubicBezTo>
                  <a:pt x="5254073" y="732766"/>
                  <a:pt x="5246260" y="728978"/>
                  <a:pt x="5241794" y="721402"/>
                </a:cubicBezTo>
                <a:cubicBezTo>
                  <a:pt x="5238892" y="716501"/>
                  <a:pt x="5237441" y="706476"/>
                  <a:pt x="5237441" y="691327"/>
                </a:cubicBezTo>
                <a:lnTo>
                  <a:pt x="5237441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1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8EEA29-41DC-4E1F-B190-335518219326}"/>
              </a:ext>
            </a:extLst>
          </p:cNvPr>
          <p:cNvSpPr/>
          <p:nvPr/>
        </p:nvSpPr>
        <p:spPr>
          <a:xfrm>
            <a:off x="3886200" y="-57628"/>
            <a:ext cx="8586048" cy="69156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A38F0-584B-4759-A019-DBB346B2A82B}"/>
              </a:ext>
            </a:extLst>
          </p:cNvPr>
          <p:cNvSpPr txBox="1"/>
          <p:nvPr/>
        </p:nvSpPr>
        <p:spPr>
          <a:xfrm>
            <a:off x="4292600" y="1577725"/>
            <a:ext cx="734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What is G in Wireless Communication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B8C427-4BBC-49B3-BB95-F793603C688C}"/>
              </a:ext>
            </a:extLst>
          </p:cNvPr>
          <p:cNvSpPr/>
          <p:nvPr/>
        </p:nvSpPr>
        <p:spPr>
          <a:xfrm>
            <a:off x="-88900" y="-1821454"/>
            <a:ext cx="12472248" cy="1625600"/>
          </a:xfrm>
          <a:prstGeom prst="roundRect">
            <a:avLst>
              <a:gd name="adj" fmla="val 39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11">
            <a:extLst>
              <a:ext uri="{FF2B5EF4-FFF2-40B4-BE49-F238E27FC236}">
                <a16:creationId xmlns:a16="http://schemas.microsoft.com/office/drawing/2014/main" id="{4134042F-6831-4CE4-AA3E-D8619394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5240" y="4457838"/>
            <a:ext cx="2910300" cy="2400161"/>
          </a:xfrm>
        </p:spPr>
      </p:pic>
    </p:spTree>
    <p:extLst>
      <p:ext uri="{BB962C8B-B14F-4D97-AF65-F5344CB8AC3E}">
        <p14:creationId xmlns:p14="http://schemas.microsoft.com/office/powerpoint/2010/main" val="2706143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608113-BD79-4C85-9A92-6B76CB9C0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3" y="8065677"/>
            <a:ext cx="12294448" cy="6915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5E0C1B-9AAD-40D6-B73B-282DF1AB55F9}"/>
              </a:ext>
            </a:extLst>
          </p:cNvPr>
          <p:cNvSpPr txBox="1"/>
          <p:nvPr/>
        </p:nvSpPr>
        <p:spPr>
          <a:xfrm>
            <a:off x="5955877" y="7086600"/>
            <a:ext cx="12494047" cy="3465833"/>
          </a:xfrm>
          <a:custGeom>
            <a:avLst/>
            <a:gdLst/>
            <a:ahLst/>
            <a:cxnLst/>
            <a:rect l="l" t="t" r="r" b="b"/>
            <a:pathLst>
              <a:path w="12307330" h="6981568">
                <a:moveTo>
                  <a:pt x="10806698" y="3478828"/>
                </a:moveTo>
                <a:lnTo>
                  <a:pt x="10806698" y="3484633"/>
                </a:lnTo>
                <a:cubicBezTo>
                  <a:pt x="10806698" y="3498722"/>
                  <a:pt x="10804863" y="3508842"/>
                  <a:pt x="10801192" y="3514994"/>
                </a:cubicBezTo>
                <a:cubicBezTo>
                  <a:pt x="10798017" y="3520550"/>
                  <a:pt x="10793031" y="3525089"/>
                  <a:pt x="10786235" y="3528611"/>
                </a:cubicBezTo>
                <a:cubicBezTo>
                  <a:pt x="10779438" y="3532133"/>
                  <a:pt x="10772021" y="3533895"/>
                  <a:pt x="10763985" y="3533895"/>
                </a:cubicBezTo>
                <a:cubicBezTo>
                  <a:pt x="10756444" y="3533895"/>
                  <a:pt x="10750342" y="3531737"/>
                  <a:pt x="10745679" y="3527421"/>
                </a:cubicBezTo>
                <a:cubicBezTo>
                  <a:pt x="10741015" y="3523105"/>
                  <a:pt x="10738684" y="3517871"/>
                  <a:pt x="10738684" y="3511719"/>
                </a:cubicBezTo>
                <a:cubicBezTo>
                  <a:pt x="10738684" y="3505766"/>
                  <a:pt x="10740668" y="3501128"/>
                  <a:pt x="10744637" y="3497804"/>
                </a:cubicBezTo>
                <a:cubicBezTo>
                  <a:pt x="10748606" y="3494480"/>
                  <a:pt x="10752773" y="3492248"/>
                  <a:pt x="10757139" y="3491107"/>
                </a:cubicBezTo>
                <a:cubicBezTo>
                  <a:pt x="10761504" y="3489966"/>
                  <a:pt x="10769367" y="3488180"/>
                  <a:pt x="10780728" y="3485749"/>
                </a:cubicBezTo>
                <a:cubicBezTo>
                  <a:pt x="10792088" y="3483318"/>
                  <a:pt x="10800745" y="3481011"/>
                  <a:pt x="10806698" y="3478828"/>
                </a:cubicBezTo>
                <a:close/>
                <a:moveTo>
                  <a:pt x="9930398" y="3478828"/>
                </a:moveTo>
                <a:lnTo>
                  <a:pt x="9930398" y="3484633"/>
                </a:lnTo>
                <a:cubicBezTo>
                  <a:pt x="9930398" y="3498722"/>
                  <a:pt x="9928563" y="3508842"/>
                  <a:pt x="9924892" y="3514994"/>
                </a:cubicBezTo>
                <a:cubicBezTo>
                  <a:pt x="9921717" y="3520550"/>
                  <a:pt x="9916731" y="3525089"/>
                  <a:pt x="9909935" y="3528611"/>
                </a:cubicBezTo>
                <a:cubicBezTo>
                  <a:pt x="9903138" y="3532133"/>
                  <a:pt x="9895721" y="3533895"/>
                  <a:pt x="9887685" y="3533895"/>
                </a:cubicBezTo>
                <a:cubicBezTo>
                  <a:pt x="9880144" y="3533895"/>
                  <a:pt x="9874042" y="3531737"/>
                  <a:pt x="9869379" y="3527421"/>
                </a:cubicBezTo>
                <a:cubicBezTo>
                  <a:pt x="9864715" y="3523105"/>
                  <a:pt x="9862384" y="3517871"/>
                  <a:pt x="9862384" y="3511719"/>
                </a:cubicBezTo>
                <a:cubicBezTo>
                  <a:pt x="9862384" y="3505766"/>
                  <a:pt x="9864368" y="3501128"/>
                  <a:pt x="9868337" y="3497804"/>
                </a:cubicBezTo>
                <a:cubicBezTo>
                  <a:pt x="9872306" y="3494480"/>
                  <a:pt x="9876473" y="3492248"/>
                  <a:pt x="9880839" y="3491107"/>
                </a:cubicBezTo>
                <a:cubicBezTo>
                  <a:pt x="9885204" y="3489966"/>
                  <a:pt x="9893067" y="3488180"/>
                  <a:pt x="9904428" y="3485749"/>
                </a:cubicBezTo>
                <a:cubicBezTo>
                  <a:pt x="9915788" y="3483318"/>
                  <a:pt x="9924445" y="3481011"/>
                  <a:pt x="9930398" y="3478828"/>
                </a:cubicBezTo>
                <a:close/>
                <a:moveTo>
                  <a:pt x="9216023" y="3478828"/>
                </a:moveTo>
                <a:lnTo>
                  <a:pt x="9216023" y="3484633"/>
                </a:lnTo>
                <a:cubicBezTo>
                  <a:pt x="9216023" y="3498722"/>
                  <a:pt x="9214188" y="3508842"/>
                  <a:pt x="9210517" y="3514994"/>
                </a:cubicBezTo>
                <a:cubicBezTo>
                  <a:pt x="9207342" y="3520550"/>
                  <a:pt x="9202356" y="3525089"/>
                  <a:pt x="9195559" y="3528611"/>
                </a:cubicBezTo>
                <a:cubicBezTo>
                  <a:pt x="9188763" y="3532133"/>
                  <a:pt x="9181346" y="3533895"/>
                  <a:pt x="9173310" y="3533895"/>
                </a:cubicBezTo>
                <a:cubicBezTo>
                  <a:pt x="9165769" y="3533895"/>
                  <a:pt x="9159667" y="3531737"/>
                  <a:pt x="9155004" y="3527421"/>
                </a:cubicBezTo>
                <a:cubicBezTo>
                  <a:pt x="9150340" y="3523105"/>
                  <a:pt x="9148009" y="3517871"/>
                  <a:pt x="9148009" y="3511719"/>
                </a:cubicBezTo>
                <a:cubicBezTo>
                  <a:pt x="9148009" y="3505766"/>
                  <a:pt x="9149993" y="3501128"/>
                  <a:pt x="9153962" y="3497804"/>
                </a:cubicBezTo>
                <a:cubicBezTo>
                  <a:pt x="9157931" y="3494480"/>
                  <a:pt x="9162098" y="3492248"/>
                  <a:pt x="9166463" y="3491107"/>
                </a:cubicBezTo>
                <a:cubicBezTo>
                  <a:pt x="9170829" y="3489966"/>
                  <a:pt x="9178692" y="3488180"/>
                  <a:pt x="9190053" y="3485749"/>
                </a:cubicBezTo>
                <a:cubicBezTo>
                  <a:pt x="9201413" y="3483318"/>
                  <a:pt x="9210070" y="3481011"/>
                  <a:pt x="9216023" y="3478828"/>
                </a:cubicBezTo>
                <a:close/>
                <a:moveTo>
                  <a:pt x="11043186" y="3425697"/>
                </a:moveTo>
                <a:cubicBezTo>
                  <a:pt x="11050330" y="3425697"/>
                  <a:pt x="11056903" y="3427755"/>
                  <a:pt x="11062906" y="3431873"/>
                </a:cubicBezTo>
                <a:cubicBezTo>
                  <a:pt x="11068909" y="3435990"/>
                  <a:pt x="11073671" y="3441944"/>
                  <a:pt x="11077193" y="3449732"/>
                </a:cubicBezTo>
                <a:cubicBezTo>
                  <a:pt x="11080715" y="3457521"/>
                  <a:pt x="11082477" y="3466823"/>
                  <a:pt x="11082477" y="3477638"/>
                </a:cubicBezTo>
                <a:cubicBezTo>
                  <a:pt x="11082477" y="3489147"/>
                  <a:pt x="11080715" y="3498746"/>
                  <a:pt x="11077193" y="3506436"/>
                </a:cubicBezTo>
                <a:cubicBezTo>
                  <a:pt x="11073671" y="3514125"/>
                  <a:pt x="11068958" y="3519830"/>
                  <a:pt x="11063055" y="3523551"/>
                </a:cubicBezTo>
                <a:cubicBezTo>
                  <a:pt x="11057151" y="3527272"/>
                  <a:pt x="11050627" y="3529132"/>
                  <a:pt x="11043484" y="3529132"/>
                </a:cubicBezTo>
                <a:cubicBezTo>
                  <a:pt x="11036439" y="3529132"/>
                  <a:pt x="11029941" y="3527173"/>
                  <a:pt x="11023987" y="3523253"/>
                </a:cubicBezTo>
                <a:cubicBezTo>
                  <a:pt x="11018034" y="3519334"/>
                  <a:pt x="11013346" y="3513505"/>
                  <a:pt x="11009923" y="3505766"/>
                </a:cubicBezTo>
                <a:cubicBezTo>
                  <a:pt x="11006500" y="3498027"/>
                  <a:pt x="11004789" y="3488651"/>
                  <a:pt x="11004789" y="3477638"/>
                </a:cubicBezTo>
                <a:cubicBezTo>
                  <a:pt x="11004789" y="3467220"/>
                  <a:pt x="11006401" y="3458067"/>
                  <a:pt x="11009625" y="3450179"/>
                </a:cubicBezTo>
                <a:cubicBezTo>
                  <a:pt x="11012850" y="3442291"/>
                  <a:pt x="11017389" y="3436239"/>
                  <a:pt x="11023243" y="3432022"/>
                </a:cubicBezTo>
                <a:cubicBezTo>
                  <a:pt x="11029097" y="3427805"/>
                  <a:pt x="11035745" y="3425697"/>
                  <a:pt x="11043186" y="3425697"/>
                </a:cubicBezTo>
                <a:close/>
                <a:moveTo>
                  <a:pt x="10595809" y="3425697"/>
                </a:moveTo>
                <a:cubicBezTo>
                  <a:pt x="10603349" y="3425697"/>
                  <a:pt x="10609947" y="3427805"/>
                  <a:pt x="10615603" y="3432022"/>
                </a:cubicBezTo>
                <a:cubicBezTo>
                  <a:pt x="10621259" y="3436239"/>
                  <a:pt x="10625624" y="3442217"/>
                  <a:pt x="10628700" y="3449956"/>
                </a:cubicBezTo>
                <a:cubicBezTo>
                  <a:pt x="10631775" y="3457695"/>
                  <a:pt x="10633313" y="3466922"/>
                  <a:pt x="10633313" y="3477638"/>
                </a:cubicBezTo>
                <a:cubicBezTo>
                  <a:pt x="10633313" y="3494207"/>
                  <a:pt x="10629617" y="3506932"/>
                  <a:pt x="10622226" y="3515812"/>
                </a:cubicBezTo>
                <a:cubicBezTo>
                  <a:pt x="10614834" y="3524692"/>
                  <a:pt x="10606028" y="3529132"/>
                  <a:pt x="10595809" y="3529132"/>
                </a:cubicBezTo>
                <a:cubicBezTo>
                  <a:pt x="10583803" y="3529132"/>
                  <a:pt x="10574105" y="3524791"/>
                  <a:pt x="10566713" y="3516110"/>
                </a:cubicBezTo>
                <a:cubicBezTo>
                  <a:pt x="10559321" y="3507428"/>
                  <a:pt x="10555625" y="3495001"/>
                  <a:pt x="10555625" y="3478828"/>
                </a:cubicBezTo>
                <a:cubicBezTo>
                  <a:pt x="10555625" y="3467815"/>
                  <a:pt x="10557361" y="3458315"/>
                  <a:pt x="10560834" y="3450328"/>
                </a:cubicBezTo>
                <a:cubicBezTo>
                  <a:pt x="10564307" y="3442341"/>
                  <a:pt x="10569069" y="3436239"/>
                  <a:pt x="10575122" y="3432022"/>
                </a:cubicBezTo>
                <a:cubicBezTo>
                  <a:pt x="10581174" y="3427805"/>
                  <a:pt x="10588070" y="3425697"/>
                  <a:pt x="10595809" y="3425697"/>
                </a:cubicBezTo>
                <a:close/>
                <a:moveTo>
                  <a:pt x="10081161" y="3425697"/>
                </a:moveTo>
                <a:cubicBezTo>
                  <a:pt x="10088305" y="3425697"/>
                  <a:pt x="10094878" y="3427755"/>
                  <a:pt x="10100881" y="3431873"/>
                </a:cubicBezTo>
                <a:cubicBezTo>
                  <a:pt x="10106884" y="3435990"/>
                  <a:pt x="10111646" y="3441944"/>
                  <a:pt x="10115169" y="3449732"/>
                </a:cubicBezTo>
                <a:cubicBezTo>
                  <a:pt x="10118691" y="3457521"/>
                  <a:pt x="10120452" y="3466823"/>
                  <a:pt x="10120452" y="3477638"/>
                </a:cubicBezTo>
                <a:cubicBezTo>
                  <a:pt x="10120452" y="3489147"/>
                  <a:pt x="10118691" y="3498746"/>
                  <a:pt x="10115169" y="3506436"/>
                </a:cubicBezTo>
                <a:cubicBezTo>
                  <a:pt x="10111646" y="3514125"/>
                  <a:pt x="10106933" y="3519830"/>
                  <a:pt x="10101030" y="3523551"/>
                </a:cubicBezTo>
                <a:cubicBezTo>
                  <a:pt x="10095126" y="3527272"/>
                  <a:pt x="10088603" y="3529132"/>
                  <a:pt x="10081459" y="3529132"/>
                </a:cubicBezTo>
                <a:cubicBezTo>
                  <a:pt x="10074414" y="3529132"/>
                  <a:pt x="10067915" y="3527173"/>
                  <a:pt x="10061962" y="3523253"/>
                </a:cubicBezTo>
                <a:cubicBezTo>
                  <a:pt x="10056009" y="3519334"/>
                  <a:pt x="10051321" y="3513505"/>
                  <a:pt x="10047898" y="3505766"/>
                </a:cubicBezTo>
                <a:cubicBezTo>
                  <a:pt x="10044475" y="3498027"/>
                  <a:pt x="10042763" y="3488651"/>
                  <a:pt x="10042763" y="3477638"/>
                </a:cubicBezTo>
                <a:cubicBezTo>
                  <a:pt x="10042763" y="3467220"/>
                  <a:pt x="10044376" y="3458067"/>
                  <a:pt x="10047601" y="3450179"/>
                </a:cubicBezTo>
                <a:cubicBezTo>
                  <a:pt x="10050825" y="3442291"/>
                  <a:pt x="10055364" y="3436239"/>
                  <a:pt x="10061218" y="3432022"/>
                </a:cubicBezTo>
                <a:cubicBezTo>
                  <a:pt x="10067072" y="3427805"/>
                  <a:pt x="10073720" y="3425697"/>
                  <a:pt x="10081161" y="3425697"/>
                </a:cubicBezTo>
                <a:close/>
                <a:moveTo>
                  <a:pt x="10907753" y="3395336"/>
                </a:moveTo>
                <a:cubicBezTo>
                  <a:pt x="10901799" y="3395336"/>
                  <a:pt x="10896963" y="3397370"/>
                  <a:pt x="10893242" y="3401438"/>
                </a:cubicBezTo>
                <a:cubicBezTo>
                  <a:pt x="10889521" y="3405506"/>
                  <a:pt x="10887661" y="3411558"/>
                  <a:pt x="10887661" y="3419595"/>
                </a:cubicBezTo>
                <a:lnTo>
                  <a:pt x="10887661" y="3535829"/>
                </a:lnTo>
                <a:cubicBezTo>
                  <a:pt x="10887661" y="3543767"/>
                  <a:pt x="10889521" y="3549869"/>
                  <a:pt x="10893242" y="3554135"/>
                </a:cubicBezTo>
                <a:cubicBezTo>
                  <a:pt x="10896963" y="3558402"/>
                  <a:pt x="10901799" y="3560535"/>
                  <a:pt x="10907753" y="3560535"/>
                </a:cubicBezTo>
                <a:cubicBezTo>
                  <a:pt x="10913706" y="3560535"/>
                  <a:pt x="10918617" y="3558451"/>
                  <a:pt x="10922487" y="3554284"/>
                </a:cubicBezTo>
                <a:cubicBezTo>
                  <a:pt x="10926356" y="3550117"/>
                  <a:pt x="10928291" y="3543965"/>
                  <a:pt x="10928291" y="3535829"/>
                </a:cubicBezTo>
                <a:lnTo>
                  <a:pt x="10928291" y="3418404"/>
                </a:lnTo>
                <a:cubicBezTo>
                  <a:pt x="10928291" y="3411161"/>
                  <a:pt x="10926356" y="3405506"/>
                  <a:pt x="10922487" y="3401438"/>
                </a:cubicBezTo>
                <a:cubicBezTo>
                  <a:pt x="10918617" y="3397370"/>
                  <a:pt x="10913706" y="3395336"/>
                  <a:pt x="10907753" y="3395336"/>
                </a:cubicBezTo>
                <a:close/>
                <a:moveTo>
                  <a:pt x="9580503" y="3395336"/>
                </a:moveTo>
                <a:cubicBezTo>
                  <a:pt x="9574749" y="3395336"/>
                  <a:pt x="9570110" y="3397320"/>
                  <a:pt x="9566588" y="3401289"/>
                </a:cubicBezTo>
                <a:cubicBezTo>
                  <a:pt x="9563066" y="3405257"/>
                  <a:pt x="9561305" y="3411062"/>
                  <a:pt x="9561305" y="3418702"/>
                </a:cubicBezTo>
                <a:lnTo>
                  <a:pt x="9561305" y="3534936"/>
                </a:lnTo>
                <a:cubicBezTo>
                  <a:pt x="9561305" y="3543370"/>
                  <a:pt x="9563264" y="3549745"/>
                  <a:pt x="9567183" y="3554061"/>
                </a:cubicBezTo>
                <a:cubicBezTo>
                  <a:pt x="9571102" y="3558377"/>
                  <a:pt x="9576138" y="3560535"/>
                  <a:pt x="9582289" y="3560535"/>
                </a:cubicBezTo>
                <a:cubicBezTo>
                  <a:pt x="9588540" y="3560535"/>
                  <a:pt x="9593575" y="3558377"/>
                  <a:pt x="9597395" y="3554061"/>
                </a:cubicBezTo>
                <a:cubicBezTo>
                  <a:pt x="9601215" y="3549745"/>
                  <a:pt x="9603125" y="3543370"/>
                  <a:pt x="9603125" y="3534936"/>
                </a:cubicBezTo>
                <a:lnTo>
                  <a:pt x="9603125" y="3480019"/>
                </a:lnTo>
                <a:cubicBezTo>
                  <a:pt x="9603125" y="3462953"/>
                  <a:pt x="9605234" y="3449856"/>
                  <a:pt x="9609451" y="3440728"/>
                </a:cubicBezTo>
                <a:cubicBezTo>
                  <a:pt x="9613667" y="3431600"/>
                  <a:pt x="9622423" y="3427036"/>
                  <a:pt x="9635719" y="3427036"/>
                </a:cubicBezTo>
                <a:cubicBezTo>
                  <a:pt x="9642366" y="3427036"/>
                  <a:pt x="9647228" y="3428847"/>
                  <a:pt x="9650304" y="3432468"/>
                </a:cubicBezTo>
                <a:cubicBezTo>
                  <a:pt x="9653379" y="3436090"/>
                  <a:pt x="9655265" y="3440728"/>
                  <a:pt x="9655959" y="3446384"/>
                </a:cubicBezTo>
                <a:cubicBezTo>
                  <a:pt x="9656654" y="3452039"/>
                  <a:pt x="9657001" y="3459977"/>
                  <a:pt x="9657001" y="3470196"/>
                </a:cubicBezTo>
                <a:lnTo>
                  <a:pt x="9657001" y="3534936"/>
                </a:lnTo>
                <a:cubicBezTo>
                  <a:pt x="9657001" y="3543469"/>
                  <a:pt x="9658911" y="3549869"/>
                  <a:pt x="9662731" y="3554135"/>
                </a:cubicBezTo>
                <a:cubicBezTo>
                  <a:pt x="9666551" y="3558402"/>
                  <a:pt x="9671537" y="3560535"/>
                  <a:pt x="9677688" y="3560535"/>
                </a:cubicBezTo>
                <a:cubicBezTo>
                  <a:pt x="9684038" y="3560535"/>
                  <a:pt x="9689148" y="3558402"/>
                  <a:pt x="9693017" y="3554135"/>
                </a:cubicBezTo>
                <a:cubicBezTo>
                  <a:pt x="9696887" y="3549869"/>
                  <a:pt x="9698822" y="3543469"/>
                  <a:pt x="9698822" y="3534936"/>
                </a:cubicBezTo>
                <a:lnTo>
                  <a:pt x="9698822" y="3480912"/>
                </a:lnTo>
                <a:cubicBezTo>
                  <a:pt x="9698822" y="3463549"/>
                  <a:pt x="9700310" y="3451444"/>
                  <a:pt x="9703287" y="3444598"/>
                </a:cubicBezTo>
                <a:cubicBezTo>
                  <a:pt x="9705965" y="3439240"/>
                  <a:pt x="9709711" y="3434974"/>
                  <a:pt x="9714523" y="3431799"/>
                </a:cubicBezTo>
                <a:cubicBezTo>
                  <a:pt x="9719335" y="3428623"/>
                  <a:pt x="9724420" y="3427036"/>
                  <a:pt x="9729778" y="3427036"/>
                </a:cubicBezTo>
                <a:cubicBezTo>
                  <a:pt x="9736426" y="3427036"/>
                  <a:pt x="9741387" y="3428822"/>
                  <a:pt x="9744661" y="3432394"/>
                </a:cubicBezTo>
                <a:cubicBezTo>
                  <a:pt x="9747935" y="3435966"/>
                  <a:pt x="9749944" y="3440381"/>
                  <a:pt x="9750688" y="3445640"/>
                </a:cubicBezTo>
                <a:cubicBezTo>
                  <a:pt x="9751433" y="3450898"/>
                  <a:pt x="9751805" y="3457893"/>
                  <a:pt x="9751805" y="3466624"/>
                </a:cubicBezTo>
                <a:lnTo>
                  <a:pt x="9751805" y="3534936"/>
                </a:lnTo>
                <a:cubicBezTo>
                  <a:pt x="9751805" y="3543370"/>
                  <a:pt x="9753764" y="3549745"/>
                  <a:pt x="9757683" y="3554061"/>
                </a:cubicBezTo>
                <a:cubicBezTo>
                  <a:pt x="9761602" y="3558377"/>
                  <a:pt x="9766638" y="3560535"/>
                  <a:pt x="9772789" y="3560535"/>
                </a:cubicBezTo>
                <a:cubicBezTo>
                  <a:pt x="9779139" y="3560535"/>
                  <a:pt x="9784249" y="3558402"/>
                  <a:pt x="9788119" y="3554135"/>
                </a:cubicBezTo>
                <a:cubicBezTo>
                  <a:pt x="9791988" y="3549869"/>
                  <a:pt x="9793923" y="3543469"/>
                  <a:pt x="9793923" y="3534936"/>
                </a:cubicBezTo>
                <a:lnTo>
                  <a:pt x="9793923" y="3455611"/>
                </a:lnTo>
                <a:cubicBezTo>
                  <a:pt x="9793923" y="3439835"/>
                  <a:pt x="9792187" y="3428276"/>
                  <a:pt x="9788714" y="3420934"/>
                </a:cubicBezTo>
                <a:cubicBezTo>
                  <a:pt x="9784745" y="3412798"/>
                  <a:pt x="9778743" y="3406547"/>
                  <a:pt x="9770706" y="3402182"/>
                </a:cubicBezTo>
                <a:cubicBezTo>
                  <a:pt x="9762669" y="3397816"/>
                  <a:pt x="9753095" y="3395633"/>
                  <a:pt x="9741982" y="3395633"/>
                </a:cubicBezTo>
                <a:cubicBezTo>
                  <a:pt x="9732457" y="3395633"/>
                  <a:pt x="9723775" y="3397643"/>
                  <a:pt x="9715937" y="3401661"/>
                </a:cubicBezTo>
                <a:cubicBezTo>
                  <a:pt x="9708099" y="3405679"/>
                  <a:pt x="9700757" y="3411856"/>
                  <a:pt x="9693910" y="3420190"/>
                </a:cubicBezTo>
                <a:cubicBezTo>
                  <a:pt x="9689148" y="3411955"/>
                  <a:pt x="9683095" y="3405803"/>
                  <a:pt x="9675753" y="3401735"/>
                </a:cubicBezTo>
                <a:cubicBezTo>
                  <a:pt x="9668411" y="3397667"/>
                  <a:pt x="9659630" y="3395633"/>
                  <a:pt x="9649411" y="3395633"/>
                </a:cubicBezTo>
                <a:cubicBezTo>
                  <a:pt x="9639588" y="3395633"/>
                  <a:pt x="9630659" y="3397618"/>
                  <a:pt x="9622622" y="3401586"/>
                </a:cubicBezTo>
                <a:cubicBezTo>
                  <a:pt x="9614585" y="3405555"/>
                  <a:pt x="9607044" y="3411756"/>
                  <a:pt x="9600000" y="3420190"/>
                </a:cubicBezTo>
                <a:lnTo>
                  <a:pt x="9600000" y="3416320"/>
                </a:lnTo>
                <a:cubicBezTo>
                  <a:pt x="9600000" y="3409772"/>
                  <a:pt x="9598139" y="3404637"/>
                  <a:pt x="9594419" y="3400917"/>
                </a:cubicBezTo>
                <a:cubicBezTo>
                  <a:pt x="9590698" y="3397196"/>
                  <a:pt x="9586060" y="3395336"/>
                  <a:pt x="9580503" y="3395336"/>
                </a:cubicBezTo>
                <a:close/>
                <a:moveTo>
                  <a:pt x="9313803" y="3395336"/>
                </a:moveTo>
                <a:cubicBezTo>
                  <a:pt x="9308049" y="3395336"/>
                  <a:pt x="9303410" y="3397320"/>
                  <a:pt x="9299888" y="3401289"/>
                </a:cubicBezTo>
                <a:cubicBezTo>
                  <a:pt x="9296366" y="3405257"/>
                  <a:pt x="9294605" y="3411062"/>
                  <a:pt x="9294605" y="3418702"/>
                </a:cubicBezTo>
                <a:lnTo>
                  <a:pt x="9294605" y="3534936"/>
                </a:lnTo>
                <a:cubicBezTo>
                  <a:pt x="9294605" y="3543370"/>
                  <a:pt x="9296564" y="3549745"/>
                  <a:pt x="9300483" y="3554061"/>
                </a:cubicBezTo>
                <a:cubicBezTo>
                  <a:pt x="9304402" y="3558377"/>
                  <a:pt x="9309438" y="3560535"/>
                  <a:pt x="9315589" y="3560535"/>
                </a:cubicBezTo>
                <a:cubicBezTo>
                  <a:pt x="9321840" y="3560535"/>
                  <a:pt x="9326875" y="3558377"/>
                  <a:pt x="9330695" y="3554061"/>
                </a:cubicBezTo>
                <a:cubicBezTo>
                  <a:pt x="9334515" y="3549745"/>
                  <a:pt x="9336425" y="3543370"/>
                  <a:pt x="9336425" y="3534936"/>
                </a:cubicBezTo>
                <a:lnTo>
                  <a:pt x="9336425" y="3480019"/>
                </a:lnTo>
                <a:cubicBezTo>
                  <a:pt x="9336425" y="3462953"/>
                  <a:pt x="9338534" y="3449856"/>
                  <a:pt x="9342750" y="3440728"/>
                </a:cubicBezTo>
                <a:cubicBezTo>
                  <a:pt x="9346967" y="3431600"/>
                  <a:pt x="9355723" y="3427036"/>
                  <a:pt x="9369019" y="3427036"/>
                </a:cubicBezTo>
                <a:cubicBezTo>
                  <a:pt x="9375666" y="3427036"/>
                  <a:pt x="9380528" y="3428847"/>
                  <a:pt x="9383604" y="3432468"/>
                </a:cubicBezTo>
                <a:cubicBezTo>
                  <a:pt x="9386679" y="3436090"/>
                  <a:pt x="9388565" y="3440728"/>
                  <a:pt x="9389259" y="3446384"/>
                </a:cubicBezTo>
                <a:cubicBezTo>
                  <a:pt x="9389954" y="3452039"/>
                  <a:pt x="9390301" y="3459977"/>
                  <a:pt x="9390301" y="3470196"/>
                </a:cubicBezTo>
                <a:lnTo>
                  <a:pt x="9390301" y="3534936"/>
                </a:lnTo>
                <a:cubicBezTo>
                  <a:pt x="9390301" y="3543469"/>
                  <a:pt x="9392211" y="3549869"/>
                  <a:pt x="9396031" y="3554135"/>
                </a:cubicBezTo>
                <a:cubicBezTo>
                  <a:pt x="9399851" y="3558402"/>
                  <a:pt x="9404837" y="3560535"/>
                  <a:pt x="9410988" y="3560535"/>
                </a:cubicBezTo>
                <a:cubicBezTo>
                  <a:pt x="9417338" y="3560535"/>
                  <a:pt x="9422448" y="3558402"/>
                  <a:pt x="9426317" y="3554135"/>
                </a:cubicBezTo>
                <a:cubicBezTo>
                  <a:pt x="9430187" y="3549869"/>
                  <a:pt x="9432122" y="3543469"/>
                  <a:pt x="9432122" y="3534936"/>
                </a:cubicBezTo>
                <a:lnTo>
                  <a:pt x="9432122" y="3480912"/>
                </a:lnTo>
                <a:cubicBezTo>
                  <a:pt x="9432122" y="3463549"/>
                  <a:pt x="9433610" y="3451444"/>
                  <a:pt x="9436587" y="3444598"/>
                </a:cubicBezTo>
                <a:cubicBezTo>
                  <a:pt x="9439265" y="3439240"/>
                  <a:pt x="9443011" y="3434974"/>
                  <a:pt x="9447823" y="3431799"/>
                </a:cubicBezTo>
                <a:cubicBezTo>
                  <a:pt x="9452635" y="3428623"/>
                  <a:pt x="9457720" y="3427036"/>
                  <a:pt x="9463078" y="3427036"/>
                </a:cubicBezTo>
                <a:cubicBezTo>
                  <a:pt x="9469726" y="3427036"/>
                  <a:pt x="9474687" y="3428822"/>
                  <a:pt x="9477961" y="3432394"/>
                </a:cubicBezTo>
                <a:cubicBezTo>
                  <a:pt x="9481235" y="3435966"/>
                  <a:pt x="9483244" y="3440381"/>
                  <a:pt x="9483988" y="3445640"/>
                </a:cubicBezTo>
                <a:cubicBezTo>
                  <a:pt x="9484732" y="3450898"/>
                  <a:pt x="9485105" y="3457893"/>
                  <a:pt x="9485105" y="3466624"/>
                </a:cubicBezTo>
                <a:lnTo>
                  <a:pt x="9485105" y="3534936"/>
                </a:lnTo>
                <a:cubicBezTo>
                  <a:pt x="9485105" y="3543370"/>
                  <a:pt x="9487064" y="3549745"/>
                  <a:pt x="9490983" y="3554061"/>
                </a:cubicBezTo>
                <a:cubicBezTo>
                  <a:pt x="9494902" y="3558377"/>
                  <a:pt x="9499938" y="3560535"/>
                  <a:pt x="9506089" y="3560535"/>
                </a:cubicBezTo>
                <a:cubicBezTo>
                  <a:pt x="9512439" y="3560535"/>
                  <a:pt x="9517549" y="3558402"/>
                  <a:pt x="9521419" y="3554135"/>
                </a:cubicBezTo>
                <a:cubicBezTo>
                  <a:pt x="9525288" y="3549869"/>
                  <a:pt x="9527223" y="3543469"/>
                  <a:pt x="9527223" y="3534936"/>
                </a:cubicBezTo>
                <a:lnTo>
                  <a:pt x="9527223" y="3455611"/>
                </a:lnTo>
                <a:cubicBezTo>
                  <a:pt x="9527223" y="3439835"/>
                  <a:pt x="9525487" y="3428276"/>
                  <a:pt x="9522014" y="3420934"/>
                </a:cubicBezTo>
                <a:cubicBezTo>
                  <a:pt x="9518045" y="3412798"/>
                  <a:pt x="9512042" y="3406547"/>
                  <a:pt x="9504006" y="3402182"/>
                </a:cubicBezTo>
                <a:cubicBezTo>
                  <a:pt x="9495969" y="3397816"/>
                  <a:pt x="9486394" y="3395633"/>
                  <a:pt x="9475282" y="3395633"/>
                </a:cubicBezTo>
                <a:cubicBezTo>
                  <a:pt x="9465757" y="3395633"/>
                  <a:pt x="9457075" y="3397643"/>
                  <a:pt x="9449237" y="3401661"/>
                </a:cubicBezTo>
                <a:cubicBezTo>
                  <a:pt x="9441399" y="3405679"/>
                  <a:pt x="9434057" y="3411856"/>
                  <a:pt x="9427210" y="3420190"/>
                </a:cubicBezTo>
                <a:cubicBezTo>
                  <a:pt x="9422448" y="3411955"/>
                  <a:pt x="9416396" y="3405803"/>
                  <a:pt x="9409053" y="3401735"/>
                </a:cubicBezTo>
                <a:cubicBezTo>
                  <a:pt x="9401711" y="3397667"/>
                  <a:pt x="9392930" y="3395633"/>
                  <a:pt x="9382711" y="3395633"/>
                </a:cubicBezTo>
                <a:cubicBezTo>
                  <a:pt x="9372888" y="3395633"/>
                  <a:pt x="9363958" y="3397618"/>
                  <a:pt x="9355922" y="3401586"/>
                </a:cubicBezTo>
                <a:cubicBezTo>
                  <a:pt x="9347885" y="3405555"/>
                  <a:pt x="9340344" y="3411756"/>
                  <a:pt x="9333300" y="3420190"/>
                </a:cubicBezTo>
                <a:lnTo>
                  <a:pt x="9333300" y="3416320"/>
                </a:lnTo>
                <a:cubicBezTo>
                  <a:pt x="9333300" y="3409772"/>
                  <a:pt x="9331439" y="3404637"/>
                  <a:pt x="9327719" y="3400917"/>
                </a:cubicBezTo>
                <a:cubicBezTo>
                  <a:pt x="9323998" y="3397196"/>
                  <a:pt x="9319360" y="3395336"/>
                  <a:pt x="9313803" y="3395336"/>
                </a:cubicBezTo>
                <a:close/>
                <a:moveTo>
                  <a:pt x="8772962" y="3395336"/>
                </a:moveTo>
                <a:cubicBezTo>
                  <a:pt x="8766910" y="3395336"/>
                  <a:pt x="8762048" y="3397345"/>
                  <a:pt x="8758377" y="3401363"/>
                </a:cubicBezTo>
                <a:cubicBezTo>
                  <a:pt x="8754706" y="3405382"/>
                  <a:pt x="8752870" y="3411459"/>
                  <a:pt x="8752870" y="3419595"/>
                </a:cubicBezTo>
                <a:lnTo>
                  <a:pt x="8752870" y="3500111"/>
                </a:lnTo>
                <a:cubicBezTo>
                  <a:pt x="8752870" y="3516283"/>
                  <a:pt x="8755400" y="3528686"/>
                  <a:pt x="8760460" y="3537318"/>
                </a:cubicBezTo>
                <a:cubicBezTo>
                  <a:pt x="8764727" y="3544461"/>
                  <a:pt x="8770754" y="3550067"/>
                  <a:pt x="8778543" y="3554135"/>
                </a:cubicBezTo>
                <a:cubicBezTo>
                  <a:pt x="8786332" y="3558203"/>
                  <a:pt x="8795137" y="3560237"/>
                  <a:pt x="8804960" y="3560237"/>
                </a:cubicBezTo>
                <a:cubicBezTo>
                  <a:pt x="8813096" y="3560237"/>
                  <a:pt x="8820339" y="3559220"/>
                  <a:pt x="8826689" y="3557186"/>
                </a:cubicBezTo>
                <a:cubicBezTo>
                  <a:pt x="8833039" y="3555152"/>
                  <a:pt x="8838893" y="3552052"/>
                  <a:pt x="8844251" y="3547885"/>
                </a:cubicBezTo>
                <a:cubicBezTo>
                  <a:pt x="8849608" y="3543717"/>
                  <a:pt x="8854718" y="3538558"/>
                  <a:pt x="8859580" y="3532406"/>
                </a:cubicBezTo>
                <a:lnTo>
                  <a:pt x="8859580" y="3537615"/>
                </a:lnTo>
                <a:cubicBezTo>
                  <a:pt x="8859580" y="3544858"/>
                  <a:pt x="8861391" y="3550489"/>
                  <a:pt x="8865012" y="3554507"/>
                </a:cubicBezTo>
                <a:cubicBezTo>
                  <a:pt x="8868634" y="3558526"/>
                  <a:pt x="8873222" y="3560535"/>
                  <a:pt x="8878779" y="3560535"/>
                </a:cubicBezTo>
                <a:cubicBezTo>
                  <a:pt x="8884335" y="3560535"/>
                  <a:pt x="8888874" y="3558600"/>
                  <a:pt x="8892397" y="3554731"/>
                </a:cubicBezTo>
                <a:cubicBezTo>
                  <a:pt x="8895919" y="3550861"/>
                  <a:pt x="8897680" y="3545057"/>
                  <a:pt x="8897680" y="3537318"/>
                </a:cubicBezTo>
                <a:lnTo>
                  <a:pt x="8897680" y="3419595"/>
                </a:lnTo>
                <a:cubicBezTo>
                  <a:pt x="8897680" y="3411459"/>
                  <a:pt x="8895844" y="3405382"/>
                  <a:pt x="8892173" y="3401363"/>
                </a:cubicBezTo>
                <a:cubicBezTo>
                  <a:pt x="8888502" y="3397345"/>
                  <a:pt x="8883640" y="3395336"/>
                  <a:pt x="8877588" y="3395336"/>
                </a:cubicBezTo>
                <a:cubicBezTo>
                  <a:pt x="8871536" y="3395336"/>
                  <a:pt x="8866624" y="3397370"/>
                  <a:pt x="8862854" y="3401438"/>
                </a:cubicBezTo>
                <a:cubicBezTo>
                  <a:pt x="8859084" y="3405506"/>
                  <a:pt x="8857199" y="3411558"/>
                  <a:pt x="8857199" y="3419595"/>
                </a:cubicBezTo>
                <a:lnTo>
                  <a:pt x="8857199" y="3469006"/>
                </a:lnTo>
                <a:cubicBezTo>
                  <a:pt x="8857199" y="3488452"/>
                  <a:pt x="8856058" y="3501053"/>
                  <a:pt x="8853776" y="3506808"/>
                </a:cubicBezTo>
                <a:cubicBezTo>
                  <a:pt x="8850997" y="3513356"/>
                  <a:pt x="8846582" y="3518665"/>
                  <a:pt x="8840530" y="3522733"/>
                </a:cubicBezTo>
                <a:cubicBezTo>
                  <a:pt x="8834478" y="3526800"/>
                  <a:pt x="8828028" y="3528835"/>
                  <a:pt x="8821182" y="3528835"/>
                </a:cubicBezTo>
                <a:cubicBezTo>
                  <a:pt x="8814138" y="3528835"/>
                  <a:pt x="8808557" y="3527024"/>
                  <a:pt x="8804439" y="3523402"/>
                </a:cubicBezTo>
                <a:cubicBezTo>
                  <a:pt x="8800321" y="3519781"/>
                  <a:pt x="8797469" y="3514770"/>
                  <a:pt x="8795881" y="3508371"/>
                </a:cubicBezTo>
                <a:cubicBezTo>
                  <a:pt x="8794294" y="3501971"/>
                  <a:pt x="8793500" y="3494058"/>
                  <a:pt x="8793500" y="3484633"/>
                </a:cubicBezTo>
                <a:lnTo>
                  <a:pt x="8793500" y="3419595"/>
                </a:lnTo>
                <a:cubicBezTo>
                  <a:pt x="8793500" y="3411558"/>
                  <a:pt x="8791615" y="3405506"/>
                  <a:pt x="8787845" y="3401438"/>
                </a:cubicBezTo>
                <a:cubicBezTo>
                  <a:pt x="8784074" y="3397370"/>
                  <a:pt x="8779113" y="3395336"/>
                  <a:pt x="8772962" y="3395336"/>
                </a:cubicBezTo>
                <a:close/>
                <a:moveTo>
                  <a:pt x="10776486" y="3395038"/>
                </a:moveTo>
                <a:cubicBezTo>
                  <a:pt x="10760512" y="3395038"/>
                  <a:pt x="10747167" y="3397221"/>
                  <a:pt x="10736451" y="3401586"/>
                </a:cubicBezTo>
                <a:cubicBezTo>
                  <a:pt x="10725736" y="3405952"/>
                  <a:pt x="10717848" y="3411508"/>
                  <a:pt x="10712788" y="3418255"/>
                </a:cubicBezTo>
                <a:cubicBezTo>
                  <a:pt x="10707727" y="3425002"/>
                  <a:pt x="10705197" y="3431947"/>
                  <a:pt x="10705197" y="3439091"/>
                </a:cubicBezTo>
                <a:cubicBezTo>
                  <a:pt x="10705197" y="3443655"/>
                  <a:pt x="10706859" y="3447401"/>
                  <a:pt x="10710183" y="3450328"/>
                </a:cubicBezTo>
                <a:cubicBezTo>
                  <a:pt x="10713507" y="3453255"/>
                  <a:pt x="10717451" y="3454718"/>
                  <a:pt x="10722015" y="3454718"/>
                </a:cubicBezTo>
                <a:cubicBezTo>
                  <a:pt x="10727075" y="3454718"/>
                  <a:pt x="10730374" y="3453800"/>
                  <a:pt x="10731912" y="3451965"/>
                </a:cubicBezTo>
                <a:cubicBezTo>
                  <a:pt x="10733450" y="3450129"/>
                  <a:pt x="10736079" y="3446334"/>
                  <a:pt x="10739800" y="3440579"/>
                </a:cubicBezTo>
                <a:cubicBezTo>
                  <a:pt x="10743521" y="3434825"/>
                  <a:pt x="10747986" y="3430509"/>
                  <a:pt x="10753195" y="3427631"/>
                </a:cubicBezTo>
                <a:cubicBezTo>
                  <a:pt x="10758403" y="3424754"/>
                  <a:pt x="10766167" y="3423315"/>
                  <a:pt x="10776486" y="3423315"/>
                </a:cubicBezTo>
                <a:cubicBezTo>
                  <a:pt x="10788491" y="3423315"/>
                  <a:pt x="10796404" y="3425821"/>
                  <a:pt x="10800224" y="3430831"/>
                </a:cubicBezTo>
                <a:cubicBezTo>
                  <a:pt x="10804044" y="3435842"/>
                  <a:pt x="10806202" y="3443705"/>
                  <a:pt x="10806698" y="3454420"/>
                </a:cubicBezTo>
                <a:cubicBezTo>
                  <a:pt x="10798165" y="3456901"/>
                  <a:pt x="10790253" y="3459009"/>
                  <a:pt x="10782960" y="3460746"/>
                </a:cubicBezTo>
                <a:cubicBezTo>
                  <a:pt x="10775668" y="3462482"/>
                  <a:pt x="10766911" y="3464392"/>
                  <a:pt x="10756692" y="3466476"/>
                </a:cubicBezTo>
                <a:cubicBezTo>
                  <a:pt x="10746473" y="3468559"/>
                  <a:pt x="10740073" y="3469899"/>
                  <a:pt x="10737493" y="3470494"/>
                </a:cubicBezTo>
                <a:cubicBezTo>
                  <a:pt x="10725190" y="3473173"/>
                  <a:pt x="10715516" y="3478431"/>
                  <a:pt x="10708472" y="3486270"/>
                </a:cubicBezTo>
                <a:cubicBezTo>
                  <a:pt x="10701427" y="3494108"/>
                  <a:pt x="10697905" y="3503583"/>
                  <a:pt x="10697905" y="3514696"/>
                </a:cubicBezTo>
                <a:cubicBezTo>
                  <a:pt x="10697905" y="3522931"/>
                  <a:pt x="10700038" y="3530571"/>
                  <a:pt x="10704305" y="3537615"/>
                </a:cubicBezTo>
                <a:cubicBezTo>
                  <a:pt x="10708571" y="3544660"/>
                  <a:pt x="10714648" y="3550241"/>
                  <a:pt x="10722536" y="3554359"/>
                </a:cubicBezTo>
                <a:cubicBezTo>
                  <a:pt x="10730424" y="3558476"/>
                  <a:pt x="10739577" y="3560535"/>
                  <a:pt x="10749995" y="3560535"/>
                </a:cubicBezTo>
                <a:cubicBezTo>
                  <a:pt x="10761405" y="3560535"/>
                  <a:pt x="10771699" y="3558625"/>
                  <a:pt x="10780877" y="3554805"/>
                </a:cubicBezTo>
                <a:cubicBezTo>
                  <a:pt x="10790054" y="3550985"/>
                  <a:pt x="10799555" y="3545255"/>
                  <a:pt x="10809377" y="3537615"/>
                </a:cubicBezTo>
                <a:cubicBezTo>
                  <a:pt x="10813941" y="3545057"/>
                  <a:pt x="10818257" y="3550737"/>
                  <a:pt x="10822325" y="3554656"/>
                </a:cubicBezTo>
                <a:cubicBezTo>
                  <a:pt x="10826393" y="3558575"/>
                  <a:pt x="10830511" y="3560535"/>
                  <a:pt x="10834678" y="3560535"/>
                </a:cubicBezTo>
                <a:cubicBezTo>
                  <a:pt x="10839639" y="3560535"/>
                  <a:pt x="10844079" y="3558823"/>
                  <a:pt x="10847998" y="3555400"/>
                </a:cubicBezTo>
                <a:cubicBezTo>
                  <a:pt x="10851917" y="3551977"/>
                  <a:pt x="10853877" y="3548182"/>
                  <a:pt x="10853877" y="3544015"/>
                </a:cubicBezTo>
                <a:cubicBezTo>
                  <a:pt x="10853877" y="3541634"/>
                  <a:pt x="10852612" y="3536301"/>
                  <a:pt x="10850082" y="3528016"/>
                </a:cubicBezTo>
                <a:cubicBezTo>
                  <a:pt x="10847552" y="3519731"/>
                  <a:pt x="10846287" y="3511769"/>
                  <a:pt x="10846287" y="3504129"/>
                </a:cubicBezTo>
                <a:cubicBezTo>
                  <a:pt x="10846386" y="3495993"/>
                  <a:pt x="10846460" y="3488601"/>
                  <a:pt x="10846510" y="3481954"/>
                </a:cubicBezTo>
                <a:cubicBezTo>
                  <a:pt x="10846559" y="3475306"/>
                  <a:pt x="10846584" y="3467220"/>
                  <a:pt x="10846584" y="3457695"/>
                </a:cubicBezTo>
                <a:cubicBezTo>
                  <a:pt x="10846584" y="3442613"/>
                  <a:pt x="10844476" y="3430509"/>
                  <a:pt x="10840259" y="3421381"/>
                </a:cubicBezTo>
                <a:cubicBezTo>
                  <a:pt x="10836042" y="3412252"/>
                  <a:pt x="10828824" y="3405580"/>
                  <a:pt x="10818605" y="3401363"/>
                </a:cubicBezTo>
                <a:cubicBezTo>
                  <a:pt x="10808385" y="3397146"/>
                  <a:pt x="10794345" y="3395038"/>
                  <a:pt x="10776486" y="3395038"/>
                </a:cubicBezTo>
                <a:close/>
                <a:moveTo>
                  <a:pt x="9900186" y="3395038"/>
                </a:moveTo>
                <a:cubicBezTo>
                  <a:pt x="9884212" y="3395038"/>
                  <a:pt x="9870867" y="3397221"/>
                  <a:pt x="9860151" y="3401586"/>
                </a:cubicBezTo>
                <a:cubicBezTo>
                  <a:pt x="9849436" y="3405952"/>
                  <a:pt x="9841548" y="3411508"/>
                  <a:pt x="9836488" y="3418255"/>
                </a:cubicBezTo>
                <a:cubicBezTo>
                  <a:pt x="9831428" y="3425002"/>
                  <a:pt x="9828897" y="3431947"/>
                  <a:pt x="9828897" y="3439091"/>
                </a:cubicBezTo>
                <a:cubicBezTo>
                  <a:pt x="9828897" y="3443655"/>
                  <a:pt x="9830559" y="3447401"/>
                  <a:pt x="9833883" y="3450328"/>
                </a:cubicBezTo>
                <a:cubicBezTo>
                  <a:pt x="9837207" y="3453255"/>
                  <a:pt x="9841151" y="3454718"/>
                  <a:pt x="9845715" y="3454718"/>
                </a:cubicBezTo>
                <a:cubicBezTo>
                  <a:pt x="9850775" y="3454718"/>
                  <a:pt x="9854074" y="3453800"/>
                  <a:pt x="9855612" y="3451965"/>
                </a:cubicBezTo>
                <a:cubicBezTo>
                  <a:pt x="9857150" y="3450129"/>
                  <a:pt x="9859779" y="3446334"/>
                  <a:pt x="9863500" y="3440579"/>
                </a:cubicBezTo>
                <a:cubicBezTo>
                  <a:pt x="9867221" y="3434825"/>
                  <a:pt x="9871686" y="3430509"/>
                  <a:pt x="9876895" y="3427631"/>
                </a:cubicBezTo>
                <a:cubicBezTo>
                  <a:pt x="9882104" y="3424754"/>
                  <a:pt x="9889867" y="3423315"/>
                  <a:pt x="9900186" y="3423315"/>
                </a:cubicBezTo>
                <a:cubicBezTo>
                  <a:pt x="9912192" y="3423315"/>
                  <a:pt x="9920104" y="3425821"/>
                  <a:pt x="9923924" y="3430831"/>
                </a:cubicBezTo>
                <a:cubicBezTo>
                  <a:pt x="9927744" y="3435842"/>
                  <a:pt x="9929902" y="3443705"/>
                  <a:pt x="9930398" y="3454420"/>
                </a:cubicBezTo>
                <a:cubicBezTo>
                  <a:pt x="9921865" y="3456901"/>
                  <a:pt x="9913953" y="3459009"/>
                  <a:pt x="9906660" y="3460746"/>
                </a:cubicBezTo>
                <a:cubicBezTo>
                  <a:pt x="9899368" y="3462482"/>
                  <a:pt x="9890612" y="3464392"/>
                  <a:pt x="9880392" y="3466476"/>
                </a:cubicBezTo>
                <a:cubicBezTo>
                  <a:pt x="9870173" y="3468559"/>
                  <a:pt x="9863773" y="3469899"/>
                  <a:pt x="9861193" y="3470494"/>
                </a:cubicBezTo>
                <a:cubicBezTo>
                  <a:pt x="9848890" y="3473173"/>
                  <a:pt x="9839216" y="3478431"/>
                  <a:pt x="9832172" y="3486270"/>
                </a:cubicBezTo>
                <a:cubicBezTo>
                  <a:pt x="9825127" y="3494108"/>
                  <a:pt x="9821605" y="3503583"/>
                  <a:pt x="9821605" y="3514696"/>
                </a:cubicBezTo>
                <a:cubicBezTo>
                  <a:pt x="9821605" y="3522931"/>
                  <a:pt x="9823738" y="3530571"/>
                  <a:pt x="9828005" y="3537615"/>
                </a:cubicBezTo>
                <a:cubicBezTo>
                  <a:pt x="9832271" y="3544660"/>
                  <a:pt x="9838348" y="3550241"/>
                  <a:pt x="9846236" y="3554359"/>
                </a:cubicBezTo>
                <a:cubicBezTo>
                  <a:pt x="9854124" y="3558476"/>
                  <a:pt x="9863277" y="3560535"/>
                  <a:pt x="9873695" y="3560535"/>
                </a:cubicBezTo>
                <a:cubicBezTo>
                  <a:pt x="9885105" y="3560535"/>
                  <a:pt x="9895399" y="3558625"/>
                  <a:pt x="9904577" y="3554805"/>
                </a:cubicBezTo>
                <a:cubicBezTo>
                  <a:pt x="9913754" y="3550985"/>
                  <a:pt x="9923255" y="3545255"/>
                  <a:pt x="9933077" y="3537615"/>
                </a:cubicBezTo>
                <a:cubicBezTo>
                  <a:pt x="9937641" y="3545057"/>
                  <a:pt x="9941957" y="3550737"/>
                  <a:pt x="9946025" y="3554656"/>
                </a:cubicBezTo>
                <a:cubicBezTo>
                  <a:pt x="9950093" y="3558575"/>
                  <a:pt x="9954211" y="3560535"/>
                  <a:pt x="9958378" y="3560535"/>
                </a:cubicBezTo>
                <a:cubicBezTo>
                  <a:pt x="9963339" y="3560535"/>
                  <a:pt x="9967779" y="3558823"/>
                  <a:pt x="9971698" y="3555400"/>
                </a:cubicBezTo>
                <a:cubicBezTo>
                  <a:pt x="9975617" y="3551977"/>
                  <a:pt x="9977577" y="3548182"/>
                  <a:pt x="9977577" y="3544015"/>
                </a:cubicBezTo>
                <a:cubicBezTo>
                  <a:pt x="9977577" y="3541634"/>
                  <a:pt x="9976312" y="3536301"/>
                  <a:pt x="9973782" y="3528016"/>
                </a:cubicBezTo>
                <a:cubicBezTo>
                  <a:pt x="9971252" y="3519731"/>
                  <a:pt x="9969987" y="3511769"/>
                  <a:pt x="9969987" y="3504129"/>
                </a:cubicBezTo>
                <a:cubicBezTo>
                  <a:pt x="9970086" y="3495993"/>
                  <a:pt x="9970160" y="3488601"/>
                  <a:pt x="9970210" y="3481954"/>
                </a:cubicBezTo>
                <a:cubicBezTo>
                  <a:pt x="9970259" y="3475306"/>
                  <a:pt x="9970284" y="3467220"/>
                  <a:pt x="9970284" y="3457695"/>
                </a:cubicBezTo>
                <a:cubicBezTo>
                  <a:pt x="9970284" y="3442613"/>
                  <a:pt x="9968176" y="3430509"/>
                  <a:pt x="9963959" y="3421381"/>
                </a:cubicBezTo>
                <a:cubicBezTo>
                  <a:pt x="9959742" y="3412252"/>
                  <a:pt x="9952524" y="3405580"/>
                  <a:pt x="9942305" y="3401363"/>
                </a:cubicBezTo>
                <a:cubicBezTo>
                  <a:pt x="9932085" y="3397146"/>
                  <a:pt x="9918046" y="3395038"/>
                  <a:pt x="9900186" y="3395038"/>
                </a:cubicBezTo>
                <a:close/>
                <a:moveTo>
                  <a:pt x="9185811" y="3395038"/>
                </a:moveTo>
                <a:cubicBezTo>
                  <a:pt x="9169837" y="3395038"/>
                  <a:pt x="9156492" y="3397221"/>
                  <a:pt x="9145776" y="3401586"/>
                </a:cubicBezTo>
                <a:cubicBezTo>
                  <a:pt x="9135061" y="3405952"/>
                  <a:pt x="9127173" y="3411508"/>
                  <a:pt x="9122113" y="3418255"/>
                </a:cubicBezTo>
                <a:cubicBezTo>
                  <a:pt x="9117053" y="3425002"/>
                  <a:pt x="9114523" y="3431947"/>
                  <a:pt x="9114523" y="3439091"/>
                </a:cubicBezTo>
                <a:cubicBezTo>
                  <a:pt x="9114523" y="3443655"/>
                  <a:pt x="9116184" y="3447401"/>
                  <a:pt x="9119508" y="3450328"/>
                </a:cubicBezTo>
                <a:cubicBezTo>
                  <a:pt x="9122832" y="3453255"/>
                  <a:pt x="9126776" y="3454718"/>
                  <a:pt x="9131340" y="3454718"/>
                </a:cubicBezTo>
                <a:cubicBezTo>
                  <a:pt x="9136400" y="3454718"/>
                  <a:pt x="9139699" y="3453800"/>
                  <a:pt x="9141237" y="3451965"/>
                </a:cubicBezTo>
                <a:cubicBezTo>
                  <a:pt x="9142775" y="3450129"/>
                  <a:pt x="9145404" y="3446334"/>
                  <a:pt x="9149125" y="3440579"/>
                </a:cubicBezTo>
                <a:cubicBezTo>
                  <a:pt x="9152846" y="3434825"/>
                  <a:pt x="9157311" y="3430509"/>
                  <a:pt x="9162520" y="3427631"/>
                </a:cubicBezTo>
                <a:cubicBezTo>
                  <a:pt x="9167729" y="3424754"/>
                  <a:pt x="9175492" y="3423315"/>
                  <a:pt x="9185811" y="3423315"/>
                </a:cubicBezTo>
                <a:cubicBezTo>
                  <a:pt x="9197817" y="3423315"/>
                  <a:pt x="9205729" y="3425821"/>
                  <a:pt x="9209549" y="3430831"/>
                </a:cubicBezTo>
                <a:cubicBezTo>
                  <a:pt x="9213369" y="3435842"/>
                  <a:pt x="9215527" y="3443705"/>
                  <a:pt x="9216023" y="3454420"/>
                </a:cubicBezTo>
                <a:cubicBezTo>
                  <a:pt x="9207490" y="3456901"/>
                  <a:pt x="9199578" y="3459009"/>
                  <a:pt x="9192285" y="3460746"/>
                </a:cubicBezTo>
                <a:cubicBezTo>
                  <a:pt x="9184993" y="3462482"/>
                  <a:pt x="9176237" y="3464392"/>
                  <a:pt x="9166017" y="3466476"/>
                </a:cubicBezTo>
                <a:cubicBezTo>
                  <a:pt x="9155797" y="3468559"/>
                  <a:pt x="9149398" y="3469899"/>
                  <a:pt x="9146818" y="3470494"/>
                </a:cubicBezTo>
                <a:cubicBezTo>
                  <a:pt x="9134515" y="3473173"/>
                  <a:pt x="9124841" y="3478431"/>
                  <a:pt x="9117797" y="3486270"/>
                </a:cubicBezTo>
                <a:cubicBezTo>
                  <a:pt x="9110752" y="3494108"/>
                  <a:pt x="9107230" y="3503583"/>
                  <a:pt x="9107230" y="3514696"/>
                </a:cubicBezTo>
                <a:cubicBezTo>
                  <a:pt x="9107230" y="3522931"/>
                  <a:pt x="9109363" y="3530571"/>
                  <a:pt x="9113629" y="3537615"/>
                </a:cubicBezTo>
                <a:cubicBezTo>
                  <a:pt x="9117896" y="3544660"/>
                  <a:pt x="9123973" y="3550241"/>
                  <a:pt x="9131861" y="3554359"/>
                </a:cubicBezTo>
                <a:cubicBezTo>
                  <a:pt x="9139749" y="3558476"/>
                  <a:pt x="9148902" y="3560535"/>
                  <a:pt x="9159320" y="3560535"/>
                </a:cubicBezTo>
                <a:cubicBezTo>
                  <a:pt x="9170730" y="3560535"/>
                  <a:pt x="9181024" y="3558625"/>
                  <a:pt x="9190202" y="3554805"/>
                </a:cubicBezTo>
                <a:cubicBezTo>
                  <a:pt x="9199379" y="3550985"/>
                  <a:pt x="9208879" y="3545255"/>
                  <a:pt x="9218702" y="3537615"/>
                </a:cubicBezTo>
                <a:cubicBezTo>
                  <a:pt x="9223266" y="3545057"/>
                  <a:pt x="9227582" y="3550737"/>
                  <a:pt x="9231650" y="3554656"/>
                </a:cubicBezTo>
                <a:cubicBezTo>
                  <a:pt x="9235718" y="3558575"/>
                  <a:pt x="9239836" y="3560535"/>
                  <a:pt x="9244003" y="3560535"/>
                </a:cubicBezTo>
                <a:cubicBezTo>
                  <a:pt x="9248964" y="3560535"/>
                  <a:pt x="9253404" y="3558823"/>
                  <a:pt x="9257323" y="3555400"/>
                </a:cubicBezTo>
                <a:cubicBezTo>
                  <a:pt x="9261242" y="3551977"/>
                  <a:pt x="9263202" y="3548182"/>
                  <a:pt x="9263202" y="3544015"/>
                </a:cubicBezTo>
                <a:cubicBezTo>
                  <a:pt x="9263202" y="3541634"/>
                  <a:pt x="9261937" y="3536301"/>
                  <a:pt x="9259407" y="3528016"/>
                </a:cubicBezTo>
                <a:cubicBezTo>
                  <a:pt x="9256877" y="3519731"/>
                  <a:pt x="9255612" y="3511769"/>
                  <a:pt x="9255612" y="3504129"/>
                </a:cubicBezTo>
                <a:cubicBezTo>
                  <a:pt x="9255711" y="3495993"/>
                  <a:pt x="9255785" y="3488601"/>
                  <a:pt x="9255835" y="3481954"/>
                </a:cubicBezTo>
                <a:cubicBezTo>
                  <a:pt x="9255884" y="3475306"/>
                  <a:pt x="9255909" y="3467220"/>
                  <a:pt x="9255909" y="3457695"/>
                </a:cubicBezTo>
                <a:cubicBezTo>
                  <a:pt x="9255909" y="3442613"/>
                  <a:pt x="9253801" y="3430509"/>
                  <a:pt x="9249584" y="3421381"/>
                </a:cubicBezTo>
                <a:cubicBezTo>
                  <a:pt x="9245367" y="3412252"/>
                  <a:pt x="9238149" y="3405580"/>
                  <a:pt x="9227929" y="3401363"/>
                </a:cubicBezTo>
                <a:cubicBezTo>
                  <a:pt x="9217710" y="3397146"/>
                  <a:pt x="9203671" y="3395038"/>
                  <a:pt x="9185811" y="3395038"/>
                </a:cubicBezTo>
                <a:close/>
                <a:moveTo>
                  <a:pt x="8525312" y="3338632"/>
                </a:moveTo>
                <a:cubicBezTo>
                  <a:pt x="8516878" y="3338632"/>
                  <a:pt x="8510181" y="3340294"/>
                  <a:pt x="8505220" y="3343618"/>
                </a:cubicBezTo>
                <a:cubicBezTo>
                  <a:pt x="8500259" y="3346942"/>
                  <a:pt x="8497779" y="3353366"/>
                  <a:pt x="8497779" y="3362891"/>
                </a:cubicBezTo>
                <a:lnTo>
                  <a:pt x="8497779" y="3535532"/>
                </a:lnTo>
                <a:cubicBezTo>
                  <a:pt x="8497779" y="3543965"/>
                  <a:pt x="8499664" y="3550241"/>
                  <a:pt x="8503434" y="3554359"/>
                </a:cubicBezTo>
                <a:cubicBezTo>
                  <a:pt x="8507205" y="3558476"/>
                  <a:pt x="8512066" y="3560535"/>
                  <a:pt x="8518019" y="3560535"/>
                </a:cubicBezTo>
                <a:cubicBezTo>
                  <a:pt x="8524171" y="3560535"/>
                  <a:pt x="8529107" y="3558451"/>
                  <a:pt x="8532828" y="3554284"/>
                </a:cubicBezTo>
                <a:cubicBezTo>
                  <a:pt x="8536549" y="3550117"/>
                  <a:pt x="8538409" y="3543866"/>
                  <a:pt x="8538409" y="3535532"/>
                </a:cubicBezTo>
                <a:lnTo>
                  <a:pt x="8538409" y="3384918"/>
                </a:lnTo>
                <a:lnTo>
                  <a:pt x="8573383" y="3523923"/>
                </a:lnTo>
                <a:cubicBezTo>
                  <a:pt x="8574574" y="3528487"/>
                  <a:pt x="8575740" y="3532878"/>
                  <a:pt x="8576881" y="3537094"/>
                </a:cubicBezTo>
                <a:cubicBezTo>
                  <a:pt x="8578022" y="3541311"/>
                  <a:pt x="8579585" y="3545156"/>
                  <a:pt x="8581569" y="3548629"/>
                </a:cubicBezTo>
                <a:cubicBezTo>
                  <a:pt x="8583553" y="3552101"/>
                  <a:pt x="8586331" y="3554954"/>
                  <a:pt x="8589903" y="3557186"/>
                </a:cubicBezTo>
                <a:cubicBezTo>
                  <a:pt x="8593475" y="3559419"/>
                  <a:pt x="8597841" y="3560535"/>
                  <a:pt x="8603000" y="3560535"/>
                </a:cubicBezTo>
                <a:cubicBezTo>
                  <a:pt x="8609846" y="3560535"/>
                  <a:pt x="8615204" y="3558799"/>
                  <a:pt x="8619074" y="3555326"/>
                </a:cubicBezTo>
                <a:cubicBezTo>
                  <a:pt x="8622943" y="3551853"/>
                  <a:pt x="8625597" y="3548009"/>
                  <a:pt x="8627036" y="3543792"/>
                </a:cubicBezTo>
                <a:cubicBezTo>
                  <a:pt x="8628475" y="3539575"/>
                  <a:pt x="8630335" y="3532952"/>
                  <a:pt x="8632617" y="3523923"/>
                </a:cubicBezTo>
                <a:lnTo>
                  <a:pt x="8667592" y="3384918"/>
                </a:lnTo>
                <a:lnTo>
                  <a:pt x="8667592" y="3535532"/>
                </a:lnTo>
                <a:cubicBezTo>
                  <a:pt x="8667592" y="3543866"/>
                  <a:pt x="8669477" y="3550117"/>
                  <a:pt x="8673247" y="3554284"/>
                </a:cubicBezTo>
                <a:cubicBezTo>
                  <a:pt x="8677017" y="3558451"/>
                  <a:pt x="8681830" y="3560535"/>
                  <a:pt x="8687683" y="3560535"/>
                </a:cubicBezTo>
                <a:cubicBezTo>
                  <a:pt x="8693934" y="3560535"/>
                  <a:pt x="8698920" y="3558451"/>
                  <a:pt x="8702641" y="3554284"/>
                </a:cubicBezTo>
                <a:cubicBezTo>
                  <a:pt x="8706361" y="3550117"/>
                  <a:pt x="8708222" y="3543866"/>
                  <a:pt x="8708222" y="3535532"/>
                </a:cubicBezTo>
                <a:lnTo>
                  <a:pt x="8708222" y="3362891"/>
                </a:lnTo>
                <a:cubicBezTo>
                  <a:pt x="8708222" y="3353366"/>
                  <a:pt x="8705741" y="3346942"/>
                  <a:pt x="8700780" y="3343618"/>
                </a:cubicBezTo>
                <a:cubicBezTo>
                  <a:pt x="8695819" y="3340294"/>
                  <a:pt x="8689122" y="3338632"/>
                  <a:pt x="8680689" y="3338632"/>
                </a:cubicBezTo>
                <a:lnTo>
                  <a:pt x="8666996" y="3338632"/>
                </a:lnTo>
                <a:cubicBezTo>
                  <a:pt x="8658761" y="3338632"/>
                  <a:pt x="8652783" y="3339376"/>
                  <a:pt x="8649063" y="3340865"/>
                </a:cubicBezTo>
                <a:cubicBezTo>
                  <a:pt x="8645342" y="3342353"/>
                  <a:pt x="8642589" y="3345032"/>
                  <a:pt x="8640803" y="3348901"/>
                </a:cubicBezTo>
                <a:cubicBezTo>
                  <a:pt x="8639017" y="3352771"/>
                  <a:pt x="8636983" y="3359071"/>
                  <a:pt x="8634701" y="3367802"/>
                </a:cubicBezTo>
                <a:lnTo>
                  <a:pt x="8603000" y="3487311"/>
                </a:lnTo>
                <a:lnTo>
                  <a:pt x="8571300" y="3367802"/>
                </a:lnTo>
                <a:cubicBezTo>
                  <a:pt x="8569018" y="3359071"/>
                  <a:pt x="8566984" y="3352771"/>
                  <a:pt x="8565198" y="3348901"/>
                </a:cubicBezTo>
                <a:cubicBezTo>
                  <a:pt x="8563412" y="3345032"/>
                  <a:pt x="8560659" y="3342353"/>
                  <a:pt x="8556938" y="3340865"/>
                </a:cubicBezTo>
                <a:cubicBezTo>
                  <a:pt x="8553217" y="3339376"/>
                  <a:pt x="8547239" y="3338632"/>
                  <a:pt x="8539004" y="3338632"/>
                </a:cubicBezTo>
                <a:close/>
                <a:moveTo>
                  <a:pt x="10908199" y="3336697"/>
                </a:moveTo>
                <a:cubicBezTo>
                  <a:pt x="10902742" y="3336697"/>
                  <a:pt x="10897955" y="3338558"/>
                  <a:pt x="10893837" y="3342278"/>
                </a:cubicBezTo>
                <a:cubicBezTo>
                  <a:pt x="10889720" y="3345999"/>
                  <a:pt x="10887661" y="3350737"/>
                  <a:pt x="10887661" y="3356492"/>
                </a:cubicBezTo>
                <a:cubicBezTo>
                  <a:pt x="10887661" y="3362841"/>
                  <a:pt x="10889670" y="3367753"/>
                  <a:pt x="10893688" y="3371226"/>
                </a:cubicBezTo>
                <a:cubicBezTo>
                  <a:pt x="10897707" y="3374698"/>
                  <a:pt x="10902544" y="3376435"/>
                  <a:pt x="10908199" y="3376435"/>
                </a:cubicBezTo>
                <a:cubicBezTo>
                  <a:pt x="10913656" y="3376435"/>
                  <a:pt x="10918369" y="3374673"/>
                  <a:pt x="10922338" y="3371151"/>
                </a:cubicBezTo>
                <a:cubicBezTo>
                  <a:pt x="10926307" y="3367629"/>
                  <a:pt x="10928291" y="3362742"/>
                  <a:pt x="10928291" y="3356492"/>
                </a:cubicBezTo>
                <a:cubicBezTo>
                  <a:pt x="10928291" y="3350042"/>
                  <a:pt x="10926257" y="3345131"/>
                  <a:pt x="10922189" y="3341758"/>
                </a:cubicBezTo>
                <a:cubicBezTo>
                  <a:pt x="10918121" y="3338384"/>
                  <a:pt x="10913458" y="3336697"/>
                  <a:pt x="10908199" y="3336697"/>
                </a:cubicBezTo>
                <a:close/>
                <a:moveTo>
                  <a:pt x="11103908" y="3334911"/>
                </a:moveTo>
                <a:cubicBezTo>
                  <a:pt x="11097757" y="3334911"/>
                  <a:pt x="11093019" y="3337045"/>
                  <a:pt x="11089695" y="3341311"/>
                </a:cubicBezTo>
                <a:cubicBezTo>
                  <a:pt x="11086371" y="3345577"/>
                  <a:pt x="11084709" y="3351878"/>
                  <a:pt x="11084709" y="3360212"/>
                </a:cubicBezTo>
                <a:lnTo>
                  <a:pt x="11084709" y="3420190"/>
                </a:lnTo>
                <a:cubicBezTo>
                  <a:pt x="11077069" y="3411856"/>
                  <a:pt x="11069231" y="3405679"/>
                  <a:pt x="11061195" y="3401661"/>
                </a:cubicBezTo>
                <a:cubicBezTo>
                  <a:pt x="11053158" y="3397643"/>
                  <a:pt x="11043285" y="3395633"/>
                  <a:pt x="11031577" y="3395633"/>
                </a:cubicBezTo>
                <a:cubicBezTo>
                  <a:pt x="11011337" y="3395633"/>
                  <a:pt x="10995015" y="3402727"/>
                  <a:pt x="10982613" y="3416916"/>
                </a:cubicBezTo>
                <a:cubicBezTo>
                  <a:pt x="10970211" y="3431104"/>
                  <a:pt x="10964010" y="3450898"/>
                  <a:pt x="10964010" y="3476298"/>
                </a:cubicBezTo>
                <a:cubicBezTo>
                  <a:pt x="10964010" y="3488304"/>
                  <a:pt x="10965572" y="3499466"/>
                  <a:pt x="10968698" y="3509785"/>
                </a:cubicBezTo>
                <a:cubicBezTo>
                  <a:pt x="10971823" y="3520103"/>
                  <a:pt x="10976412" y="3529082"/>
                  <a:pt x="10982464" y="3536722"/>
                </a:cubicBezTo>
                <a:cubicBezTo>
                  <a:pt x="10988517" y="3544362"/>
                  <a:pt x="10995685" y="3550241"/>
                  <a:pt x="11003970" y="3554359"/>
                </a:cubicBezTo>
                <a:cubicBezTo>
                  <a:pt x="11012255" y="3558476"/>
                  <a:pt x="11021259" y="3560535"/>
                  <a:pt x="11030982" y="3560535"/>
                </a:cubicBezTo>
                <a:cubicBezTo>
                  <a:pt x="11038324" y="3560535"/>
                  <a:pt x="11045096" y="3559518"/>
                  <a:pt x="11051297" y="3557484"/>
                </a:cubicBezTo>
                <a:cubicBezTo>
                  <a:pt x="11057499" y="3555450"/>
                  <a:pt x="11063253" y="3552473"/>
                  <a:pt x="11068561" y="3548554"/>
                </a:cubicBezTo>
                <a:cubicBezTo>
                  <a:pt x="11073869" y="3544635"/>
                  <a:pt x="11079252" y="3539550"/>
                  <a:pt x="11084709" y="3533299"/>
                </a:cubicBezTo>
                <a:lnTo>
                  <a:pt x="11084709" y="3537318"/>
                </a:lnTo>
                <a:cubicBezTo>
                  <a:pt x="11084709" y="3544759"/>
                  <a:pt x="11086520" y="3550489"/>
                  <a:pt x="11090141" y="3554507"/>
                </a:cubicBezTo>
                <a:cubicBezTo>
                  <a:pt x="11093763" y="3558526"/>
                  <a:pt x="11098352" y="3560535"/>
                  <a:pt x="11103908" y="3560535"/>
                </a:cubicBezTo>
                <a:cubicBezTo>
                  <a:pt x="11109563" y="3560535"/>
                  <a:pt x="11114177" y="3558600"/>
                  <a:pt x="11117749" y="3554731"/>
                </a:cubicBezTo>
                <a:cubicBezTo>
                  <a:pt x="11121321" y="3550861"/>
                  <a:pt x="11123107" y="3545057"/>
                  <a:pt x="11123107" y="3537318"/>
                </a:cubicBezTo>
                <a:lnTo>
                  <a:pt x="11123107" y="3358129"/>
                </a:lnTo>
                <a:cubicBezTo>
                  <a:pt x="11123107" y="3350489"/>
                  <a:pt x="11121445" y="3344709"/>
                  <a:pt x="11118121" y="3340790"/>
                </a:cubicBezTo>
                <a:cubicBezTo>
                  <a:pt x="11114797" y="3336871"/>
                  <a:pt x="11110059" y="3334911"/>
                  <a:pt x="11103908" y="3334911"/>
                </a:cubicBezTo>
                <a:close/>
                <a:moveTo>
                  <a:pt x="10534194" y="3334911"/>
                </a:moveTo>
                <a:cubicBezTo>
                  <a:pt x="10528241" y="3334911"/>
                  <a:pt x="10523603" y="3337020"/>
                  <a:pt x="10520279" y="3341237"/>
                </a:cubicBezTo>
                <a:cubicBezTo>
                  <a:pt x="10516955" y="3345453"/>
                  <a:pt x="10515293" y="3351679"/>
                  <a:pt x="10515293" y="3359915"/>
                </a:cubicBezTo>
                <a:lnTo>
                  <a:pt x="10515293" y="3537318"/>
                </a:lnTo>
                <a:cubicBezTo>
                  <a:pt x="10515293" y="3544958"/>
                  <a:pt x="10517005" y="3550737"/>
                  <a:pt x="10520427" y="3554656"/>
                </a:cubicBezTo>
                <a:cubicBezTo>
                  <a:pt x="10523851" y="3558575"/>
                  <a:pt x="10528439" y="3560535"/>
                  <a:pt x="10534194" y="3560535"/>
                </a:cubicBezTo>
                <a:cubicBezTo>
                  <a:pt x="10539849" y="3560535"/>
                  <a:pt x="10544513" y="3558575"/>
                  <a:pt x="10548184" y="3554656"/>
                </a:cubicBezTo>
                <a:cubicBezTo>
                  <a:pt x="10551855" y="3550737"/>
                  <a:pt x="10553691" y="3544958"/>
                  <a:pt x="10553691" y="3537318"/>
                </a:cubicBezTo>
                <a:lnTo>
                  <a:pt x="10553691" y="3533299"/>
                </a:lnTo>
                <a:cubicBezTo>
                  <a:pt x="10558155" y="3538459"/>
                  <a:pt x="10561752" y="3542328"/>
                  <a:pt x="10564481" y="3544908"/>
                </a:cubicBezTo>
                <a:cubicBezTo>
                  <a:pt x="10567209" y="3547488"/>
                  <a:pt x="10570508" y="3549993"/>
                  <a:pt x="10574377" y="3552424"/>
                </a:cubicBezTo>
                <a:cubicBezTo>
                  <a:pt x="10578247" y="3554855"/>
                  <a:pt x="10582935" y="3556814"/>
                  <a:pt x="10588442" y="3558302"/>
                </a:cubicBezTo>
                <a:cubicBezTo>
                  <a:pt x="10593949" y="3559791"/>
                  <a:pt x="10599827" y="3560535"/>
                  <a:pt x="10606078" y="3560535"/>
                </a:cubicBezTo>
                <a:cubicBezTo>
                  <a:pt x="10616297" y="3560535"/>
                  <a:pt x="10625649" y="3558476"/>
                  <a:pt x="10634132" y="3554359"/>
                </a:cubicBezTo>
                <a:cubicBezTo>
                  <a:pt x="10642615" y="3550241"/>
                  <a:pt x="10649833" y="3544412"/>
                  <a:pt x="10655787" y="3536871"/>
                </a:cubicBezTo>
                <a:cubicBezTo>
                  <a:pt x="10661740" y="3529331"/>
                  <a:pt x="10666279" y="3520426"/>
                  <a:pt x="10669405" y="3510157"/>
                </a:cubicBezTo>
                <a:cubicBezTo>
                  <a:pt x="10672530" y="3499887"/>
                  <a:pt x="10674093" y="3488601"/>
                  <a:pt x="10674093" y="3476298"/>
                </a:cubicBezTo>
                <a:cubicBezTo>
                  <a:pt x="10674093" y="3459629"/>
                  <a:pt x="10671289" y="3445218"/>
                  <a:pt x="10665684" y="3433064"/>
                </a:cubicBezTo>
                <a:cubicBezTo>
                  <a:pt x="10660078" y="3420909"/>
                  <a:pt x="10652190" y="3411632"/>
                  <a:pt x="10642020" y="3405233"/>
                </a:cubicBezTo>
                <a:cubicBezTo>
                  <a:pt x="10631850" y="3398833"/>
                  <a:pt x="10620018" y="3395633"/>
                  <a:pt x="10606525" y="3395633"/>
                </a:cubicBezTo>
                <a:cubicBezTo>
                  <a:pt x="10594817" y="3395633"/>
                  <a:pt x="10584994" y="3397742"/>
                  <a:pt x="10577057" y="3401959"/>
                </a:cubicBezTo>
                <a:cubicBezTo>
                  <a:pt x="10569119" y="3406175"/>
                  <a:pt x="10561330" y="3412252"/>
                  <a:pt x="10553691" y="3420190"/>
                </a:cubicBezTo>
                <a:lnTo>
                  <a:pt x="10553691" y="3358129"/>
                </a:lnTo>
                <a:cubicBezTo>
                  <a:pt x="10553691" y="3350687"/>
                  <a:pt x="10552004" y="3344957"/>
                  <a:pt x="10548630" y="3340939"/>
                </a:cubicBezTo>
                <a:cubicBezTo>
                  <a:pt x="10545257" y="3336921"/>
                  <a:pt x="10540445" y="3334911"/>
                  <a:pt x="10534194" y="3334911"/>
                </a:cubicBezTo>
                <a:close/>
                <a:moveTo>
                  <a:pt x="10312589" y="3334911"/>
                </a:moveTo>
                <a:cubicBezTo>
                  <a:pt x="10306041" y="3334911"/>
                  <a:pt x="10300757" y="3337144"/>
                  <a:pt x="10296739" y="3341609"/>
                </a:cubicBezTo>
                <a:cubicBezTo>
                  <a:pt x="10292720" y="3346074"/>
                  <a:pt x="10290711" y="3352771"/>
                  <a:pt x="10290711" y="3361701"/>
                </a:cubicBezTo>
                <a:lnTo>
                  <a:pt x="10290711" y="3466624"/>
                </a:lnTo>
                <a:cubicBezTo>
                  <a:pt x="10290711" y="3483095"/>
                  <a:pt x="10292497" y="3497258"/>
                  <a:pt x="10296069" y="3509115"/>
                </a:cubicBezTo>
                <a:cubicBezTo>
                  <a:pt x="10299641" y="3520971"/>
                  <a:pt x="10305247" y="3530695"/>
                  <a:pt x="10312887" y="3538285"/>
                </a:cubicBezTo>
                <a:cubicBezTo>
                  <a:pt x="10320526" y="3545875"/>
                  <a:pt x="10330399" y="3551481"/>
                  <a:pt x="10342503" y="3555103"/>
                </a:cubicBezTo>
                <a:cubicBezTo>
                  <a:pt x="10354608" y="3558724"/>
                  <a:pt x="10369044" y="3560535"/>
                  <a:pt x="10385812" y="3560535"/>
                </a:cubicBezTo>
                <a:cubicBezTo>
                  <a:pt x="10399901" y="3560535"/>
                  <a:pt x="10412205" y="3558848"/>
                  <a:pt x="10422722" y="3555475"/>
                </a:cubicBezTo>
                <a:cubicBezTo>
                  <a:pt x="10433239" y="3552101"/>
                  <a:pt x="10442466" y="3546743"/>
                  <a:pt x="10450404" y="3539401"/>
                </a:cubicBezTo>
                <a:cubicBezTo>
                  <a:pt x="10459631" y="3530769"/>
                  <a:pt x="10465907" y="3520748"/>
                  <a:pt x="10469231" y="3509338"/>
                </a:cubicBezTo>
                <a:cubicBezTo>
                  <a:pt x="10472554" y="3497928"/>
                  <a:pt x="10474216" y="3483690"/>
                  <a:pt x="10474216" y="3466624"/>
                </a:cubicBezTo>
                <a:lnTo>
                  <a:pt x="10474216" y="3361701"/>
                </a:lnTo>
                <a:cubicBezTo>
                  <a:pt x="10474216" y="3352672"/>
                  <a:pt x="10472157" y="3345949"/>
                  <a:pt x="10468040" y="3341534"/>
                </a:cubicBezTo>
                <a:cubicBezTo>
                  <a:pt x="10463922" y="3337119"/>
                  <a:pt x="10458540" y="3334911"/>
                  <a:pt x="10451892" y="3334911"/>
                </a:cubicBezTo>
                <a:cubicBezTo>
                  <a:pt x="10445244" y="3334911"/>
                  <a:pt x="10439936" y="3337119"/>
                  <a:pt x="10435967" y="3341534"/>
                </a:cubicBezTo>
                <a:cubicBezTo>
                  <a:pt x="10431999" y="3345949"/>
                  <a:pt x="10430014" y="3352672"/>
                  <a:pt x="10430014" y="3361701"/>
                </a:cubicBezTo>
                <a:lnTo>
                  <a:pt x="10430014" y="3469899"/>
                </a:lnTo>
                <a:cubicBezTo>
                  <a:pt x="10430014" y="3488552"/>
                  <a:pt x="10426443" y="3502467"/>
                  <a:pt x="10419299" y="3511645"/>
                </a:cubicBezTo>
                <a:cubicBezTo>
                  <a:pt x="10412155" y="3520823"/>
                  <a:pt x="10399951" y="3525411"/>
                  <a:pt x="10382687" y="3525411"/>
                </a:cubicBezTo>
                <a:cubicBezTo>
                  <a:pt x="10370185" y="3525411"/>
                  <a:pt x="10360462" y="3523154"/>
                  <a:pt x="10353517" y="3518640"/>
                </a:cubicBezTo>
                <a:cubicBezTo>
                  <a:pt x="10346571" y="3514125"/>
                  <a:pt x="10341734" y="3507775"/>
                  <a:pt x="10339006" y="3499590"/>
                </a:cubicBezTo>
                <a:cubicBezTo>
                  <a:pt x="10336277" y="3491404"/>
                  <a:pt x="10334913" y="3481210"/>
                  <a:pt x="10334913" y="3469006"/>
                </a:cubicBezTo>
                <a:lnTo>
                  <a:pt x="10334913" y="3361701"/>
                </a:lnTo>
                <a:cubicBezTo>
                  <a:pt x="10334913" y="3352771"/>
                  <a:pt x="10332904" y="3346074"/>
                  <a:pt x="10328886" y="3341609"/>
                </a:cubicBezTo>
                <a:cubicBezTo>
                  <a:pt x="10324867" y="3337144"/>
                  <a:pt x="10319435" y="3334911"/>
                  <a:pt x="10312589" y="3334911"/>
                </a:cubicBezTo>
                <a:close/>
                <a:moveTo>
                  <a:pt x="10141883" y="3334911"/>
                </a:moveTo>
                <a:cubicBezTo>
                  <a:pt x="10135732" y="3334911"/>
                  <a:pt x="10130994" y="3337045"/>
                  <a:pt x="10127670" y="3341311"/>
                </a:cubicBezTo>
                <a:cubicBezTo>
                  <a:pt x="10124346" y="3345577"/>
                  <a:pt x="10122684" y="3351878"/>
                  <a:pt x="10122684" y="3360212"/>
                </a:cubicBezTo>
                <a:lnTo>
                  <a:pt x="10122684" y="3420190"/>
                </a:lnTo>
                <a:cubicBezTo>
                  <a:pt x="10115045" y="3411856"/>
                  <a:pt x="10107206" y="3405679"/>
                  <a:pt x="10099169" y="3401661"/>
                </a:cubicBezTo>
                <a:cubicBezTo>
                  <a:pt x="10091133" y="3397643"/>
                  <a:pt x="10081261" y="3395633"/>
                  <a:pt x="10069553" y="3395633"/>
                </a:cubicBezTo>
                <a:cubicBezTo>
                  <a:pt x="10049312" y="3395633"/>
                  <a:pt x="10032991" y="3402727"/>
                  <a:pt x="10020588" y="3416916"/>
                </a:cubicBezTo>
                <a:cubicBezTo>
                  <a:pt x="10008186" y="3431104"/>
                  <a:pt x="10001985" y="3450898"/>
                  <a:pt x="10001985" y="3476298"/>
                </a:cubicBezTo>
                <a:cubicBezTo>
                  <a:pt x="10001985" y="3488304"/>
                  <a:pt x="10003547" y="3499466"/>
                  <a:pt x="10006673" y="3509785"/>
                </a:cubicBezTo>
                <a:cubicBezTo>
                  <a:pt x="10009798" y="3520103"/>
                  <a:pt x="10014387" y="3529082"/>
                  <a:pt x="10020439" y="3536722"/>
                </a:cubicBezTo>
                <a:cubicBezTo>
                  <a:pt x="10026492" y="3544362"/>
                  <a:pt x="10033660" y="3550241"/>
                  <a:pt x="10041945" y="3554359"/>
                </a:cubicBezTo>
                <a:cubicBezTo>
                  <a:pt x="10050230" y="3558476"/>
                  <a:pt x="10059234" y="3560535"/>
                  <a:pt x="10068957" y="3560535"/>
                </a:cubicBezTo>
                <a:cubicBezTo>
                  <a:pt x="10076299" y="3560535"/>
                  <a:pt x="10083071" y="3559518"/>
                  <a:pt x="10089272" y="3557484"/>
                </a:cubicBezTo>
                <a:cubicBezTo>
                  <a:pt x="10095474" y="3555450"/>
                  <a:pt x="10101228" y="3552473"/>
                  <a:pt x="10106536" y="3548554"/>
                </a:cubicBezTo>
                <a:cubicBezTo>
                  <a:pt x="10111845" y="3544635"/>
                  <a:pt x="10117227" y="3539550"/>
                  <a:pt x="10122684" y="3533299"/>
                </a:cubicBezTo>
                <a:lnTo>
                  <a:pt x="10122684" y="3537318"/>
                </a:lnTo>
                <a:cubicBezTo>
                  <a:pt x="10122684" y="3544759"/>
                  <a:pt x="10124495" y="3550489"/>
                  <a:pt x="10128117" y="3554507"/>
                </a:cubicBezTo>
                <a:cubicBezTo>
                  <a:pt x="10131738" y="3558526"/>
                  <a:pt x="10136327" y="3560535"/>
                  <a:pt x="10141883" y="3560535"/>
                </a:cubicBezTo>
                <a:cubicBezTo>
                  <a:pt x="10147539" y="3560535"/>
                  <a:pt x="10152152" y="3558600"/>
                  <a:pt x="10155724" y="3554731"/>
                </a:cubicBezTo>
                <a:cubicBezTo>
                  <a:pt x="10159296" y="3550861"/>
                  <a:pt x="10161082" y="3545057"/>
                  <a:pt x="10161082" y="3537318"/>
                </a:cubicBezTo>
                <a:lnTo>
                  <a:pt x="10161082" y="3358129"/>
                </a:lnTo>
                <a:cubicBezTo>
                  <a:pt x="10161082" y="3350489"/>
                  <a:pt x="10159420" y="3344709"/>
                  <a:pt x="10156096" y="3340790"/>
                </a:cubicBezTo>
                <a:cubicBezTo>
                  <a:pt x="10152772" y="3336871"/>
                  <a:pt x="10148035" y="3334911"/>
                  <a:pt x="10141883" y="3334911"/>
                </a:cubicBezTo>
                <a:close/>
                <a:moveTo>
                  <a:pt x="8954235" y="3334911"/>
                </a:moveTo>
                <a:cubicBezTo>
                  <a:pt x="8947885" y="3334911"/>
                  <a:pt x="8942948" y="3336970"/>
                  <a:pt x="8939426" y="3341088"/>
                </a:cubicBezTo>
                <a:cubicBezTo>
                  <a:pt x="8935904" y="3345205"/>
                  <a:pt x="8934143" y="3351382"/>
                  <a:pt x="8934143" y="3359617"/>
                </a:cubicBezTo>
                <a:lnTo>
                  <a:pt x="8934143" y="3535829"/>
                </a:lnTo>
                <a:cubicBezTo>
                  <a:pt x="8934143" y="3552300"/>
                  <a:pt x="8940840" y="3560535"/>
                  <a:pt x="8954235" y="3560535"/>
                </a:cubicBezTo>
                <a:cubicBezTo>
                  <a:pt x="8960684" y="3560535"/>
                  <a:pt x="8965719" y="3558426"/>
                  <a:pt x="8969341" y="3554210"/>
                </a:cubicBezTo>
                <a:cubicBezTo>
                  <a:pt x="8972962" y="3549993"/>
                  <a:pt x="8974773" y="3543866"/>
                  <a:pt x="8974773" y="3535829"/>
                </a:cubicBezTo>
                <a:lnTo>
                  <a:pt x="8974773" y="3482102"/>
                </a:lnTo>
                <a:cubicBezTo>
                  <a:pt x="8974773" y="3466624"/>
                  <a:pt x="8975864" y="3455859"/>
                  <a:pt x="8978047" y="3449807"/>
                </a:cubicBezTo>
                <a:cubicBezTo>
                  <a:pt x="8980924" y="3442663"/>
                  <a:pt x="8985265" y="3437032"/>
                  <a:pt x="8991070" y="3432915"/>
                </a:cubicBezTo>
                <a:cubicBezTo>
                  <a:pt x="8996874" y="3428797"/>
                  <a:pt x="9003397" y="3426738"/>
                  <a:pt x="9010640" y="3426738"/>
                </a:cubicBezTo>
                <a:cubicBezTo>
                  <a:pt x="9021455" y="3426738"/>
                  <a:pt x="9028797" y="3430236"/>
                  <a:pt x="9032667" y="3437231"/>
                </a:cubicBezTo>
                <a:cubicBezTo>
                  <a:pt x="9036537" y="3444226"/>
                  <a:pt x="9038471" y="3454222"/>
                  <a:pt x="9038471" y="3467220"/>
                </a:cubicBezTo>
                <a:lnTo>
                  <a:pt x="9038471" y="3535829"/>
                </a:lnTo>
                <a:cubicBezTo>
                  <a:pt x="9038471" y="3552300"/>
                  <a:pt x="9045169" y="3560535"/>
                  <a:pt x="9058563" y="3560535"/>
                </a:cubicBezTo>
                <a:cubicBezTo>
                  <a:pt x="9064715" y="3560535"/>
                  <a:pt x="9069651" y="3558451"/>
                  <a:pt x="9073372" y="3554284"/>
                </a:cubicBezTo>
                <a:cubicBezTo>
                  <a:pt x="9077092" y="3550117"/>
                  <a:pt x="9078953" y="3543965"/>
                  <a:pt x="9078953" y="3535829"/>
                </a:cubicBezTo>
                <a:lnTo>
                  <a:pt x="9078953" y="3457992"/>
                </a:lnTo>
                <a:cubicBezTo>
                  <a:pt x="9078953" y="3450154"/>
                  <a:pt x="9078457" y="3443234"/>
                  <a:pt x="9077464" y="3437231"/>
                </a:cubicBezTo>
                <a:cubicBezTo>
                  <a:pt x="9076472" y="3431228"/>
                  <a:pt x="9074537" y="3425796"/>
                  <a:pt x="9071660" y="3420934"/>
                </a:cubicBezTo>
                <a:cubicBezTo>
                  <a:pt x="9067096" y="3412600"/>
                  <a:pt x="9060820" y="3406250"/>
                  <a:pt x="9052833" y="3401884"/>
                </a:cubicBezTo>
                <a:cubicBezTo>
                  <a:pt x="9044846" y="3397518"/>
                  <a:pt x="9035693" y="3395336"/>
                  <a:pt x="9025375" y="3395336"/>
                </a:cubicBezTo>
                <a:cubicBezTo>
                  <a:pt x="9018528" y="3395336"/>
                  <a:pt x="9012129" y="3396204"/>
                  <a:pt x="9006176" y="3397940"/>
                </a:cubicBezTo>
                <a:cubicBezTo>
                  <a:pt x="9000223" y="3399676"/>
                  <a:pt x="8994790" y="3402281"/>
                  <a:pt x="8989879" y="3405754"/>
                </a:cubicBezTo>
                <a:cubicBezTo>
                  <a:pt x="8984968" y="3409226"/>
                  <a:pt x="8979932" y="3413939"/>
                  <a:pt x="8974773" y="3419892"/>
                </a:cubicBezTo>
                <a:lnTo>
                  <a:pt x="8974773" y="3359617"/>
                </a:lnTo>
                <a:cubicBezTo>
                  <a:pt x="8974773" y="3351481"/>
                  <a:pt x="8972962" y="3345329"/>
                  <a:pt x="8969341" y="3341162"/>
                </a:cubicBezTo>
                <a:cubicBezTo>
                  <a:pt x="8965719" y="3336995"/>
                  <a:pt x="8960684" y="3334911"/>
                  <a:pt x="8954235" y="3334911"/>
                </a:cubicBezTo>
                <a:close/>
                <a:moveTo>
                  <a:pt x="10330448" y="3116878"/>
                </a:moveTo>
                <a:lnTo>
                  <a:pt x="10330448" y="3122683"/>
                </a:lnTo>
                <a:cubicBezTo>
                  <a:pt x="10330448" y="3136772"/>
                  <a:pt x="10328613" y="3146892"/>
                  <a:pt x="10324942" y="3153044"/>
                </a:cubicBezTo>
                <a:cubicBezTo>
                  <a:pt x="10321767" y="3158600"/>
                  <a:pt x="10316781" y="3163139"/>
                  <a:pt x="10309985" y="3166661"/>
                </a:cubicBezTo>
                <a:cubicBezTo>
                  <a:pt x="10303188" y="3170183"/>
                  <a:pt x="10295771" y="3171945"/>
                  <a:pt x="10287735" y="3171945"/>
                </a:cubicBezTo>
                <a:cubicBezTo>
                  <a:pt x="10280194" y="3171945"/>
                  <a:pt x="10274092" y="3169787"/>
                  <a:pt x="10269429" y="3165471"/>
                </a:cubicBezTo>
                <a:cubicBezTo>
                  <a:pt x="10264765" y="3161155"/>
                  <a:pt x="10262434" y="3155921"/>
                  <a:pt x="10262434" y="3149769"/>
                </a:cubicBezTo>
                <a:cubicBezTo>
                  <a:pt x="10262434" y="3143816"/>
                  <a:pt x="10264418" y="3139178"/>
                  <a:pt x="10268387" y="3135854"/>
                </a:cubicBezTo>
                <a:cubicBezTo>
                  <a:pt x="10272356" y="3132530"/>
                  <a:pt x="10276523" y="3130298"/>
                  <a:pt x="10280889" y="3129157"/>
                </a:cubicBezTo>
                <a:cubicBezTo>
                  <a:pt x="10285254" y="3128016"/>
                  <a:pt x="10293117" y="3126230"/>
                  <a:pt x="10304478" y="3123799"/>
                </a:cubicBezTo>
                <a:cubicBezTo>
                  <a:pt x="10315838" y="3121368"/>
                  <a:pt x="10324495" y="3119061"/>
                  <a:pt x="10330448" y="3116878"/>
                </a:cubicBezTo>
                <a:close/>
                <a:moveTo>
                  <a:pt x="9006473" y="3116878"/>
                </a:moveTo>
                <a:lnTo>
                  <a:pt x="9006473" y="3122683"/>
                </a:lnTo>
                <a:cubicBezTo>
                  <a:pt x="9006473" y="3136772"/>
                  <a:pt x="9004638" y="3146892"/>
                  <a:pt x="9000967" y="3153044"/>
                </a:cubicBezTo>
                <a:cubicBezTo>
                  <a:pt x="8997792" y="3158600"/>
                  <a:pt x="8992806" y="3163139"/>
                  <a:pt x="8986009" y="3166661"/>
                </a:cubicBezTo>
                <a:cubicBezTo>
                  <a:pt x="8979213" y="3170183"/>
                  <a:pt x="8971796" y="3171945"/>
                  <a:pt x="8963760" y="3171945"/>
                </a:cubicBezTo>
                <a:cubicBezTo>
                  <a:pt x="8956219" y="3171945"/>
                  <a:pt x="8950117" y="3169787"/>
                  <a:pt x="8945454" y="3165471"/>
                </a:cubicBezTo>
                <a:cubicBezTo>
                  <a:pt x="8940790" y="3161155"/>
                  <a:pt x="8938459" y="3155921"/>
                  <a:pt x="8938459" y="3149769"/>
                </a:cubicBezTo>
                <a:cubicBezTo>
                  <a:pt x="8938459" y="3143816"/>
                  <a:pt x="8940443" y="3139178"/>
                  <a:pt x="8944412" y="3135854"/>
                </a:cubicBezTo>
                <a:cubicBezTo>
                  <a:pt x="8948381" y="3132530"/>
                  <a:pt x="8952548" y="3130298"/>
                  <a:pt x="8956913" y="3129157"/>
                </a:cubicBezTo>
                <a:cubicBezTo>
                  <a:pt x="8961279" y="3128016"/>
                  <a:pt x="8969142" y="3126230"/>
                  <a:pt x="8980503" y="3123799"/>
                </a:cubicBezTo>
                <a:cubicBezTo>
                  <a:pt x="8991863" y="3121368"/>
                  <a:pt x="9000520" y="3119061"/>
                  <a:pt x="9006473" y="3116878"/>
                </a:cubicBezTo>
                <a:close/>
                <a:moveTo>
                  <a:pt x="8825498" y="3116878"/>
                </a:moveTo>
                <a:lnTo>
                  <a:pt x="8825498" y="3122683"/>
                </a:lnTo>
                <a:cubicBezTo>
                  <a:pt x="8825498" y="3136772"/>
                  <a:pt x="8823663" y="3146892"/>
                  <a:pt x="8819992" y="3153044"/>
                </a:cubicBezTo>
                <a:cubicBezTo>
                  <a:pt x="8816817" y="3158600"/>
                  <a:pt x="8811831" y="3163139"/>
                  <a:pt x="8805034" y="3166661"/>
                </a:cubicBezTo>
                <a:cubicBezTo>
                  <a:pt x="8798238" y="3170183"/>
                  <a:pt x="8790821" y="3171945"/>
                  <a:pt x="8782785" y="3171945"/>
                </a:cubicBezTo>
                <a:cubicBezTo>
                  <a:pt x="8775244" y="3171945"/>
                  <a:pt x="8769142" y="3169787"/>
                  <a:pt x="8764479" y="3165471"/>
                </a:cubicBezTo>
                <a:cubicBezTo>
                  <a:pt x="8759815" y="3161155"/>
                  <a:pt x="8757484" y="3155921"/>
                  <a:pt x="8757484" y="3149769"/>
                </a:cubicBezTo>
                <a:cubicBezTo>
                  <a:pt x="8757484" y="3143816"/>
                  <a:pt x="8759468" y="3139178"/>
                  <a:pt x="8763437" y="3135854"/>
                </a:cubicBezTo>
                <a:cubicBezTo>
                  <a:pt x="8767406" y="3132530"/>
                  <a:pt x="8771573" y="3130298"/>
                  <a:pt x="8775939" y="3129157"/>
                </a:cubicBezTo>
                <a:cubicBezTo>
                  <a:pt x="8780304" y="3128016"/>
                  <a:pt x="8788167" y="3126230"/>
                  <a:pt x="8799528" y="3123799"/>
                </a:cubicBezTo>
                <a:cubicBezTo>
                  <a:pt x="8810888" y="3121368"/>
                  <a:pt x="8819545" y="3119061"/>
                  <a:pt x="8825498" y="3116878"/>
                </a:cubicBezTo>
                <a:close/>
                <a:moveTo>
                  <a:pt x="9477068" y="3097977"/>
                </a:moveTo>
                <a:lnTo>
                  <a:pt x="9523056" y="3097977"/>
                </a:lnTo>
                <a:cubicBezTo>
                  <a:pt x="9538435" y="3097977"/>
                  <a:pt x="9549994" y="3100457"/>
                  <a:pt x="9557733" y="3105419"/>
                </a:cubicBezTo>
                <a:cubicBezTo>
                  <a:pt x="9565472" y="3110379"/>
                  <a:pt x="9569341" y="3118367"/>
                  <a:pt x="9569341" y="3129380"/>
                </a:cubicBezTo>
                <a:cubicBezTo>
                  <a:pt x="9569341" y="3150910"/>
                  <a:pt x="9554409" y="3161676"/>
                  <a:pt x="9524544" y="3161676"/>
                </a:cubicBezTo>
                <a:lnTo>
                  <a:pt x="9477068" y="3161676"/>
                </a:lnTo>
                <a:close/>
                <a:moveTo>
                  <a:pt x="10729754" y="3061365"/>
                </a:moveTo>
                <a:cubicBezTo>
                  <a:pt x="10740371" y="3061365"/>
                  <a:pt x="10748928" y="3064813"/>
                  <a:pt x="10755427" y="3071709"/>
                </a:cubicBezTo>
                <a:cubicBezTo>
                  <a:pt x="10761926" y="3078605"/>
                  <a:pt x="10765671" y="3088998"/>
                  <a:pt x="10766663" y="3102888"/>
                </a:cubicBezTo>
                <a:lnTo>
                  <a:pt x="10692994" y="3102888"/>
                </a:lnTo>
                <a:cubicBezTo>
                  <a:pt x="10694383" y="3089196"/>
                  <a:pt x="10698327" y="3078853"/>
                  <a:pt x="10704825" y="3071858"/>
                </a:cubicBezTo>
                <a:cubicBezTo>
                  <a:pt x="10711324" y="3064863"/>
                  <a:pt x="10719634" y="3061365"/>
                  <a:pt x="10729754" y="3061365"/>
                </a:cubicBezTo>
                <a:close/>
                <a:moveTo>
                  <a:pt x="10859532" y="3033386"/>
                </a:moveTo>
                <a:cubicBezTo>
                  <a:pt x="10846336" y="3033386"/>
                  <a:pt x="10839738" y="3042514"/>
                  <a:pt x="10839738" y="3060770"/>
                </a:cubicBezTo>
                <a:lnTo>
                  <a:pt x="10839738" y="3173879"/>
                </a:lnTo>
                <a:cubicBezTo>
                  <a:pt x="10839738" y="3182015"/>
                  <a:pt x="10841623" y="3188167"/>
                  <a:pt x="10845394" y="3192334"/>
                </a:cubicBezTo>
                <a:cubicBezTo>
                  <a:pt x="10849164" y="3196501"/>
                  <a:pt x="10853976" y="3198585"/>
                  <a:pt x="10859830" y="3198585"/>
                </a:cubicBezTo>
                <a:cubicBezTo>
                  <a:pt x="10865783" y="3198585"/>
                  <a:pt x="10870695" y="3196526"/>
                  <a:pt x="10874564" y="3192409"/>
                </a:cubicBezTo>
                <a:cubicBezTo>
                  <a:pt x="10878433" y="3188291"/>
                  <a:pt x="10880368" y="3182115"/>
                  <a:pt x="10880368" y="3173879"/>
                </a:cubicBezTo>
                <a:lnTo>
                  <a:pt x="10880368" y="3139947"/>
                </a:lnTo>
                <a:cubicBezTo>
                  <a:pt x="10880368" y="3127743"/>
                  <a:pt x="10880765" y="3117399"/>
                  <a:pt x="10881559" y="3108916"/>
                </a:cubicBezTo>
                <a:cubicBezTo>
                  <a:pt x="10882353" y="3100433"/>
                  <a:pt x="10883791" y="3093115"/>
                  <a:pt x="10885875" y="3086964"/>
                </a:cubicBezTo>
                <a:cubicBezTo>
                  <a:pt x="10887959" y="3080812"/>
                  <a:pt x="10890885" y="3076174"/>
                  <a:pt x="10894656" y="3073048"/>
                </a:cubicBezTo>
                <a:cubicBezTo>
                  <a:pt x="10898426" y="3069923"/>
                  <a:pt x="10903288" y="3068360"/>
                  <a:pt x="10909241" y="3068360"/>
                </a:cubicBezTo>
                <a:cubicBezTo>
                  <a:pt x="10913607" y="3068360"/>
                  <a:pt x="10918642" y="3069278"/>
                  <a:pt x="10924347" y="3071114"/>
                </a:cubicBezTo>
                <a:cubicBezTo>
                  <a:pt x="10930052" y="3072949"/>
                  <a:pt x="10933649" y="3073867"/>
                  <a:pt x="10935137" y="3073867"/>
                </a:cubicBezTo>
                <a:cubicBezTo>
                  <a:pt x="10939106" y="3073867"/>
                  <a:pt x="10942802" y="3072255"/>
                  <a:pt x="10946225" y="3069030"/>
                </a:cubicBezTo>
                <a:cubicBezTo>
                  <a:pt x="10949648" y="3065805"/>
                  <a:pt x="10951359" y="3061713"/>
                  <a:pt x="10951359" y="3056752"/>
                </a:cubicBezTo>
                <a:cubicBezTo>
                  <a:pt x="10951359" y="3049707"/>
                  <a:pt x="10947341" y="3044052"/>
                  <a:pt x="10939304" y="3039785"/>
                </a:cubicBezTo>
                <a:cubicBezTo>
                  <a:pt x="10931267" y="3035519"/>
                  <a:pt x="10922983" y="3033386"/>
                  <a:pt x="10914450" y="3033386"/>
                </a:cubicBezTo>
                <a:cubicBezTo>
                  <a:pt x="10905917" y="3033386"/>
                  <a:pt x="10899096" y="3035519"/>
                  <a:pt x="10893986" y="3039785"/>
                </a:cubicBezTo>
                <a:cubicBezTo>
                  <a:pt x="10888876" y="3044052"/>
                  <a:pt x="10883891" y="3050352"/>
                  <a:pt x="10879029" y="3058686"/>
                </a:cubicBezTo>
                <a:cubicBezTo>
                  <a:pt x="10878731" y="3050352"/>
                  <a:pt x="10877094" y="3044052"/>
                  <a:pt x="10874117" y="3039785"/>
                </a:cubicBezTo>
                <a:cubicBezTo>
                  <a:pt x="10871141" y="3035519"/>
                  <a:pt x="10866279" y="3033386"/>
                  <a:pt x="10859532" y="3033386"/>
                </a:cubicBezTo>
                <a:close/>
                <a:moveTo>
                  <a:pt x="10553542" y="3033386"/>
                </a:moveTo>
                <a:cubicBezTo>
                  <a:pt x="10540147" y="3033386"/>
                  <a:pt x="10528712" y="3035544"/>
                  <a:pt x="10519237" y="3039860"/>
                </a:cubicBezTo>
                <a:cubicBezTo>
                  <a:pt x="10509761" y="3044176"/>
                  <a:pt x="10502593" y="3049955"/>
                  <a:pt x="10497731" y="3057198"/>
                </a:cubicBezTo>
                <a:cubicBezTo>
                  <a:pt x="10492869" y="3064441"/>
                  <a:pt x="10490439" y="3072131"/>
                  <a:pt x="10490439" y="3080267"/>
                </a:cubicBezTo>
                <a:cubicBezTo>
                  <a:pt x="10490439" y="3089395"/>
                  <a:pt x="10493068" y="3097084"/>
                  <a:pt x="10498327" y="3103335"/>
                </a:cubicBezTo>
                <a:cubicBezTo>
                  <a:pt x="10503585" y="3109586"/>
                  <a:pt x="10510605" y="3114621"/>
                  <a:pt x="10519386" y="3118441"/>
                </a:cubicBezTo>
                <a:cubicBezTo>
                  <a:pt x="10528167" y="3122261"/>
                  <a:pt x="10539552" y="3125907"/>
                  <a:pt x="10553542" y="3129380"/>
                </a:cubicBezTo>
                <a:cubicBezTo>
                  <a:pt x="10565944" y="3132356"/>
                  <a:pt x="10574849" y="3135482"/>
                  <a:pt x="10580256" y="3138756"/>
                </a:cubicBezTo>
                <a:cubicBezTo>
                  <a:pt x="10585664" y="3142030"/>
                  <a:pt x="10588367" y="3147239"/>
                  <a:pt x="10588367" y="3154383"/>
                </a:cubicBezTo>
                <a:cubicBezTo>
                  <a:pt x="10588367" y="3159046"/>
                  <a:pt x="10585763" y="3163189"/>
                  <a:pt x="10580554" y="3166810"/>
                </a:cubicBezTo>
                <a:cubicBezTo>
                  <a:pt x="10575345" y="3170432"/>
                  <a:pt x="10568673" y="3172242"/>
                  <a:pt x="10560537" y="3172242"/>
                </a:cubicBezTo>
                <a:cubicBezTo>
                  <a:pt x="10550515" y="3172242"/>
                  <a:pt x="10542603" y="3170456"/>
                  <a:pt x="10536799" y="3166885"/>
                </a:cubicBezTo>
                <a:cubicBezTo>
                  <a:pt x="10530994" y="3163313"/>
                  <a:pt x="10526009" y="3157905"/>
                  <a:pt x="10521841" y="3150662"/>
                </a:cubicBezTo>
                <a:cubicBezTo>
                  <a:pt x="10519758" y="3146892"/>
                  <a:pt x="10517575" y="3143965"/>
                  <a:pt x="10515293" y="3141881"/>
                </a:cubicBezTo>
                <a:cubicBezTo>
                  <a:pt x="10513011" y="3139798"/>
                  <a:pt x="10509737" y="3138756"/>
                  <a:pt x="10505470" y="3138756"/>
                </a:cubicBezTo>
                <a:cubicBezTo>
                  <a:pt x="10500609" y="3138756"/>
                  <a:pt x="10496590" y="3140343"/>
                  <a:pt x="10493415" y="3143519"/>
                </a:cubicBezTo>
                <a:cubicBezTo>
                  <a:pt x="10490240" y="3146693"/>
                  <a:pt x="10488653" y="3150513"/>
                  <a:pt x="10488653" y="3154978"/>
                </a:cubicBezTo>
                <a:cubicBezTo>
                  <a:pt x="10488653" y="3161725"/>
                  <a:pt x="10491133" y="3168447"/>
                  <a:pt x="10496094" y="3175144"/>
                </a:cubicBezTo>
                <a:cubicBezTo>
                  <a:pt x="10501055" y="3181842"/>
                  <a:pt x="10508745" y="3187423"/>
                  <a:pt x="10519163" y="3191888"/>
                </a:cubicBezTo>
                <a:cubicBezTo>
                  <a:pt x="10529580" y="3196352"/>
                  <a:pt x="10542082" y="3198585"/>
                  <a:pt x="10556667" y="3198585"/>
                </a:cubicBezTo>
                <a:cubicBezTo>
                  <a:pt x="10571947" y="3198585"/>
                  <a:pt x="10584919" y="3196526"/>
                  <a:pt x="10595586" y="3192409"/>
                </a:cubicBezTo>
                <a:cubicBezTo>
                  <a:pt x="10606251" y="3188291"/>
                  <a:pt x="10614313" y="3182239"/>
                  <a:pt x="10619770" y="3174252"/>
                </a:cubicBezTo>
                <a:cubicBezTo>
                  <a:pt x="10625227" y="3166264"/>
                  <a:pt x="10627956" y="3156665"/>
                  <a:pt x="10627956" y="3145453"/>
                </a:cubicBezTo>
                <a:cubicBezTo>
                  <a:pt x="10627956" y="3138012"/>
                  <a:pt x="10625897" y="3131389"/>
                  <a:pt x="10621779" y="3125585"/>
                </a:cubicBezTo>
                <a:cubicBezTo>
                  <a:pt x="10617662" y="3119780"/>
                  <a:pt x="10611609" y="3114745"/>
                  <a:pt x="10603622" y="3110479"/>
                </a:cubicBezTo>
                <a:cubicBezTo>
                  <a:pt x="10595635" y="3106212"/>
                  <a:pt x="10585341" y="3102541"/>
                  <a:pt x="10572741" y="3099465"/>
                </a:cubicBezTo>
                <a:cubicBezTo>
                  <a:pt x="10562124" y="3096886"/>
                  <a:pt x="10553790" y="3094703"/>
                  <a:pt x="10547737" y="3092917"/>
                </a:cubicBezTo>
                <a:cubicBezTo>
                  <a:pt x="10541685" y="3091131"/>
                  <a:pt x="10536873" y="3088874"/>
                  <a:pt x="10533301" y="3086145"/>
                </a:cubicBezTo>
                <a:cubicBezTo>
                  <a:pt x="10529729" y="3083417"/>
                  <a:pt x="10527943" y="3079919"/>
                  <a:pt x="10527943" y="3075653"/>
                </a:cubicBezTo>
                <a:cubicBezTo>
                  <a:pt x="10527943" y="3070990"/>
                  <a:pt x="10530374" y="3067095"/>
                  <a:pt x="10535236" y="3063970"/>
                </a:cubicBezTo>
                <a:cubicBezTo>
                  <a:pt x="10540097" y="3060844"/>
                  <a:pt x="10546199" y="3059282"/>
                  <a:pt x="10553542" y="3059282"/>
                </a:cubicBezTo>
                <a:cubicBezTo>
                  <a:pt x="10560685" y="3059282"/>
                  <a:pt x="10566341" y="3060472"/>
                  <a:pt x="10570508" y="3062854"/>
                </a:cubicBezTo>
                <a:cubicBezTo>
                  <a:pt x="10574675" y="3065235"/>
                  <a:pt x="10578297" y="3068410"/>
                  <a:pt x="10581373" y="3072379"/>
                </a:cubicBezTo>
                <a:cubicBezTo>
                  <a:pt x="10585143" y="3077141"/>
                  <a:pt x="10588491" y="3080713"/>
                  <a:pt x="10591419" y="3083094"/>
                </a:cubicBezTo>
                <a:cubicBezTo>
                  <a:pt x="10594345" y="3085476"/>
                  <a:pt x="10597893" y="3086666"/>
                  <a:pt x="10602060" y="3086666"/>
                </a:cubicBezTo>
                <a:cubicBezTo>
                  <a:pt x="10607814" y="3086666"/>
                  <a:pt x="10612255" y="3085178"/>
                  <a:pt x="10615380" y="3082201"/>
                </a:cubicBezTo>
                <a:cubicBezTo>
                  <a:pt x="10618505" y="3079225"/>
                  <a:pt x="10620068" y="3075405"/>
                  <a:pt x="10620068" y="3070742"/>
                </a:cubicBezTo>
                <a:cubicBezTo>
                  <a:pt x="10620068" y="3066475"/>
                  <a:pt x="10618604" y="3062110"/>
                  <a:pt x="10615677" y="3057645"/>
                </a:cubicBezTo>
                <a:cubicBezTo>
                  <a:pt x="10612751" y="3053180"/>
                  <a:pt x="10608484" y="3049112"/>
                  <a:pt x="10602878" y="3045441"/>
                </a:cubicBezTo>
                <a:cubicBezTo>
                  <a:pt x="10597272" y="3041770"/>
                  <a:pt x="10590277" y="3038843"/>
                  <a:pt x="10581893" y="3036660"/>
                </a:cubicBezTo>
                <a:cubicBezTo>
                  <a:pt x="10573509" y="3034477"/>
                  <a:pt x="10564059" y="3033386"/>
                  <a:pt x="10553542" y="3033386"/>
                </a:cubicBezTo>
                <a:close/>
                <a:moveTo>
                  <a:pt x="10431503" y="3033386"/>
                </a:moveTo>
                <a:cubicBezTo>
                  <a:pt x="10425549" y="3033386"/>
                  <a:pt x="10420713" y="3035420"/>
                  <a:pt x="10416992" y="3039488"/>
                </a:cubicBezTo>
                <a:cubicBezTo>
                  <a:pt x="10413271" y="3043556"/>
                  <a:pt x="10411411" y="3049608"/>
                  <a:pt x="10411411" y="3057645"/>
                </a:cubicBezTo>
                <a:lnTo>
                  <a:pt x="10411411" y="3173879"/>
                </a:lnTo>
                <a:cubicBezTo>
                  <a:pt x="10411411" y="3181817"/>
                  <a:pt x="10413271" y="3187919"/>
                  <a:pt x="10416992" y="3192185"/>
                </a:cubicBezTo>
                <a:cubicBezTo>
                  <a:pt x="10420713" y="3196452"/>
                  <a:pt x="10425549" y="3198585"/>
                  <a:pt x="10431503" y="3198585"/>
                </a:cubicBezTo>
                <a:cubicBezTo>
                  <a:pt x="10437456" y="3198585"/>
                  <a:pt x="10442367" y="3196501"/>
                  <a:pt x="10446237" y="3192334"/>
                </a:cubicBezTo>
                <a:cubicBezTo>
                  <a:pt x="10450106" y="3188167"/>
                  <a:pt x="10452041" y="3182015"/>
                  <a:pt x="10452041" y="3173879"/>
                </a:cubicBezTo>
                <a:lnTo>
                  <a:pt x="10452041" y="3056454"/>
                </a:lnTo>
                <a:cubicBezTo>
                  <a:pt x="10452041" y="3049211"/>
                  <a:pt x="10450106" y="3043556"/>
                  <a:pt x="10446237" y="3039488"/>
                </a:cubicBezTo>
                <a:cubicBezTo>
                  <a:pt x="10442367" y="3035420"/>
                  <a:pt x="10437456" y="3033386"/>
                  <a:pt x="10431503" y="3033386"/>
                </a:cubicBezTo>
                <a:close/>
                <a:moveTo>
                  <a:pt x="9752846" y="3033386"/>
                </a:moveTo>
                <a:cubicBezTo>
                  <a:pt x="9746992" y="3033386"/>
                  <a:pt x="9742379" y="3035296"/>
                  <a:pt x="9739005" y="3039116"/>
                </a:cubicBezTo>
                <a:cubicBezTo>
                  <a:pt x="9735632" y="3042935"/>
                  <a:pt x="9733945" y="3048715"/>
                  <a:pt x="9733945" y="3056454"/>
                </a:cubicBezTo>
                <a:lnTo>
                  <a:pt x="9733945" y="3173879"/>
                </a:lnTo>
                <a:cubicBezTo>
                  <a:pt x="9733945" y="3181817"/>
                  <a:pt x="9735830" y="3187919"/>
                  <a:pt x="9739601" y="3192185"/>
                </a:cubicBezTo>
                <a:cubicBezTo>
                  <a:pt x="9743371" y="3196452"/>
                  <a:pt x="9748183" y="3198585"/>
                  <a:pt x="9754037" y="3198585"/>
                </a:cubicBezTo>
                <a:cubicBezTo>
                  <a:pt x="9760089" y="3198585"/>
                  <a:pt x="9765025" y="3196526"/>
                  <a:pt x="9768845" y="3192409"/>
                </a:cubicBezTo>
                <a:cubicBezTo>
                  <a:pt x="9772665" y="3188291"/>
                  <a:pt x="9774575" y="3182115"/>
                  <a:pt x="9774575" y="3173879"/>
                </a:cubicBezTo>
                <a:lnTo>
                  <a:pt x="9774575" y="3122980"/>
                </a:lnTo>
                <a:cubicBezTo>
                  <a:pt x="9774575" y="3106411"/>
                  <a:pt x="9775567" y="3095100"/>
                  <a:pt x="9777552" y="3089047"/>
                </a:cubicBezTo>
                <a:cubicBezTo>
                  <a:pt x="9780330" y="3081507"/>
                  <a:pt x="9784696" y="3075578"/>
                  <a:pt x="9790649" y="3071262"/>
                </a:cubicBezTo>
                <a:cubicBezTo>
                  <a:pt x="9796602" y="3066946"/>
                  <a:pt x="9803200" y="3064788"/>
                  <a:pt x="9810443" y="3064788"/>
                </a:cubicBezTo>
                <a:cubicBezTo>
                  <a:pt x="9821555" y="3064788"/>
                  <a:pt x="9828972" y="3068335"/>
                  <a:pt x="9832693" y="3075430"/>
                </a:cubicBezTo>
                <a:cubicBezTo>
                  <a:pt x="9836413" y="3082524"/>
                  <a:pt x="9838274" y="3092768"/>
                  <a:pt x="9838274" y="3106163"/>
                </a:cubicBezTo>
                <a:lnTo>
                  <a:pt x="9838274" y="3173879"/>
                </a:lnTo>
                <a:cubicBezTo>
                  <a:pt x="9838274" y="3181817"/>
                  <a:pt x="9840159" y="3187919"/>
                  <a:pt x="9843929" y="3192185"/>
                </a:cubicBezTo>
                <a:cubicBezTo>
                  <a:pt x="9847699" y="3196452"/>
                  <a:pt x="9852611" y="3198585"/>
                  <a:pt x="9858663" y="3198585"/>
                </a:cubicBezTo>
                <a:cubicBezTo>
                  <a:pt x="9864616" y="3198585"/>
                  <a:pt x="9869453" y="3196501"/>
                  <a:pt x="9873174" y="3192334"/>
                </a:cubicBezTo>
                <a:cubicBezTo>
                  <a:pt x="9876895" y="3188167"/>
                  <a:pt x="9878755" y="3182015"/>
                  <a:pt x="9878755" y="3173879"/>
                </a:cubicBezTo>
                <a:lnTo>
                  <a:pt x="9878755" y="3098275"/>
                </a:lnTo>
                <a:cubicBezTo>
                  <a:pt x="9878755" y="3089345"/>
                  <a:pt x="9878358" y="3082003"/>
                  <a:pt x="9877564" y="3076248"/>
                </a:cubicBezTo>
                <a:cubicBezTo>
                  <a:pt x="9876771" y="3070493"/>
                  <a:pt x="9875034" y="3065136"/>
                  <a:pt x="9872355" y="3060175"/>
                </a:cubicBezTo>
                <a:cubicBezTo>
                  <a:pt x="9868188" y="3051642"/>
                  <a:pt x="9861888" y="3045044"/>
                  <a:pt x="9853454" y="3040381"/>
                </a:cubicBezTo>
                <a:cubicBezTo>
                  <a:pt x="9845021" y="3035717"/>
                  <a:pt x="9835446" y="3033386"/>
                  <a:pt x="9824730" y="3033386"/>
                </a:cubicBezTo>
                <a:cubicBezTo>
                  <a:pt x="9813717" y="3033386"/>
                  <a:pt x="9803969" y="3035593"/>
                  <a:pt x="9795486" y="3040009"/>
                </a:cubicBezTo>
                <a:cubicBezTo>
                  <a:pt x="9787002" y="3044424"/>
                  <a:pt x="9779189" y="3051344"/>
                  <a:pt x="9772045" y="3060770"/>
                </a:cubicBezTo>
                <a:lnTo>
                  <a:pt x="9772045" y="3055859"/>
                </a:lnTo>
                <a:cubicBezTo>
                  <a:pt x="9772045" y="3050997"/>
                  <a:pt x="9771177" y="3046879"/>
                  <a:pt x="9769441" y="3043506"/>
                </a:cubicBezTo>
                <a:cubicBezTo>
                  <a:pt x="9767704" y="3040133"/>
                  <a:pt x="9765397" y="3037602"/>
                  <a:pt x="9762520" y="3035916"/>
                </a:cubicBezTo>
                <a:cubicBezTo>
                  <a:pt x="9759643" y="3034229"/>
                  <a:pt x="9756418" y="3033386"/>
                  <a:pt x="9752846" y="3033386"/>
                </a:cubicBezTo>
                <a:close/>
                <a:moveTo>
                  <a:pt x="9669503" y="3033386"/>
                </a:moveTo>
                <a:cubicBezTo>
                  <a:pt x="9663549" y="3033386"/>
                  <a:pt x="9658713" y="3035420"/>
                  <a:pt x="9654992" y="3039488"/>
                </a:cubicBezTo>
                <a:cubicBezTo>
                  <a:pt x="9651271" y="3043556"/>
                  <a:pt x="9649411" y="3049608"/>
                  <a:pt x="9649411" y="3057645"/>
                </a:cubicBezTo>
                <a:lnTo>
                  <a:pt x="9649411" y="3173879"/>
                </a:lnTo>
                <a:cubicBezTo>
                  <a:pt x="9649411" y="3181817"/>
                  <a:pt x="9651271" y="3187919"/>
                  <a:pt x="9654992" y="3192185"/>
                </a:cubicBezTo>
                <a:cubicBezTo>
                  <a:pt x="9658713" y="3196452"/>
                  <a:pt x="9663549" y="3198585"/>
                  <a:pt x="9669503" y="3198585"/>
                </a:cubicBezTo>
                <a:cubicBezTo>
                  <a:pt x="9675456" y="3198585"/>
                  <a:pt x="9680367" y="3196501"/>
                  <a:pt x="9684237" y="3192334"/>
                </a:cubicBezTo>
                <a:cubicBezTo>
                  <a:pt x="9688106" y="3188167"/>
                  <a:pt x="9690041" y="3182015"/>
                  <a:pt x="9690041" y="3173879"/>
                </a:cubicBezTo>
                <a:lnTo>
                  <a:pt x="9690041" y="3056454"/>
                </a:lnTo>
                <a:cubicBezTo>
                  <a:pt x="9690041" y="3049211"/>
                  <a:pt x="9688106" y="3043556"/>
                  <a:pt x="9684237" y="3039488"/>
                </a:cubicBezTo>
                <a:cubicBezTo>
                  <a:pt x="9680367" y="3035420"/>
                  <a:pt x="9675456" y="3033386"/>
                  <a:pt x="9669503" y="3033386"/>
                </a:cubicBezTo>
                <a:close/>
                <a:moveTo>
                  <a:pt x="9288503" y="3033386"/>
                </a:moveTo>
                <a:cubicBezTo>
                  <a:pt x="9282549" y="3033386"/>
                  <a:pt x="9277713" y="3035420"/>
                  <a:pt x="9273992" y="3039488"/>
                </a:cubicBezTo>
                <a:cubicBezTo>
                  <a:pt x="9270271" y="3043556"/>
                  <a:pt x="9268411" y="3049608"/>
                  <a:pt x="9268411" y="3057645"/>
                </a:cubicBezTo>
                <a:lnTo>
                  <a:pt x="9268411" y="3173879"/>
                </a:lnTo>
                <a:cubicBezTo>
                  <a:pt x="9268411" y="3181817"/>
                  <a:pt x="9270271" y="3187919"/>
                  <a:pt x="9273992" y="3192185"/>
                </a:cubicBezTo>
                <a:cubicBezTo>
                  <a:pt x="9277713" y="3196452"/>
                  <a:pt x="9282549" y="3198585"/>
                  <a:pt x="9288503" y="3198585"/>
                </a:cubicBezTo>
                <a:cubicBezTo>
                  <a:pt x="9294456" y="3198585"/>
                  <a:pt x="9299367" y="3196501"/>
                  <a:pt x="9303237" y="3192334"/>
                </a:cubicBezTo>
                <a:cubicBezTo>
                  <a:pt x="9307106" y="3188167"/>
                  <a:pt x="9309041" y="3182015"/>
                  <a:pt x="9309041" y="3173879"/>
                </a:cubicBezTo>
                <a:lnTo>
                  <a:pt x="9309041" y="3056454"/>
                </a:lnTo>
                <a:cubicBezTo>
                  <a:pt x="9309041" y="3049211"/>
                  <a:pt x="9307106" y="3043556"/>
                  <a:pt x="9303237" y="3039488"/>
                </a:cubicBezTo>
                <a:cubicBezTo>
                  <a:pt x="9299367" y="3035420"/>
                  <a:pt x="9294456" y="3033386"/>
                  <a:pt x="9288503" y="3033386"/>
                </a:cubicBezTo>
                <a:close/>
                <a:moveTo>
                  <a:pt x="9105146" y="3033386"/>
                </a:moveTo>
                <a:cubicBezTo>
                  <a:pt x="9099292" y="3033386"/>
                  <a:pt x="9094679" y="3035296"/>
                  <a:pt x="9091305" y="3039116"/>
                </a:cubicBezTo>
                <a:cubicBezTo>
                  <a:pt x="9087932" y="3042935"/>
                  <a:pt x="9086245" y="3048715"/>
                  <a:pt x="9086245" y="3056454"/>
                </a:cubicBezTo>
                <a:lnTo>
                  <a:pt x="9086245" y="3173879"/>
                </a:lnTo>
                <a:cubicBezTo>
                  <a:pt x="9086245" y="3181817"/>
                  <a:pt x="9088130" y="3187919"/>
                  <a:pt x="9091901" y="3192185"/>
                </a:cubicBezTo>
                <a:cubicBezTo>
                  <a:pt x="9095671" y="3196452"/>
                  <a:pt x="9100483" y="3198585"/>
                  <a:pt x="9106337" y="3198585"/>
                </a:cubicBezTo>
                <a:cubicBezTo>
                  <a:pt x="9112389" y="3198585"/>
                  <a:pt x="9117325" y="3196526"/>
                  <a:pt x="9121145" y="3192409"/>
                </a:cubicBezTo>
                <a:cubicBezTo>
                  <a:pt x="9124965" y="3188291"/>
                  <a:pt x="9126875" y="3182115"/>
                  <a:pt x="9126875" y="3173879"/>
                </a:cubicBezTo>
                <a:lnTo>
                  <a:pt x="9126875" y="3122980"/>
                </a:lnTo>
                <a:cubicBezTo>
                  <a:pt x="9126875" y="3106411"/>
                  <a:pt x="9127867" y="3095100"/>
                  <a:pt x="9129852" y="3089047"/>
                </a:cubicBezTo>
                <a:cubicBezTo>
                  <a:pt x="9132630" y="3081507"/>
                  <a:pt x="9136995" y="3075578"/>
                  <a:pt x="9142949" y="3071262"/>
                </a:cubicBezTo>
                <a:cubicBezTo>
                  <a:pt x="9148902" y="3066946"/>
                  <a:pt x="9155500" y="3064788"/>
                  <a:pt x="9162743" y="3064788"/>
                </a:cubicBezTo>
                <a:cubicBezTo>
                  <a:pt x="9173855" y="3064788"/>
                  <a:pt x="9181272" y="3068335"/>
                  <a:pt x="9184993" y="3075430"/>
                </a:cubicBezTo>
                <a:cubicBezTo>
                  <a:pt x="9188713" y="3082524"/>
                  <a:pt x="9190574" y="3092768"/>
                  <a:pt x="9190574" y="3106163"/>
                </a:cubicBezTo>
                <a:lnTo>
                  <a:pt x="9190574" y="3173879"/>
                </a:lnTo>
                <a:cubicBezTo>
                  <a:pt x="9190574" y="3181817"/>
                  <a:pt x="9192459" y="3187919"/>
                  <a:pt x="9196229" y="3192185"/>
                </a:cubicBezTo>
                <a:cubicBezTo>
                  <a:pt x="9199999" y="3196452"/>
                  <a:pt x="9204911" y="3198585"/>
                  <a:pt x="9210963" y="3198585"/>
                </a:cubicBezTo>
                <a:cubicBezTo>
                  <a:pt x="9216916" y="3198585"/>
                  <a:pt x="9221753" y="3196501"/>
                  <a:pt x="9225474" y="3192334"/>
                </a:cubicBezTo>
                <a:cubicBezTo>
                  <a:pt x="9229195" y="3188167"/>
                  <a:pt x="9231055" y="3182015"/>
                  <a:pt x="9231055" y="3173879"/>
                </a:cubicBezTo>
                <a:lnTo>
                  <a:pt x="9231055" y="3098275"/>
                </a:lnTo>
                <a:cubicBezTo>
                  <a:pt x="9231055" y="3089345"/>
                  <a:pt x="9230658" y="3082003"/>
                  <a:pt x="9229864" y="3076248"/>
                </a:cubicBezTo>
                <a:cubicBezTo>
                  <a:pt x="9229071" y="3070493"/>
                  <a:pt x="9227334" y="3065136"/>
                  <a:pt x="9224655" y="3060175"/>
                </a:cubicBezTo>
                <a:cubicBezTo>
                  <a:pt x="9220488" y="3051642"/>
                  <a:pt x="9214188" y="3045044"/>
                  <a:pt x="9205754" y="3040381"/>
                </a:cubicBezTo>
                <a:cubicBezTo>
                  <a:pt x="9197321" y="3035717"/>
                  <a:pt x="9187746" y="3033386"/>
                  <a:pt x="9177030" y="3033386"/>
                </a:cubicBezTo>
                <a:cubicBezTo>
                  <a:pt x="9166017" y="3033386"/>
                  <a:pt x="9156269" y="3035593"/>
                  <a:pt x="9147786" y="3040009"/>
                </a:cubicBezTo>
                <a:cubicBezTo>
                  <a:pt x="9139302" y="3044424"/>
                  <a:pt x="9131489" y="3051344"/>
                  <a:pt x="9124345" y="3060770"/>
                </a:cubicBezTo>
                <a:lnTo>
                  <a:pt x="9124345" y="3055859"/>
                </a:lnTo>
                <a:cubicBezTo>
                  <a:pt x="9124345" y="3050997"/>
                  <a:pt x="9123477" y="3046879"/>
                  <a:pt x="9121741" y="3043506"/>
                </a:cubicBezTo>
                <a:cubicBezTo>
                  <a:pt x="9120004" y="3040133"/>
                  <a:pt x="9117697" y="3037602"/>
                  <a:pt x="9114820" y="3035916"/>
                </a:cubicBezTo>
                <a:cubicBezTo>
                  <a:pt x="9111943" y="3034229"/>
                  <a:pt x="9108718" y="3033386"/>
                  <a:pt x="9105146" y="3033386"/>
                </a:cubicBezTo>
                <a:close/>
                <a:moveTo>
                  <a:pt x="10731094" y="3033088"/>
                </a:moveTo>
                <a:cubicBezTo>
                  <a:pt x="10718890" y="3033088"/>
                  <a:pt x="10707777" y="3035048"/>
                  <a:pt x="10697756" y="3038967"/>
                </a:cubicBezTo>
                <a:cubicBezTo>
                  <a:pt x="10687735" y="3042886"/>
                  <a:pt x="10679301" y="3048516"/>
                  <a:pt x="10672455" y="3055859"/>
                </a:cubicBezTo>
                <a:cubicBezTo>
                  <a:pt x="10665609" y="3063201"/>
                  <a:pt x="10660400" y="3072007"/>
                  <a:pt x="10656829" y="3082276"/>
                </a:cubicBezTo>
                <a:cubicBezTo>
                  <a:pt x="10653257" y="3092545"/>
                  <a:pt x="10651471" y="3103682"/>
                  <a:pt x="10651471" y="3115688"/>
                </a:cubicBezTo>
                <a:cubicBezTo>
                  <a:pt x="10651471" y="3141187"/>
                  <a:pt x="10658713" y="3161378"/>
                  <a:pt x="10673199" y="3176261"/>
                </a:cubicBezTo>
                <a:cubicBezTo>
                  <a:pt x="10687685" y="3191144"/>
                  <a:pt x="10707975" y="3198585"/>
                  <a:pt x="10734070" y="3198585"/>
                </a:cubicBezTo>
                <a:cubicBezTo>
                  <a:pt x="10745480" y="3198585"/>
                  <a:pt x="10755576" y="3197097"/>
                  <a:pt x="10764357" y="3194120"/>
                </a:cubicBezTo>
                <a:cubicBezTo>
                  <a:pt x="10773137" y="3191144"/>
                  <a:pt x="10780430" y="3187398"/>
                  <a:pt x="10786235" y="3182884"/>
                </a:cubicBezTo>
                <a:cubicBezTo>
                  <a:pt x="10792039" y="3178369"/>
                  <a:pt x="10796379" y="3173656"/>
                  <a:pt x="10799257" y="3168745"/>
                </a:cubicBezTo>
                <a:cubicBezTo>
                  <a:pt x="10802134" y="3163834"/>
                  <a:pt x="10803573" y="3159542"/>
                  <a:pt x="10803573" y="3155871"/>
                </a:cubicBezTo>
                <a:cubicBezTo>
                  <a:pt x="10803573" y="3151704"/>
                  <a:pt x="10802283" y="3148479"/>
                  <a:pt x="10799703" y="3146197"/>
                </a:cubicBezTo>
                <a:cubicBezTo>
                  <a:pt x="10797123" y="3143915"/>
                  <a:pt x="10793750" y="3142774"/>
                  <a:pt x="10789583" y="3142774"/>
                </a:cubicBezTo>
                <a:cubicBezTo>
                  <a:pt x="10785713" y="3142774"/>
                  <a:pt x="10782737" y="3143667"/>
                  <a:pt x="10780653" y="3145453"/>
                </a:cubicBezTo>
                <a:cubicBezTo>
                  <a:pt x="10775593" y="3150216"/>
                  <a:pt x="10771475" y="3153986"/>
                  <a:pt x="10768301" y="3156764"/>
                </a:cubicBezTo>
                <a:cubicBezTo>
                  <a:pt x="10765125" y="3159542"/>
                  <a:pt x="10761653" y="3162147"/>
                  <a:pt x="10757883" y="3164578"/>
                </a:cubicBezTo>
                <a:cubicBezTo>
                  <a:pt x="10754112" y="3167009"/>
                  <a:pt x="10750218" y="3168794"/>
                  <a:pt x="10746200" y="3169936"/>
                </a:cubicBezTo>
                <a:cubicBezTo>
                  <a:pt x="10742181" y="3171076"/>
                  <a:pt x="10737741" y="3171647"/>
                  <a:pt x="10732879" y="3171647"/>
                </a:cubicBezTo>
                <a:cubicBezTo>
                  <a:pt x="10725637" y="3171647"/>
                  <a:pt x="10719014" y="3169861"/>
                  <a:pt x="10713011" y="3166289"/>
                </a:cubicBezTo>
                <a:cubicBezTo>
                  <a:pt x="10707008" y="3162717"/>
                  <a:pt x="10702196" y="3157409"/>
                  <a:pt x="10698575" y="3150365"/>
                </a:cubicBezTo>
                <a:cubicBezTo>
                  <a:pt x="10694953" y="3143320"/>
                  <a:pt x="10693093" y="3135184"/>
                  <a:pt x="10692994" y="3125957"/>
                </a:cubicBezTo>
                <a:lnTo>
                  <a:pt x="10772468" y="3125957"/>
                </a:lnTo>
                <a:cubicBezTo>
                  <a:pt x="10783084" y="3125957"/>
                  <a:pt x="10791319" y="3124444"/>
                  <a:pt x="10797173" y="3121418"/>
                </a:cubicBezTo>
                <a:cubicBezTo>
                  <a:pt x="10803027" y="3118391"/>
                  <a:pt x="10805954" y="3111768"/>
                  <a:pt x="10805954" y="3101549"/>
                </a:cubicBezTo>
                <a:cubicBezTo>
                  <a:pt x="10805954" y="3090536"/>
                  <a:pt x="10803127" y="3079721"/>
                  <a:pt x="10797471" y="3069104"/>
                </a:cubicBezTo>
                <a:cubicBezTo>
                  <a:pt x="10791815" y="3058488"/>
                  <a:pt x="10783307" y="3049831"/>
                  <a:pt x="10771947" y="3043134"/>
                </a:cubicBezTo>
                <a:cubicBezTo>
                  <a:pt x="10760586" y="3036437"/>
                  <a:pt x="10746969" y="3033088"/>
                  <a:pt x="10731094" y="3033088"/>
                </a:cubicBezTo>
                <a:close/>
                <a:moveTo>
                  <a:pt x="10300236" y="3033088"/>
                </a:moveTo>
                <a:cubicBezTo>
                  <a:pt x="10284262" y="3033088"/>
                  <a:pt x="10270917" y="3035271"/>
                  <a:pt x="10260201" y="3039636"/>
                </a:cubicBezTo>
                <a:cubicBezTo>
                  <a:pt x="10249486" y="3044002"/>
                  <a:pt x="10241598" y="3049558"/>
                  <a:pt x="10236538" y="3056305"/>
                </a:cubicBezTo>
                <a:cubicBezTo>
                  <a:pt x="10231478" y="3063052"/>
                  <a:pt x="10228947" y="3069997"/>
                  <a:pt x="10228947" y="3077141"/>
                </a:cubicBezTo>
                <a:cubicBezTo>
                  <a:pt x="10228947" y="3081705"/>
                  <a:pt x="10230609" y="3085451"/>
                  <a:pt x="10233933" y="3088378"/>
                </a:cubicBezTo>
                <a:cubicBezTo>
                  <a:pt x="10237257" y="3091305"/>
                  <a:pt x="10241201" y="3092768"/>
                  <a:pt x="10245765" y="3092768"/>
                </a:cubicBezTo>
                <a:cubicBezTo>
                  <a:pt x="10250825" y="3092768"/>
                  <a:pt x="10254124" y="3091850"/>
                  <a:pt x="10255662" y="3090015"/>
                </a:cubicBezTo>
                <a:cubicBezTo>
                  <a:pt x="10257200" y="3088179"/>
                  <a:pt x="10259829" y="3084384"/>
                  <a:pt x="10263550" y="3078629"/>
                </a:cubicBezTo>
                <a:cubicBezTo>
                  <a:pt x="10267271" y="3072875"/>
                  <a:pt x="10271736" y="3068559"/>
                  <a:pt x="10276945" y="3065681"/>
                </a:cubicBezTo>
                <a:cubicBezTo>
                  <a:pt x="10282154" y="3062804"/>
                  <a:pt x="10289917" y="3061365"/>
                  <a:pt x="10300236" y="3061365"/>
                </a:cubicBezTo>
                <a:cubicBezTo>
                  <a:pt x="10312242" y="3061365"/>
                  <a:pt x="10320154" y="3063871"/>
                  <a:pt x="10323974" y="3068881"/>
                </a:cubicBezTo>
                <a:cubicBezTo>
                  <a:pt x="10327794" y="3073892"/>
                  <a:pt x="10329952" y="3081755"/>
                  <a:pt x="10330448" y="3092470"/>
                </a:cubicBezTo>
                <a:cubicBezTo>
                  <a:pt x="10321915" y="3094951"/>
                  <a:pt x="10314003" y="3097059"/>
                  <a:pt x="10306710" y="3098796"/>
                </a:cubicBezTo>
                <a:cubicBezTo>
                  <a:pt x="10299418" y="3100532"/>
                  <a:pt x="10290662" y="3102442"/>
                  <a:pt x="10280442" y="3104526"/>
                </a:cubicBezTo>
                <a:cubicBezTo>
                  <a:pt x="10270223" y="3106609"/>
                  <a:pt x="10263823" y="3107949"/>
                  <a:pt x="10261243" y="3108544"/>
                </a:cubicBezTo>
                <a:cubicBezTo>
                  <a:pt x="10248940" y="3111223"/>
                  <a:pt x="10239266" y="3116481"/>
                  <a:pt x="10232222" y="3124320"/>
                </a:cubicBezTo>
                <a:cubicBezTo>
                  <a:pt x="10225177" y="3132158"/>
                  <a:pt x="10221655" y="3141633"/>
                  <a:pt x="10221655" y="3152746"/>
                </a:cubicBezTo>
                <a:cubicBezTo>
                  <a:pt x="10221655" y="3160981"/>
                  <a:pt x="10223788" y="3168621"/>
                  <a:pt x="10228055" y="3175665"/>
                </a:cubicBezTo>
                <a:cubicBezTo>
                  <a:pt x="10232321" y="3182710"/>
                  <a:pt x="10238398" y="3188291"/>
                  <a:pt x="10246286" y="3192409"/>
                </a:cubicBezTo>
                <a:cubicBezTo>
                  <a:pt x="10254174" y="3196526"/>
                  <a:pt x="10263327" y="3198585"/>
                  <a:pt x="10273745" y="3198585"/>
                </a:cubicBezTo>
                <a:cubicBezTo>
                  <a:pt x="10285155" y="3198585"/>
                  <a:pt x="10295449" y="3196675"/>
                  <a:pt x="10304627" y="3192855"/>
                </a:cubicBezTo>
                <a:cubicBezTo>
                  <a:pt x="10313804" y="3189035"/>
                  <a:pt x="10323305" y="3183305"/>
                  <a:pt x="10333127" y="3175665"/>
                </a:cubicBezTo>
                <a:cubicBezTo>
                  <a:pt x="10337691" y="3183107"/>
                  <a:pt x="10342007" y="3188787"/>
                  <a:pt x="10346075" y="3192706"/>
                </a:cubicBezTo>
                <a:cubicBezTo>
                  <a:pt x="10350143" y="3196625"/>
                  <a:pt x="10354261" y="3198585"/>
                  <a:pt x="10358428" y="3198585"/>
                </a:cubicBezTo>
                <a:cubicBezTo>
                  <a:pt x="10363389" y="3198585"/>
                  <a:pt x="10367829" y="3196873"/>
                  <a:pt x="10371748" y="3193450"/>
                </a:cubicBezTo>
                <a:cubicBezTo>
                  <a:pt x="10375667" y="3190027"/>
                  <a:pt x="10377627" y="3186232"/>
                  <a:pt x="10377627" y="3182065"/>
                </a:cubicBezTo>
                <a:cubicBezTo>
                  <a:pt x="10377627" y="3179684"/>
                  <a:pt x="10376362" y="3174351"/>
                  <a:pt x="10373832" y="3166066"/>
                </a:cubicBezTo>
                <a:cubicBezTo>
                  <a:pt x="10371302" y="3157781"/>
                  <a:pt x="10370037" y="3149819"/>
                  <a:pt x="10370037" y="3142179"/>
                </a:cubicBezTo>
                <a:cubicBezTo>
                  <a:pt x="10370136" y="3134043"/>
                  <a:pt x="10370210" y="3126651"/>
                  <a:pt x="10370260" y="3120004"/>
                </a:cubicBezTo>
                <a:cubicBezTo>
                  <a:pt x="10370309" y="3113356"/>
                  <a:pt x="10370334" y="3105270"/>
                  <a:pt x="10370334" y="3095745"/>
                </a:cubicBezTo>
                <a:cubicBezTo>
                  <a:pt x="10370334" y="3080663"/>
                  <a:pt x="10368226" y="3068559"/>
                  <a:pt x="10364009" y="3059431"/>
                </a:cubicBezTo>
                <a:cubicBezTo>
                  <a:pt x="10359792" y="3050302"/>
                  <a:pt x="10352574" y="3043630"/>
                  <a:pt x="10342355" y="3039413"/>
                </a:cubicBezTo>
                <a:cubicBezTo>
                  <a:pt x="10332135" y="3035196"/>
                  <a:pt x="10318096" y="3033088"/>
                  <a:pt x="10300236" y="3033088"/>
                </a:cubicBezTo>
                <a:close/>
                <a:moveTo>
                  <a:pt x="8976261" y="3033088"/>
                </a:moveTo>
                <a:cubicBezTo>
                  <a:pt x="8960287" y="3033088"/>
                  <a:pt x="8946942" y="3035271"/>
                  <a:pt x="8936226" y="3039636"/>
                </a:cubicBezTo>
                <a:cubicBezTo>
                  <a:pt x="8925511" y="3044002"/>
                  <a:pt x="8917623" y="3049558"/>
                  <a:pt x="8912563" y="3056305"/>
                </a:cubicBezTo>
                <a:cubicBezTo>
                  <a:pt x="8907503" y="3063052"/>
                  <a:pt x="8904972" y="3069997"/>
                  <a:pt x="8904972" y="3077141"/>
                </a:cubicBezTo>
                <a:cubicBezTo>
                  <a:pt x="8904972" y="3081705"/>
                  <a:pt x="8906634" y="3085451"/>
                  <a:pt x="8909958" y="3088378"/>
                </a:cubicBezTo>
                <a:cubicBezTo>
                  <a:pt x="8913282" y="3091305"/>
                  <a:pt x="8917226" y="3092768"/>
                  <a:pt x="8921790" y="3092768"/>
                </a:cubicBezTo>
                <a:cubicBezTo>
                  <a:pt x="8926850" y="3092768"/>
                  <a:pt x="8930149" y="3091850"/>
                  <a:pt x="8931687" y="3090015"/>
                </a:cubicBezTo>
                <a:cubicBezTo>
                  <a:pt x="8933225" y="3088179"/>
                  <a:pt x="8935854" y="3084384"/>
                  <a:pt x="8939575" y="3078629"/>
                </a:cubicBezTo>
                <a:cubicBezTo>
                  <a:pt x="8943296" y="3072875"/>
                  <a:pt x="8947761" y="3068559"/>
                  <a:pt x="8952970" y="3065681"/>
                </a:cubicBezTo>
                <a:cubicBezTo>
                  <a:pt x="8958179" y="3062804"/>
                  <a:pt x="8965942" y="3061365"/>
                  <a:pt x="8976261" y="3061365"/>
                </a:cubicBezTo>
                <a:cubicBezTo>
                  <a:pt x="8988267" y="3061365"/>
                  <a:pt x="8996179" y="3063871"/>
                  <a:pt x="8999999" y="3068881"/>
                </a:cubicBezTo>
                <a:cubicBezTo>
                  <a:pt x="9003819" y="3073892"/>
                  <a:pt x="9005977" y="3081755"/>
                  <a:pt x="9006473" y="3092470"/>
                </a:cubicBezTo>
                <a:cubicBezTo>
                  <a:pt x="8997941" y="3094951"/>
                  <a:pt x="8990028" y="3097059"/>
                  <a:pt x="8982735" y="3098796"/>
                </a:cubicBezTo>
                <a:cubicBezTo>
                  <a:pt x="8975443" y="3100532"/>
                  <a:pt x="8966687" y="3102442"/>
                  <a:pt x="8956467" y="3104526"/>
                </a:cubicBezTo>
                <a:cubicBezTo>
                  <a:pt x="8946247" y="3106609"/>
                  <a:pt x="8939848" y="3107949"/>
                  <a:pt x="8937268" y="3108544"/>
                </a:cubicBezTo>
                <a:cubicBezTo>
                  <a:pt x="8924965" y="3111223"/>
                  <a:pt x="8915291" y="3116481"/>
                  <a:pt x="8908247" y="3124320"/>
                </a:cubicBezTo>
                <a:cubicBezTo>
                  <a:pt x="8901202" y="3132158"/>
                  <a:pt x="8897680" y="3141633"/>
                  <a:pt x="8897680" y="3152746"/>
                </a:cubicBezTo>
                <a:cubicBezTo>
                  <a:pt x="8897680" y="3160981"/>
                  <a:pt x="8899813" y="3168621"/>
                  <a:pt x="8904079" y="3175665"/>
                </a:cubicBezTo>
                <a:cubicBezTo>
                  <a:pt x="8908346" y="3182710"/>
                  <a:pt x="8914423" y="3188291"/>
                  <a:pt x="8922311" y="3192409"/>
                </a:cubicBezTo>
                <a:cubicBezTo>
                  <a:pt x="8930199" y="3196526"/>
                  <a:pt x="8939352" y="3198585"/>
                  <a:pt x="8949770" y="3198585"/>
                </a:cubicBezTo>
                <a:cubicBezTo>
                  <a:pt x="8961180" y="3198585"/>
                  <a:pt x="8971474" y="3196675"/>
                  <a:pt x="8980652" y="3192855"/>
                </a:cubicBezTo>
                <a:cubicBezTo>
                  <a:pt x="8989829" y="3189035"/>
                  <a:pt x="8999329" y="3183305"/>
                  <a:pt x="9009152" y="3175665"/>
                </a:cubicBezTo>
                <a:cubicBezTo>
                  <a:pt x="9013716" y="3183107"/>
                  <a:pt x="9018032" y="3188787"/>
                  <a:pt x="9022100" y="3192706"/>
                </a:cubicBezTo>
                <a:cubicBezTo>
                  <a:pt x="9026168" y="3196625"/>
                  <a:pt x="9030286" y="3198585"/>
                  <a:pt x="9034453" y="3198585"/>
                </a:cubicBezTo>
                <a:cubicBezTo>
                  <a:pt x="9039414" y="3198585"/>
                  <a:pt x="9043854" y="3196873"/>
                  <a:pt x="9047773" y="3193450"/>
                </a:cubicBezTo>
                <a:cubicBezTo>
                  <a:pt x="9051692" y="3190027"/>
                  <a:pt x="9053652" y="3186232"/>
                  <a:pt x="9053652" y="3182065"/>
                </a:cubicBezTo>
                <a:cubicBezTo>
                  <a:pt x="9053652" y="3179684"/>
                  <a:pt x="9052387" y="3174351"/>
                  <a:pt x="9049857" y="3166066"/>
                </a:cubicBezTo>
                <a:cubicBezTo>
                  <a:pt x="9047327" y="3157781"/>
                  <a:pt x="9046062" y="3149819"/>
                  <a:pt x="9046062" y="3142179"/>
                </a:cubicBezTo>
                <a:cubicBezTo>
                  <a:pt x="9046161" y="3134043"/>
                  <a:pt x="9046235" y="3126651"/>
                  <a:pt x="9046285" y="3120004"/>
                </a:cubicBezTo>
                <a:cubicBezTo>
                  <a:pt x="9046334" y="3113356"/>
                  <a:pt x="9046359" y="3105270"/>
                  <a:pt x="9046359" y="3095745"/>
                </a:cubicBezTo>
                <a:cubicBezTo>
                  <a:pt x="9046359" y="3080663"/>
                  <a:pt x="9044251" y="3068559"/>
                  <a:pt x="9040034" y="3059431"/>
                </a:cubicBezTo>
                <a:cubicBezTo>
                  <a:pt x="9035817" y="3050302"/>
                  <a:pt x="9028599" y="3043630"/>
                  <a:pt x="9018379" y="3039413"/>
                </a:cubicBezTo>
                <a:cubicBezTo>
                  <a:pt x="9008160" y="3035196"/>
                  <a:pt x="8994121" y="3033088"/>
                  <a:pt x="8976261" y="3033088"/>
                </a:cubicBezTo>
                <a:close/>
                <a:moveTo>
                  <a:pt x="8795286" y="3033088"/>
                </a:moveTo>
                <a:cubicBezTo>
                  <a:pt x="8779312" y="3033088"/>
                  <a:pt x="8765967" y="3035271"/>
                  <a:pt x="8755251" y="3039636"/>
                </a:cubicBezTo>
                <a:cubicBezTo>
                  <a:pt x="8744536" y="3044002"/>
                  <a:pt x="8736648" y="3049558"/>
                  <a:pt x="8731588" y="3056305"/>
                </a:cubicBezTo>
                <a:cubicBezTo>
                  <a:pt x="8726528" y="3063052"/>
                  <a:pt x="8723997" y="3069997"/>
                  <a:pt x="8723997" y="3077141"/>
                </a:cubicBezTo>
                <a:cubicBezTo>
                  <a:pt x="8723997" y="3081705"/>
                  <a:pt x="8725659" y="3085451"/>
                  <a:pt x="8728983" y="3088378"/>
                </a:cubicBezTo>
                <a:cubicBezTo>
                  <a:pt x="8732307" y="3091305"/>
                  <a:pt x="8736251" y="3092768"/>
                  <a:pt x="8740815" y="3092768"/>
                </a:cubicBezTo>
                <a:cubicBezTo>
                  <a:pt x="8745875" y="3092768"/>
                  <a:pt x="8749174" y="3091850"/>
                  <a:pt x="8750712" y="3090015"/>
                </a:cubicBezTo>
                <a:cubicBezTo>
                  <a:pt x="8752250" y="3088179"/>
                  <a:pt x="8754879" y="3084384"/>
                  <a:pt x="8758600" y="3078629"/>
                </a:cubicBezTo>
                <a:cubicBezTo>
                  <a:pt x="8762321" y="3072875"/>
                  <a:pt x="8766786" y="3068559"/>
                  <a:pt x="8771995" y="3065681"/>
                </a:cubicBezTo>
                <a:cubicBezTo>
                  <a:pt x="8777204" y="3062804"/>
                  <a:pt x="8784967" y="3061365"/>
                  <a:pt x="8795286" y="3061365"/>
                </a:cubicBezTo>
                <a:cubicBezTo>
                  <a:pt x="8807292" y="3061365"/>
                  <a:pt x="8815204" y="3063871"/>
                  <a:pt x="8819024" y="3068881"/>
                </a:cubicBezTo>
                <a:cubicBezTo>
                  <a:pt x="8822844" y="3073892"/>
                  <a:pt x="8825002" y="3081755"/>
                  <a:pt x="8825498" y="3092470"/>
                </a:cubicBezTo>
                <a:cubicBezTo>
                  <a:pt x="8816965" y="3094951"/>
                  <a:pt x="8809053" y="3097059"/>
                  <a:pt x="8801760" y="3098796"/>
                </a:cubicBezTo>
                <a:cubicBezTo>
                  <a:pt x="8794468" y="3100532"/>
                  <a:pt x="8785712" y="3102442"/>
                  <a:pt x="8775492" y="3104526"/>
                </a:cubicBezTo>
                <a:cubicBezTo>
                  <a:pt x="8765273" y="3106609"/>
                  <a:pt x="8758873" y="3107949"/>
                  <a:pt x="8756293" y="3108544"/>
                </a:cubicBezTo>
                <a:cubicBezTo>
                  <a:pt x="8743990" y="3111223"/>
                  <a:pt x="8734316" y="3116481"/>
                  <a:pt x="8727272" y="3124320"/>
                </a:cubicBezTo>
                <a:cubicBezTo>
                  <a:pt x="8720227" y="3132158"/>
                  <a:pt x="8716705" y="3141633"/>
                  <a:pt x="8716705" y="3152746"/>
                </a:cubicBezTo>
                <a:cubicBezTo>
                  <a:pt x="8716705" y="3160981"/>
                  <a:pt x="8718838" y="3168621"/>
                  <a:pt x="8723105" y="3175665"/>
                </a:cubicBezTo>
                <a:cubicBezTo>
                  <a:pt x="8727371" y="3182710"/>
                  <a:pt x="8733448" y="3188291"/>
                  <a:pt x="8741336" y="3192409"/>
                </a:cubicBezTo>
                <a:cubicBezTo>
                  <a:pt x="8749224" y="3196526"/>
                  <a:pt x="8758377" y="3198585"/>
                  <a:pt x="8768795" y="3198585"/>
                </a:cubicBezTo>
                <a:cubicBezTo>
                  <a:pt x="8780205" y="3198585"/>
                  <a:pt x="8790499" y="3196675"/>
                  <a:pt x="8799677" y="3192855"/>
                </a:cubicBezTo>
                <a:cubicBezTo>
                  <a:pt x="8808854" y="3189035"/>
                  <a:pt x="8818355" y="3183305"/>
                  <a:pt x="8828177" y="3175665"/>
                </a:cubicBezTo>
                <a:cubicBezTo>
                  <a:pt x="8832741" y="3183107"/>
                  <a:pt x="8837057" y="3188787"/>
                  <a:pt x="8841125" y="3192706"/>
                </a:cubicBezTo>
                <a:cubicBezTo>
                  <a:pt x="8845193" y="3196625"/>
                  <a:pt x="8849311" y="3198585"/>
                  <a:pt x="8853478" y="3198585"/>
                </a:cubicBezTo>
                <a:cubicBezTo>
                  <a:pt x="8858439" y="3198585"/>
                  <a:pt x="8862879" y="3196873"/>
                  <a:pt x="8866798" y="3193450"/>
                </a:cubicBezTo>
                <a:cubicBezTo>
                  <a:pt x="8870717" y="3190027"/>
                  <a:pt x="8872677" y="3186232"/>
                  <a:pt x="8872677" y="3182065"/>
                </a:cubicBezTo>
                <a:cubicBezTo>
                  <a:pt x="8872677" y="3179684"/>
                  <a:pt x="8871412" y="3174351"/>
                  <a:pt x="8868882" y="3166066"/>
                </a:cubicBezTo>
                <a:cubicBezTo>
                  <a:pt x="8866352" y="3157781"/>
                  <a:pt x="8865087" y="3149819"/>
                  <a:pt x="8865087" y="3142179"/>
                </a:cubicBezTo>
                <a:cubicBezTo>
                  <a:pt x="8865186" y="3134043"/>
                  <a:pt x="8865260" y="3126651"/>
                  <a:pt x="8865310" y="3120004"/>
                </a:cubicBezTo>
                <a:cubicBezTo>
                  <a:pt x="8865359" y="3113356"/>
                  <a:pt x="8865384" y="3105270"/>
                  <a:pt x="8865384" y="3095745"/>
                </a:cubicBezTo>
                <a:cubicBezTo>
                  <a:pt x="8865384" y="3080663"/>
                  <a:pt x="8863276" y="3068559"/>
                  <a:pt x="8859059" y="3059431"/>
                </a:cubicBezTo>
                <a:cubicBezTo>
                  <a:pt x="8854842" y="3050302"/>
                  <a:pt x="8847624" y="3043630"/>
                  <a:pt x="8837405" y="3039413"/>
                </a:cubicBezTo>
                <a:cubicBezTo>
                  <a:pt x="8827185" y="3035196"/>
                  <a:pt x="8813146" y="3033088"/>
                  <a:pt x="8795286" y="3033088"/>
                </a:cubicBezTo>
                <a:close/>
                <a:moveTo>
                  <a:pt x="9477068" y="3009871"/>
                </a:moveTo>
                <a:lnTo>
                  <a:pt x="9512935" y="3009871"/>
                </a:lnTo>
                <a:cubicBezTo>
                  <a:pt x="9529009" y="3009871"/>
                  <a:pt x="9540965" y="3011682"/>
                  <a:pt x="9548803" y="3015303"/>
                </a:cubicBezTo>
                <a:cubicBezTo>
                  <a:pt x="9556641" y="3018925"/>
                  <a:pt x="9560560" y="3026242"/>
                  <a:pt x="9560560" y="3037255"/>
                </a:cubicBezTo>
                <a:cubicBezTo>
                  <a:pt x="9560560" y="3042415"/>
                  <a:pt x="9559320" y="3047078"/>
                  <a:pt x="9556840" y="3051245"/>
                </a:cubicBezTo>
                <a:cubicBezTo>
                  <a:pt x="9553665" y="3057099"/>
                  <a:pt x="9549076" y="3061068"/>
                  <a:pt x="9543073" y="3063151"/>
                </a:cubicBezTo>
                <a:cubicBezTo>
                  <a:pt x="9537070" y="3065235"/>
                  <a:pt x="9528562" y="3066277"/>
                  <a:pt x="9517549" y="3066277"/>
                </a:cubicBezTo>
                <a:lnTo>
                  <a:pt x="9477068" y="3066277"/>
                </a:lnTo>
                <a:close/>
                <a:moveTo>
                  <a:pt x="10091133" y="3008085"/>
                </a:moveTo>
                <a:cubicBezTo>
                  <a:pt x="10103535" y="3008085"/>
                  <a:pt x="10114523" y="3011086"/>
                  <a:pt x="10124098" y="3017089"/>
                </a:cubicBezTo>
                <a:cubicBezTo>
                  <a:pt x="10133673" y="3023092"/>
                  <a:pt x="10141040" y="3031947"/>
                  <a:pt x="10146199" y="3043655"/>
                </a:cubicBezTo>
                <a:cubicBezTo>
                  <a:pt x="10151358" y="3055363"/>
                  <a:pt x="10153938" y="3069204"/>
                  <a:pt x="10153938" y="3085178"/>
                </a:cubicBezTo>
                <a:cubicBezTo>
                  <a:pt x="10153938" y="3097878"/>
                  <a:pt x="10152475" y="3109040"/>
                  <a:pt x="10149548" y="3118664"/>
                </a:cubicBezTo>
                <a:cubicBezTo>
                  <a:pt x="10146621" y="3128288"/>
                  <a:pt x="10142081" y="3136623"/>
                  <a:pt x="10135930" y="3143667"/>
                </a:cubicBezTo>
                <a:cubicBezTo>
                  <a:pt x="10114697" y="3128586"/>
                  <a:pt x="10099566" y="3121045"/>
                  <a:pt x="10090537" y="3121045"/>
                </a:cubicBezTo>
                <a:cubicBezTo>
                  <a:pt x="10087561" y="3121045"/>
                  <a:pt x="10084832" y="3122186"/>
                  <a:pt x="10082352" y="3124469"/>
                </a:cubicBezTo>
                <a:cubicBezTo>
                  <a:pt x="10079871" y="3126750"/>
                  <a:pt x="10078631" y="3129380"/>
                  <a:pt x="10078631" y="3132356"/>
                </a:cubicBezTo>
                <a:cubicBezTo>
                  <a:pt x="10078631" y="3135829"/>
                  <a:pt x="10079921" y="3138508"/>
                  <a:pt x="10082501" y="3140393"/>
                </a:cubicBezTo>
                <a:cubicBezTo>
                  <a:pt x="10085080" y="3142278"/>
                  <a:pt x="10089868" y="3144957"/>
                  <a:pt x="10096863" y="3148430"/>
                </a:cubicBezTo>
                <a:cubicBezTo>
                  <a:pt x="10103857" y="3151902"/>
                  <a:pt x="10109687" y="3155375"/>
                  <a:pt x="10114350" y="3158848"/>
                </a:cubicBezTo>
                <a:cubicBezTo>
                  <a:pt x="10106611" y="3161923"/>
                  <a:pt x="10099070" y="3163461"/>
                  <a:pt x="10091728" y="3163461"/>
                </a:cubicBezTo>
                <a:cubicBezTo>
                  <a:pt x="10073869" y="3163461"/>
                  <a:pt x="10059085" y="3156690"/>
                  <a:pt x="10047377" y="3143146"/>
                </a:cubicBezTo>
                <a:cubicBezTo>
                  <a:pt x="10035669" y="3129603"/>
                  <a:pt x="10029815" y="3110280"/>
                  <a:pt x="10029815" y="3085178"/>
                </a:cubicBezTo>
                <a:cubicBezTo>
                  <a:pt x="10029815" y="3072875"/>
                  <a:pt x="10031378" y="3061787"/>
                  <a:pt x="10034504" y="3051915"/>
                </a:cubicBezTo>
                <a:cubicBezTo>
                  <a:pt x="10037629" y="3042042"/>
                  <a:pt x="10041895" y="3033931"/>
                  <a:pt x="10047303" y="3027581"/>
                </a:cubicBezTo>
                <a:cubicBezTo>
                  <a:pt x="10052710" y="3021231"/>
                  <a:pt x="10059159" y="3016394"/>
                  <a:pt x="10066651" y="3013071"/>
                </a:cubicBezTo>
                <a:cubicBezTo>
                  <a:pt x="10074141" y="3009747"/>
                  <a:pt x="10082302" y="3008085"/>
                  <a:pt x="10091133" y="3008085"/>
                </a:cubicBezTo>
                <a:close/>
                <a:moveTo>
                  <a:pt x="9459655" y="2976682"/>
                </a:moveTo>
                <a:cubicBezTo>
                  <a:pt x="9450229" y="2976682"/>
                  <a:pt x="9443408" y="2978790"/>
                  <a:pt x="9439191" y="2983007"/>
                </a:cubicBezTo>
                <a:cubicBezTo>
                  <a:pt x="9434974" y="2987224"/>
                  <a:pt x="9432866" y="2994145"/>
                  <a:pt x="9432866" y="3003769"/>
                </a:cubicBezTo>
                <a:lnTo>
                  <a:pt x="9432866" y="3167777"/>
                </a:lnTo>
                <a:cubicBezTo>
                  <a:pt x="9432866" y="3177203"/>
                  <a:pt x="9434925" y="3184074"/>
                  <a:pt x="9439042" y="3188390"/>
                </a:cubicBezTo>
                <a:cubicBezTo>
                  <a:pt x="9443160" y="3192706"/>
                  <a:pt x="9450031" y="3194864"/>
                  <a:pt x="9459655" y="3194864"/>
                </a:cubicBezTo>
                <a:lnTo>
                  <a:pt x="9526330" y="3194864"/>
                </a:lnTo>
                <a:cubicBezTo>
                  <a:pt x="9537839" y="3194864"/>
                  <a:pt x="9547910" y="3194294"/>
                  <a:pt x="9556542" y="3193153"/>
                </a:cubicBezTo>
                <a:cubicBezTo>
                  <a:pt x="9565174" y="3192012"/>
                  <a:pt x="9572814" y="3190052"/>
                  <a:pt x="9579461" y="3187274"/>
                </a:cubicBezTo>
                <a:cubicBezTo>
                  <a:pt x="9590078" y="3182611"/>
                  <a:pt x="9598511" y="3175392"/>
                  <a:pt x="9604762" y="3165619"/>
                </a:cubicBezTo>
                <a:cubicBezTo>
                  <a:pt x="9611013" y="3155846"/>
                  <a:pt x="9614139" y="3144858"/>
                  <a:pt x="9614139" y="3132654"/>
                </a:cubicBezTo>
                <a:cubicBezTo>
                  <a:pt x="9614139" y="3106262"/>
                  <a:pt x="9599801" y="3088502"/>
                  <a:pt x="9571127" y="3079374"/>
                </a:cubicBezTo>
                <a:cubicBezTo>
                  <a:pt x="9592955" y="3069253"/>
                  <a:pt x="9603869" y="3053279"/>
                  <a:pt x="9603869" y="3031451"/>
                </a:cubicBezTo>
                <a:cubicBezTo>
                  <a:pt x="9603869" y="3025101"/>
                  <a:pt x="9602827" y="3019073"/>
                  <a:pt x="9600744" y="3013368"/>
                </a:cubicBezTo>
                <a:cubicBezTo>
                  <a:pt x="9598660" y="3007663"/>
                  <a:pt x="9595634" y="3002454"/>
                  <a:pt x="9591665" y="2997741"/>
                </a:cubicBezTo>
                <a:cubicBezTo>
                  <a:pt x="9587697" y="2993028"/>
                  <a:pt x="9583133" y="2989134"/>
                  <a:pt x="9577973" y="2986058"/>
                </a:cubicBezTo>
                <a:cubicBezTo>
                  <a:pt x="9571921" y="2982387"/>
                  <a:pt x="9565075" y="2979907"/>
                  <a:pt x="9557435" y="2978617"/>
                </a:cubicBezTo>
                <a:cubicBezTo>
                  <a:pt x="9549795" y="2977327"/>
                  <a:pt x="9540766" y="2976682"/>
                  <a:pt x="9530348" y="2976682"/>
                </a:cubicBezTo>
                <a:close/>
                <a:moveTo>
                  <a:pt x="10431949" y="2974747"/>
                </a:moveTo>
                <a:cubicBezTo>
                  <a:pt x="10426492" y="2974747"/>
                  <a:pt x="10421705" y="2976608"/>
                  <a:pt x="10417587" y="2980328"/>
                </a:cubicBezTo>
                <a:cubicBezTo>
                  <a:pt x="10413470" y="2984049"/>
                  <a:pt x="10411411" y="2988787"/>
                  <a:pt x="10411411" y="2994542"/>
                </a:cubicBezTo>
                <a:cubicBezTo>
                  <a:pt x="10411411" y="3000891"/>
                  <a:pt x="10413420" y="3005803"/>
                  <a:pt x="10417438" y="3009276"/>
                </a:cubicBezTo>
                <a:cubicBezTo>
                  <a:pt x="10421457" y="3012748"/>
                  <a:pt x="10426294" y="3014485"/>
                  <a:pt x="10431949" y="3014485"/>
                </a:cubicBezTo>
                <a:cubicBezTo>
                  <a:pt x="10437406" y="3014485"/>
                  <a:pt x="10442119" y="3012723"/>
                  <a:pt x="10446088" y="3009201"/>
                </a:cubicBezTo>
                <a:cubicBezTo>
                  <a:pt x="10450056" y="3005679"/>
                  <a:pt x="10452041" y="3000792"/>
                  <a:pt x="10452041" y="2994542"/>
                </a:cubicBezTo>
                <a:cubicBezTo>
                  <a:pt x="10452041" y="2988092"/>
                  <a:pt x="10450007" y="2983181"/>
                  <a:pt x="10445939" y="2979808"/>
                </a:cubicBezTo>
                <a:cubicBezTo>
                  <a:pt x="10441871" y="2976434"/>
                  <a:pt x="10437208" y="2974747"/>
                  <a:pt x="10431949" y="2974747"/>
                </a:cubicBezTo>
                <a:close/>
                <a:moveTo>
                  <a:pt x="9669949" y="2974747"/>
                </a:moveTo>
                <a:cubicBezTo>
                  <a:pt x="9664492" y="2974747"/>
                  <a:pt x="9659705" y="2976608"/>
                  <a:pt x="9655587" y="2980328"/>
                </a:cubicBezTo>
                <a:cubicBezTo>
                  <a:pt x="9651470" y="2984049"/>
                  <a:pt x="9649411" y="2988787"/>
                  <a:pt x="9649411" y="2994542"/>
                </a:cubicBezTo>
                <a:cubicBezTo>
                  <a:pt x="9649411" y="3000891"/>
                  <a:pt x="9651420" y="3005803"/>
                  <a:pt x="9655438" y="3009276"/>
                </a:cubicBezTo>
                <a:cubicBezTo>
                  <a:pt x="9659457" y="3012748"/>
                  <a:pt x="9664294" y="3014485"/>
                  <a:pt x="9669949" y="3014485"/>
                </a:cubicBezTo>
                <a:cubicBezTo>
                  <a:pt x="9675406" y="3014485"/>
                  <a:pt x="9680119" y="3012723"/>
                  <a:pt x="9684088" y="3009201"/>
                </a:cubicBezTo>
                <a:cubicBezTo>
                  <a:pt x="9688056" y="3005679"/>
                  <a:pt x="9690041" y="3000792"/>
                  <a:pt x="9690041" y="2994542"/>
                </a:cubicBezTo>
                <a:cubicBezTo>
                  <a:pt x="9690041" y="2988092"/>
                  <a:pt x="9688007" y="2983181"/>
                  <a:pt x="9683939" y="2979808"/>
                </a:cubicBezTo>
                <a:cubicBezTo>
                  <a:pt x="9679871" y="2976434"/>
                  <a:pt x="9675208" y="2974747"/>
                  <a:pt x="9669949" y="2974747"/>
                </a:cubicBezTo>
                <a:close/>
                <a:moveTo>
                  <a:pt x="9288949" y="2974747"/>
                </a:moveTo>
                <a:cubicBezTo>
                  <a:pt x="9283492" y="2974747"/>
                  <a:pt x="9278705" y="2976608"/>
                  <a:pt x="9274587" y="2980328"/>
                </a:cubicBezTo>
                <a:cubicBezTo>
                  <a:pt x="9270470" y="2984049"/>
                  <a:pt x="9268411" y="2988787"/>
                  <a:pt x="9268411" y="2994542"/>
                </a:cubicBezTo>
                <a:cubicBezTo>
                  <a:pt x="9268411" y="3000891"/>
                  <a:pt x="9270420" y="3005803"/>
                  <a:pt x="9274438" y="3009276"/>
                </a:cubicBezTo>
                <a:cubicBezTo>
                  <a:pt x="9278457" y="3012748"/>
                  <a:pt x="9283294" y="3014485"/>
                  <a:pt x="9288949" y="3014485"/>
                </a:cubicBezTo>
                <a:cubicBezTo>
                  <a:pt x="9294406" y="3014485"/>
                  <a:pt x="9299119" y="3012723"/>
                  <a:pt x="9303088" y="3009201"/>
                </a:cubicBezTo>
                <a:cubicBezTo>
                  <a:pt x="9307056" y="3005679"/>
                  <a:pt x="9309041" y="3000792"/>
                  <a:pt x="9309041" y="2994542"/>
                </a:cubicBezTo>
                <a:cubicBezTo>
                  <a:pt x="9309041" y="2988092"/>
                  <a:pt x="9307007" y="2983181"/>
                  <a:pt x="9302939" y="2979808"/>
                </a:cubicBezTo>
                <a:cubicBezTo>
                  <a:pt x="9298871" y="2976434"/>
                  <a:pt x="9294208" y="2974747"/>
                  <a:pt x="9288949" y="2974747"/>
                </a:cubicBezTo>
                <a:close/>
                <a:moveTo>
                  <a:pt x="10091133" y="2972961"/>
                </a:moveTo>
                <a:cubicBezTo>
                  <a:pt x="10074464" y="2972961"/>
                  <a:pt x="10059581" y="2975566"/>
                  <a:pt x="10046484" y="2980775"/>
                </a:cubicBezTo>
                <a:cubicBezTo>
                  <a:pt x="10033387" y="2985984"/>
                  <a:pt x="10022275" y="2993500"/>
                  <a:pt x="10013147" y="3003322"/>
                </a:cubicBezTo>
                <a:cubicBezTo>
                  <a:pt x="10004019" y="3013145"/>
                  <a:pt x="9997049" y="3025051"/>
                  <a:pt x="9992236" y="3039041"/>
                </a:cubicBezTo>
                <a:cubicBezTo>
                  <a:pt x="9987424" y="3053031"/>
                  <a:pt x="9985018" y="3068410"/>
                  <a:pt x="9985018" y="3085178"/>
                </a:cubicBezTo>
                <a:cubicBezTo>
                  <a:pt x="9985018" y="3101648"/>
                  <a:pt x="9987325" y="3116878"/>
                  <a:pt x="9991939" y="3130868"/>
                </a:cubicBezTo>
                <a:cubicBezTo>
                  <a:pt x="9996552" y="3144858"/>
                  <a:pt x="10003423" y="3156938"/>
                  <a:pt x="10012551" y="3167108"/>
                </a:cubicBezTo>
                <a:cubicBezTo>
                  <a:pt x="10021679" y="3177278"/>
                  <a:pt x="10032966" y="3185066"/>
                  <a:pt x="10046410" y="3190474"/>
                </a:cubicBezTo>
                <a:cubicBezTo>
                  <a:pt x="10059854" y="3195881"/>
                  <a:pt x="10075059" y="3198585"/>
                  <a:pt x="10092026" y="3198585"/>
                </a:cubicBezTo>
                <a:cubicBezTo>
                  <a:pt x="10112961" y="3198585"/>
                  <a:pt x="10130622" y="3194914"/>
                  <a:pt x="10145009" y="3187572"/>
                </a:cubicBezTo>
                <a:cubicBezTo>
                  <a:pt x="10152747" y="3193128"/>
                  <a:pt x="10159867" y="3197990"/>
                  <a:pt x="10166365" y="3202157"/>
                </a:cubicBezTo>
                <a:cubicBezTo>
                  <a:pt x="10172864" y="3206324"/>
                  <a:pt x="10178519" y="3209499"/>
                  <a:pt x="10183332" y="3211682"/>
                </a:cubicBezTo>
                <a:cubicBezTo>
                  <a:pt x="10188144" y="3213865"/>
                  <a:pt x="10192237" y="3214956"/>
                  <a:pt x="10195610" y="3214956"/>
                </a:cubicBezTo>
                <a:cubicBezTo>
                  <a:pt x="10199777" y="3214956"/>
                  <a:pt x="10203324" y="3213368"/>
                  <a:pt x="10206251" y="3210194"/>
                </a:cubicBezTo>
                <a:cubicBezTo>
                  <a:pt x="10209178" y="3207018"/>
                  <a:pt x="10210642" y="3203843"/>
                  <a:pt x="10210642" y="3200669"/>
                </a:cubicBezTo>
                <a:cubicBezTo>
                  <a:pt x="10210642" y="3196204"/>
                  <a:pt x="10209401" y="3192756"/>
                  <a:pt x="10206921" y="3190325"/>
                </a:cubicBezTo>
                <a:cubicBezTo>
                  <a:pt x="10204441" y="3187894"/>
                  <a:pt x="10199380" y="3184620"/>
                  <a:pt x="10191741" y="3180502"/>
                </a:cubicBezTo>
                <a:cubicBezTo>
                  <a:pt x="10184101" y="3176385"/>
                  <a:pt x="10177056" y="3172143"/>
                  <a:pt x="10170607" y="3167777"/>
                </a:cubicBezTo>
                <a:cubicBezTo>
                  <a:pt x="10189359" y="3147537"/>
                  <a:pt x="10198735" y="3120103"/>
                  <a:pt x="10198735" y="3085476"/>
                </a:cubicBezTo>
                <a:cubicBezTo>
                  <a:pt x="10198735" y="3062655"/>
                  <a:pt x="10194568" y="3042787"/>
                  <a:pt x="10186234" y="3025870"/>
                </a:cubicBezTo>
                <a:cubicBezTo>
                  <a:pt x="10177899" y="3008953"/>
                  <a:pt x="10165621" y="2995906"/>
                  <a:pt x="10149399" y="2986728"/>
                </a:cubicBezTo>
                <a:cubicBezTo>
                  <a:pt x="10133177" y="2977550"/>
                  <a:pt x="10113755" y="2972961"/>
                  <a:pt x="10091133" y="2972961"/>
                </a:cubicBezTo>
                <a:close/>
                <a:moveTo>
                  <a:pt x="8521889" y="2972961"/>
                </a:moveTo>
                <a:cubicBezTo>
                  <a:pt x="8515142" y="2972961"/>
                  <a:pt x="8509809" y="2975194"/>
                  <a:pt x="8505890" y="2979659"/>
                </a:cubicBezTo>
                <a:cubicBezTo>
                  <a:pt x="8501971" y="2984124"/>
                  <a:pt x="8500011" y="2990821"/>
                  <a:pt x="8500011" y="2999751"/>
                </a:cubicBezTo>
                <a:lnTo>
                  <a:pt x="8500011" y="3171647"/>
                </a:lnTo>
                <a:cubicBezTo>
                  <a:pt x="8500011" y="3180577"/>
                  <a:pt x="8501996" y="3187299"/>
                  <a:pt x="8505964" y="3191813"/>
                </a:cubicBezTo>
                <a:cubicBezTo>
                  <a:pt x="8509933" y="3196328"/>
                  <a:pt x="8515241" y="3198585"/>
                  <a:pt x="8521889" y="3198585"/>
                </a:cubicBezTo>
                <a:cubicBezTo>
                  <a:pt x="8528437" y="3198585"/>
                  <a:pt x="8533795" y="3196352"/>
                  <a:pt x="8537962" y="3191888"/>
                </a:cubicBezTo>
                <a:cubicBezTo>
                  <a:pt x="8542130" y="3187423"/>
                  <a:pt x="8544213" y="3180676"/>
                  <a:pt x="8544213" y="3171647"/>
                </a:cubicBezTo>
                <a:lnTo>
                  <a:pt x="8544213" y="3098275"/>
                </a:lnTo>
                <a:lnTo>
                  <a:pt x="8639612" y="3098275"/>
                </a:lnTo>
                <a:lnTo>
                  <a:pt x="8639612" y="3171647"/>
                </a:lnTo>
                <a:cubicBezTo>
                  <a:pt x="8639612" y="3180577"/>
                  <a:pt x="8641596" y="3187299"/>
                  <a:pt x="8645565" y="3191813"/>
                </a:cubicBezTo>
                <a:cubicBezTo>
                  <a:pt x="8649534" y="3196328"/>
                  <a:pt x="8654842" y="3198585"/>
                  <a:pt x="8661490" y="3198585"/>
                </a:cubicBezTo>
                <a:cubicBezTo>
                  <a:pt x="8668038" y="3198585"/>
                  <a:pt x="8673396" y="3196352"/>
                  <a:pt x="8677563" y="3191888"/>
                </a:cubicBezTo>
                <a:cubicBezTo>
                  <a:pt x="8681730" y="3187423"/>
                  <a:pt x="8683814" y="3180676"/>
                  <a:pt x="8683814" y="3171647"/>
                </a:cubicBezTo>
                <a:lnTo>
                  <a:pt x="8683814" y="2999751"/>
                </a:lnTo>
                <a:cubicBezTo>
                  <a:pt x="8683814" y="2990722"/>
                  <a:pt x="8681755" y="2983999"/>
                  <a:pt x="8677638" y="2979584"/>
                </a:cubicBezTo>
                <a:cubicBezTo>
                  <a:pt x="8673520" y="2975169"/>
                  <a:pt x="8668137" y="2972961"/>
                  <a:pt x="8661490" y="2972961"/>
                </a:cubicBezTo>
                <a:cubicBezTo>
                  <a:pt x="8654941" y="2972961"/>
                  <a:pt x="8649658" y="2975194"/>
                  <a:pt x="8645639" y="2979659"/>
                </a:cubicBezTo>
                <a:cubicBezTo>
                  <a:pt x="8641621" y="2984124"/>
                  <a:pt x="8639612" y="2990821"/>
                  <a:pt x="8639612" y="2999751"/>
                </a:cubicBezTo>
                <a:lnTo>
                  <a:pt x="8639612" y="3062258"/>
                </a:lnTo>
                <a:lnTo>
                  <a:pt x="8544213" y="3062258"/>
                </a:lnTo>
                <a:lnTo>
                  <a:pt x="8544213" y="2999751"/>
                </a:lnTo>
                <a:cubicBezTo>
                  <a:pt x="8544213" y="2990722"/>
                  <a:pt x="8542154" y="2983999"/>
                  <a:pt x="8538037" y="2979584"/>
                </a:cubicBezTo>
                <a:cubicBezTo>
                  <a:pt x="8533919" y="2975169"/>
                  <a:pt x="8528537" y="2972961"/>
                  <a:pt x="8521889" y="2972961"/>
                </a:cubicBezTo>
                <a:close/>
                <a:moveTo>
                  <a:pt x="11444873" y="2745403"/>
                </a:moveTo>
                <a:lnTo>
                  <a:pt x="11444873" y="2751208"/>
                </a:lnTo>
                <a:cubicBezTo>
                  <a:pt x="11444873" y="2765297"/>
                  <a:pt x="11443038" y="2775417"/>
                  <a:pt x="11439367" y="2781569"/>
                </a:cubicBezTo>
                <a:cubicBezTo>
                  <a:pt x="11436191" y="2787125"/>
                  <a:pt x="11431206" y="2791664"/>
                  <a:pt x="11424409" y="2795186"/>
                </a:cubicBezTo>
                <a:cubicBezTo>
                  <a:pt x="11417613" y="2798709"/>
                  <a:pt x="11410196" y="2800470"/>
                  <a:pt x="11402160" y="2800470"/>
                </a:cubicBezTo>
                <a:cubicBezTo>
                  <a:pt x="11394619" y="2800470"/>
                  <a:pt x="11388517" y="2798312"/>
                  <a:pt x="11383854" y="2793996"/>
                </a:cubicBezTo>
                <a:cubicBezTo>
                  <a:pt x="11379191" y="2789680"/>
                  <a:pt x="11376859" y="2784446"/>
                  <a:pt x="11376859" y="2778294"/>
                </a:cubicBezTo>
                <a:cubicBezTo>
                  <a:pt x="11376859" y="2772341"/>
                  <a:pt x="11378843" y="2767703"/>
                  <a:pt x="11382812" y="2764379"/>
                </a:cubicBezTo>
                <a:cubicBezTo>
                  <a:pt x="11386781" y="2761055"/>
                  <a:pt x="11390948" y="2758823"/>
                  <a:pt x="11395313" y="2757682"/>
                </a:cubicBezTo>
                <a:cubicBezTo>
                  <a:pt x="11399679" y="2756541"/>
                  <a:pt x="11407542" y="2754755"/>
                  <a:pt x="11418903" y="2752324"/>
                </a:cubicBezTo>
                <a:cubicBezTo>
                  <a:pt x="11430263" y="2749893"/>
                  <a:pt x="11438920" y="2747586"/>
                  <a:pt x="11444873" y="2745403"/>
                </a:cubicBezTo>
                <a:close/>
                <a:moveTo>
                  <a:pt x="11054348" y="2745403"/>
                </a:moveTo>
                <a:lnTo>
                  <a:pt x="11054348" y="2751208"/>
                </a:lnTo>
                <a:cubicBezTo>
                  <a:pt x="11054348" y="2765297"/>
                  <a:pt x="11052513" y="2775417"/>
                  <a:pt x="11048842" y="2781569"/>
                </a:cubicBezTo>
                <a:cubicBezTo>
                  <a:pt x="11045667" y="2787125"/>
                  <a:pt x="11040681" y="2791664"/>
                  <a:pt x="11033885" y="2795186"/>
                </a:cubicBezTo>
                <a:cubicBezTo>
                  <a:pt x="11027088" y="2798709"/>
                  <a:pt x="11019671" y="2800470"/>
                  <a:pt x="11011635" y="2800470"/>
                </a:cubicBezTo>
                <a:cubicBezTo>
                  <a:pt x="11004094" y="2800470"/>
                  <a:pt x="10997992" y="2798312"/>
                  <a:pt x="10993329" y="2793996"/>
                </a:cubicBezTo>
                <a:cubicBezTo>
                  <a:pt x="10988665" y="2789680"/>
                  <a:pt x="10986334" y="2784446"/>
                  <a:pt x="10986334" y="2778294"/>
                </a:cubicBezTo>
                <a:cubicBezTo>
                  <a:pt x="10986334" y="2772341"/>
                  <a:pt x="10988318" y="2767703"/>
                  <a:pt x="10992287" y="2764379"/>
                </a:cubicBezTo>
                <a:cubicBezTo>
                  <a:pt x="10996256" y="2761055"/>
                  <a:pt x="11000423" y="2758823"/>
                  <a:pt x="11004789" y="2757682"/>
                </a:cubicBezTo>
                <a:cubicBezTo>
                  <a:pt x="11009154" y="2756541"/>
                  <a:pt x="11017017" y="2754755"/>
                  <a:pt x="11028378" y="2752324"/>
                </a:cubicBezTo>
                <a:cubicBezTo>
                  <a:pt x="11039739" y="2749893"/>
                  <a:pt x="11048395" y="2747586"/>
                  <a:pt x="11054348" y="2745403"/>
                </a:cubicBezTo>
                <a:close/>
                <a:moveTo>
                  <a:pt x="9930398" y="2745403"/>
                </a:moveTo>
                <a:lnTo>
                  <a:pt x="9930398" y="2751208"/>
                </a:lnTo>
                <a:cubicBezTo>
                  <a:pt x="9930398" y="2765297"/>
                  <a:pt x="9928563" y="2775417"/>
                  <a:pt x="9924892" y="2781569"/>
                </a:cubicBezTo>
                <a:cubicBezTo>
                  <a:pt x="9921717" y="2787125"/>
                  <a:pt x="9916731" y="2791664"/>
                  <a:pt x="9909935" y="2795186"/>
                </a:cubicBezTo>
                <a:cubicBezTo>
                  <a:pt x="9903138" y="2798709"/>
                  <a:pt x="9895721" y="2800470"/>
                  <a:pt x="9887685" y="2800470"/>
                </a:cubicBezTo>
                <a:cubicBezTo>
                  <a:pt x="9880144" y="2800470"/>
                  <a:pt x="9874042" y="2798312"/>
                  <a:pt x="9869379" y="2793996"/>
                </a:cubicBezTo>
                <a:cubicBezTo>
                  <a:pt x="9864715" y="2789680"/>
                  <a:pt x="9862384" y="2784446"/>
                  <a:pt x="9862384" y="2778294"/>
                </a:cubicBezTo>
                <a:cubicBezTo>
                  <a:pt x="9862384" y="2772341"/>
                  <a:pt x="9864368" y="2767703"/>
                  <a:pt x="9868337" y="2764379"/>
                </a:cubicBezTo>
                <a:cubicBezTo>
                  <a:pt x="9872306" y="2761055"/>
                  <a:pt x="9876473" y="2758823"/>
                  <a:pt x="9880839" y="2757682"/>
                </a:cubicBezTo>
                <a:cubicBezTo>
                  <a:pt x="9885204" y="2756541"/>
                  <a:pt x="9893067" y="2754755"/>
                  <a:pt x="9904428" y="2752324"/>
                </a:cubicBezTo>
                <a:cubicBezTo>
                  <a:pt x="9915788" y="2749893"/>
                  <a:pt x="9924445" y="2747586"/>
                  <a:pt x="9930398" y="2745403"/>
                </a:cubicBezTo>
                <a:close/>
                <a:moveTo>
                  <a:pt x="9216023" y="2745403"/>
                </a:moveTo>
                <a:lnTo>
                  <a:pt x="9216023" y="2751208"/>
                </a:lnTo>
                <a:cubicBezTo>
                  <a:pt x="9216023" y="2765297"/>
                  <a:pt x="9214188" y="2775417"/>
                  <a:pt x="9210517" y="2781569"/>
                </a:cubicBezTo>
                <a:cubicBezTo>
                  <a:pt x="9207342" y="2787125"/>
                  <a:pt x="9202356" y="2791664"/>
                  <a:pt x="9195559" y="2795186"/>
                </a:cubicBezTo>
                <a:cubicBezTo>
                  <a:pt x="9188763" y="2798709"/>
                  <a:pt x="9181346" y="2800470"/>
                  <a:pt x="9173310" y="2800470"/>
                </a:cubicBezTo>
                <a:cubicBezTo>
                  <a:pt x="9165769" y="2800470"/>
                  <a:pt x="9159667" y="2798312"/>
                  <a:pt x="9155004" y="2793996"/>
                </a:cubicBezTo>
                <a:cubicBezTo>
                  <a:pt x="9150340" y="2789680"/>
                  <a:pt x="9148009" y="2784446"/>
                  <a:pt x="9148009" y="2778294"/>
                </a:cubicBezTo>
                <a:cubicBezTo>
                  <a:pt x="9148009" y="2772341"/>
                  <a:pt x="9149993" y="2767703"/>
                  <a:pt x="9153962" y="2764379"/>
                </a:cubicBezTo>
                <a:cubicBezTo>
                  <a:pt x="9157931" y="2761055"/>
                  <a:pt x="9162098" y="2758823"/>
                  <a:pt x="9166463" y="2757682"/>
                </a:cubicBezTo>
                <a:cubicBezTo>
                  <a:pt x="9170829" y="2756541"/>
                  <a:pt x="9178692" y="2754755"/>
                  <a:pt x="9190053" y="2752324"/>
                </a:cubicBezTo>
                <a:cubicBezTo>
                  <a:pt x="9201413" y="2749893"/>
                  <a:pt x="9210070" y="2747586"/>
                  <a:pt x="9216023" y="2745403"/>
                </a:cubicBezTo>
                <a:close/>
                <a:moveTo>
                  <a:pt x="10081161" y="2692272"/>
                </a:moveTo>
                <a:cubicBezTo>
                  <a:pt x="10088305" y="2692272"/>
                  <a:pt x="10094878" y="2694330"/>
                  <a:pt x="10100881" y="2698448"/>
                </a:cubicBezTo>
                <a:cubicBezTo>
                  <a:pt x="10106884" y="2702566"/>
                  <a:pt x="10111646" y="2708519"/>
                  <a:pt x="10115169" y="2716307"/>
                </a:cubicBezTo>
                <a:cubicBezTo>
                  <a:pt x="10118691" y="2724096"/>
                  <a:pt x="10120452" y="2733398"/>
                  <a:pt x="10120452" y="2744213"/>
                </a:cubicBezTo>
                <a:cubicBezTo>
                  <a:pt x="10120452" y="2755722"/>
                  <a:pt x="10118691" y="2765321"/>
                  <a:pt x="10115169" y="2773011"/>
                </a:cubicBezTo>
                <a:cubicBezTo>
                  <a:pt x="10111646" y="2780700"/>
                  <a:pt x="10106933" y="2786405"/>
                  <a:pt x="10101030" y="2790126"/>
                </a:cubicBezTo>
                <a:cubicBezTo>
                  <a:pt x="10095126" y="2793847"/>
                  <a:pt x="10088603" y="2795707"/>
                  <a:pt x="10081459" y="2795707"/>
                </a:cubicBezTo>
                <a:cubicBezTo>
                  <a:pt x="10074414" y="2795707"/>
                  <a:pt x="10067915" y="2793748"/>
                  <a:pt x="10061962" y="2789829"/>
                </a:cubicBezTo>
                <a:cubicBezTo>
                  <a:pt x="10056009" y="2785909"/>
                  <a:pt x="10051321" y="2780080"/>
                  <a:pt x="10047898" y="2772341"/>
                </a:cubicBezTo>
                <a:cubicBezTo>
                  <a:pt x="10044475" y="2764602"/>
                  <a:pt x="10042763" y="2755226"/>
                  <a:pt x="10042763" y="2744213"/>
                </a:cubicBezTo>
                <a:cubicBezTo>
                  <a:pt x="10042763" y="2733795"/>
                  <a:pt x="10044376" y="2724642"/>
                  <a:pt x="10047601" y="2716754"/>
                </a:cubicBezTo>
                <a:cubicBezTo>
                  <a:pt x="10050825" y="2708866"/>
                  <a:pt x="10055364" y="2702814"/>
                  <a:pt x="10061218" y="2698597"/>
                </a:cubicBezTo>
                <a:cubicBezTo>
                  <a:pt x="10067072" y="2694380"/>
                  <a:pt x="10073720" y="2692272"/>
                  <a:pt x="10081161" y="2692272"/>
                </a:cubicBezTo>
                <a:close/>
                <a:moveTo>
                  <a:pt x="11240532" y="2661911"/>
                </a:moveTo>
                <a:cubicBezTo>
                  <a:pt x="11227336" y="2661911"/>
                  <a:pt x="11220738" y="2671039"/>
                  <a:pt x="11220738" y="2689295"/>
                </a:cubicBezTo>
                <a:lnTo>
                  <a:pt x="11220738" y="2802404"/>
                </a:lnTo>
                <a:cubicBezTo>
                  <a:pt x="11220738" y="2810540"/>
                  <a:pt x="11222623" y="2816692"/>
                  <a:pt x="11226394" y="2820859"/>
                </a:cubicBezTo>
                <a:cubicBezTo>
                  <a:pt x="11230164" y="2825026"/>
                  <a:pt x="11234976" y="2827110"/>
                  <a:pt x="11240830" y="2827110"/>
                </a:cubicBezTo>
                <a:cubicBezTo>
                  <a:pt x="11246783" y="2827110"/>
                  <a:pt x="11251695" y="2825051"/>
                  <a:pt x="11255564" y="2820934"/>
                </a:cubicBezTo>
                <a:cubicBezTo>
                  <a:pt x="11259433" y="2816816"/>
                  <a:pt x="11261368" y="2810640"/>
                  <a:pt x="11261368" y="2802404"/>
                </a:cubicBezTo>
                <a:lnTo>
                  <a:pt x="11261368" y="2768472"/>
                </a:lnTo>
                <a:cubicBezTo>
                  <a:pt x="11261368" y="2756268"/>
                  <a:pt x="11261765" y="2745924"/>
                  <a:pt x="11262559" y="2737441"/>
                </a:cubicBezTo>
                <a:cubicBezTo>
                  <a:pt x="11263353" y="2728958"/>
                  <a:pt x="11264791" y="2721640"/>
                  <a:pt x="11266875" y="2715489"/>
                </a:cubicBezTo>
                <a:cubicBezTo>
                  <a:pt x="11268959" y="2709337"/>
                  <a:pt x="11271885" y="2704699"/>
                  <a:pt x="11275656" y="2701573"/>
                </a:cubicBezTo>
                <a:cubicBezTo>
                  <a:pt x="11279426" y="2698448"/>
                  <a:pt x="11284288" y="2696885"/>
                  <a:pt x="11290241" y="2696885"/>
                </a:cubicBezTo>
                <a:cubicBezTo>
                  <a:pt x="11294607" y="2696885"/>
                  <a:pt x="11299642" y="2697803"/>
                  <a:pt x="11305347" y="2699639"/>
                </a:cubicBezTo>
                <a:cubicBezTo>
                  <a:pt x="11311052" y="2701474"/>
                  <a:pt x="11314649" y="2702392"/>
                  <a:pt x="11316137" y="2702392"/>
                </a:cubicBezTo>
                <a:cubicBezTo>
                  <a:pt x="11320106" y="2702392"/>
                  <a:pt x="11323802" y="2700780"/>
                  <a:pt x="11327225" y="2697555"/>
                </a:cubicBezTo>
                <a:cubicBezTo>
                  <a:pt x="11330648" y="2694330"/>
                  <a:pt x="11332359" y="2690238"/>
                  <a:pt x="11332359" y="2685277"/>
                </a:cubicBezTo>
                <a:cubicBezTo>
                  <a:pt x="11332359" y="2678232"/>
                  <a:pt x="11328341" y="2672577"/>
                  <a:pt x="11320304" y="2668310"/>
                </a:cubicBezTo>
                <a:cubicBezTo>
                  <a:pt x="11312267" y="2664044"/>
                  <a:pt x="11303983" y="2661911"/>
                  <a:pt x="11295450" y="2661911"/>
                </a:cubicBezTo>
                <a:cubicBezTo>
                  <a:pt x="11286917" y="2661911"/>
                  <a:pt x="11280096" y="2664044"/>
                  <a:pt x="11274986" y="2668310"/>
                </a:cubicBezTo>
                <a:cubicBezTo>
                  <a:pt x="11269876" y="2672577"/>
                  <a:pt x="11264891" y="2678877"/>
                  <a:pt x="11260029" y="2687212"/>
                </a:cubicBezTo>
                <a:cubicBezTo>
                  <a:pt x="11259731" y="2678877"/>
                  <a:pt x="11258094" y="2672577"/>
                  <a:pt x="11255117" y="2668310"/>
                </a:cubicBezTo>
                <a:cubicBezTo>
                  <a:pt x="11252141" y="2664044"/>
                  <a:pt x="11247279" y="2661911"/>
                  <a:pt x="11240532" y="2661911"/>
                </a:cubicBezTo>
                <a:close/>
                <a:moveTo>
                  <a:pt x="11155403" y="2661911"/>
                </a:moveTo>
                <a:cubicBezTo>
                  <a:pt x="11149449" y="2661911"/>
                  <a:pt x="11144613" y="2663945"/>
                  <a:pt x="11140892" y="2668013"/>
                </a:cubicBezTo>
                <a:cubicBezTo>
                  <a:pt x="11137171" y="2672081"/>
                  <a:pt x="11135311" y="2678133"/>
                  <a:pt x="11135311" y="2686170"/>
                </a:cubicBezTo>
                <a:lnTo>
                  <a:pt x="11135311" y="2802404"/>
                </a:lnTo>
                <a:cubicBezTo>
                  <a:pt x="11135311" y="2810342"/>
                  <a:pt x="11137171" y="2816444"/>
                  <a:pt x="11140892" y="2820710"/>
                </a:cubicBezTo>
                <a:cubicBezTo>
                  <a:pt x="11144613" y="2824977"/>
                  <a:pt x="11149449" y="2827110"/>
                  <a:pt x="11155403" y="2827110"/>
                </a:cubicBezTo>
                <a:cubicBezTo>
                  <a:pt x="11161356" y="2827110"/>
                  <a:pt x="11166267" y="2825026"/>
                  <a:pt x="11170137" y="2820859"/>
                </a:cubicBezTo>
                <a:cubicBezTo>
                  <a:pt x="11174006" y="2816692"/>
                  <a:pt x="11175941" y="2810540"/>
                  <a:pt x="11175941" y="2802404"/>
                </a:cubicBezTo>
                <a:lnTo>
                  <a:pt x="11175941" y="2684979"/>
                </a:lnTo>
                <a:cubicBezTo>
                  <a:pt x="11175941" y="2677736"/>
                  <a:pt x="11174006" y="2672081"/>
                  <a:pt x="11170137" y="2668013"/>
                </a:cubicBezTo>
                <a:cubicBezTo>
                  <a:pt x="11166267" y="2663945"/>
                  <a:pt x="11161356" y="2661911"/>
                  <a:pt x="11155403" y="2661911"/>
                </a:cubicBezTo>
                <a:close/>
                <a:moveTo>
                  <a:pt x="10850007" y="2661911"/>
                </a:moveTo>
                <a:cubicBezTo>
                  <a:pt x="10836811" y="2661911"/>
                  <a:pt x="10830213" y="2671039"/>
                  <a:pt x="10830213" y="2689295"/>
                </a:cubicBezTo>
                <a:lnTo>
                  <a:pt x="10830213" y="2802404"/>
                </a:lnTo>
                <a:cubicBezTo>
                  <a:pt x="10830213" y="2810540"/>
                  <a:pt x="10832098" y="2816692"/>
                  <a:pt x="10835869" y="2820859"/>
                </a:cubicBezTo>
                <a:cubicBezTo>
                  <a:pt x="10839639" y="2825026"/>
                  <a:pt x="10844451" y="2827110"/>
                  <a:pt x="10850305" y="2827110"/>
                </a:cubicBezTo>
                <a:cubicBezTo>
                  <a:pt x="10856258" y="2827110"/>
                  <a:pt x="10861169" y="2825051"/>
                  <a:pt x="10865039" y="2820934"/>
                </a:cubicBezTo>
                <a:cubicBezTo>
                  <a:pt x="10868909" y="2816816"/>
                  <a:pt x="10870843" y="2810640"/>
                  <a:pt x="10870843" y="2802404"/>
                </a:cubicBezTo>
                <a:lnTo>
                  <a:pt x="10870843" y="2768472"/>
                </a:lnTo>
                <a:cubicBezTo>
                  <a:pt x="10870843" y="2756268"/>
                  <a:pt x="10871240" y="2745924"/>
                  <a:pt x="10872034" y="2737441"/>
                </a:cubicBezTo>
                <a:cubicBezTo>
                  <a:pt x="10872828" y="2728958"/>
                  <a:pt x="10874266" y="2721640"/>
                  <a:pt x="10876350" y="2715489"/>
                </a:cubicBezTo>
                <a:cubicBezTo>
                  <a:pt x="10878433" y="2709337"/>
                  <a:pt x="10881360" y="2704699"/>
                  <a:pt x="10885131" y="2701573"/>
                </a:cubicBezTo>
                <a:cubicBezTo>
                  <a:pt x="10888901" y="2698448"/>
                  <a:pt x="10893763" y="2696885"/>
                  <a:pt x="10899716" y="2696885"/>
                </a:cubicBezTo>
                <a:cubicBezTo>
                  <a:pt x="10904081" y="2696885"/>
                  <a:pt x="10909117" y="2697803"/>
                  <a:pt x="10914822" y="2699639"/>
                </a:cubicBezTo>
                <a:cubicBezTo>
                  <a:pt x="10920527" y="2701474"/>
                  <a:pt x="10924124" y="2702392"/>
                  <a:pt x="10925612" y="2702392"/>
                </a:cubicBezTo>
                <a:cubicBezTo>
                  <a:pt x="10929581" y="2702392"/>
                  <a:pt x="10933277" y="2700780"/>
                  <a:pt x="10936700" y="2697555"/>
                </a:cubicBezTo>
                <a:cubicBezTo>
                  <a:pt x="10940123" y="2694330"/>
                  <a:pt x="10941834" y="2690238"/>
                  <a:pt x="10941834" y="2685277"/>
                </a:cubicBezTo>
                <a:cubicBezTo>
                  <a:pt x="10941834" y="2678232"/>
                  <a:pt x="10937816" y="2672577"/>
                  <a:pt x="10929779" y="2668310"/>
                </a:cubicBezTo>
                <a:cubicBezTo>
                  <a:pt x="10921743" y="2664044"/>
                  <a:pt x="10913458" y="2661911"/>
                  <a:pt x="10904925" y="2661911"/>
                </a:cubicBezTo>
                <a:cubicBezTo>
                  <a:pt x="10896392" y="2661911"/>
                  <a:pt x="10889571" y="2664044"/>
                  <a:pt x="10884461" y="2668310"/>
                </a:cubicBezTo>
                <a:cubicBezTo>
                  <a:pt x="10879351" y="2672577"/>
                  <a:pt x="10874365" y="2678877"/>
                  <a:pt x="10869504" y="2687212"/>
                </a:cubicBezTo>
                <a:cubicBezTo>
                  <a:pt x="10869206" y="2678877"/>
                  <a:pt x="10867569" y="2672577"/>
                  <a:pt x="10864593" y="2668310"/>
                </a:cubicBezTo>
                <a:cubicBezTo>
                  <a:pt x="10861616" y="2664044"/>
                  <a:pt x="10856754" y="2661911"/>
                  <a:pt x="10850007" y="2661911"/>
                </a:cubicBezTo>
                <a:close/>
                <a:moveTo>
                  <a:pt x="10716657" y="2661911"/>
                </a:moveTo>
                <a:cubicBezTo>
                  <a:pt x="10703461" y="2661911"/>
                  <a:pt x="10696863" y="2671039"/>
                  <a:pt x="10696863" y="2689295"/>
                </a:cubicBezTo>
                <a:lnTo>
                  <a:pt x="10696863" y="2802404"/>
                </a:lnTo>
                <a:cubicBezTo>
                  <a:pt x="10696863" y="2810540"/>
                  <a:pt x="10698748" y="2816692"/>
                  <a:pt x="10702519" y="2820859"/>
                </a:cubicBezTo>
                <a:cubicBezTo>
                  <a:pt x="10706289" y="2825026"/>
                  <a:pt x="10711101" y="2827110"/>
                  <a:pt x="10716955" y="2827110"/>
                </a:cubicBezTo>
                <a:cubicBezTo>
                  <a:pt x="10722908" y="2827110"/>
                  <a:pt x="10727819" y="2825051"/>
                  <a:pt x="10731689" y="2820934"/>
                </a:cubicBezTo>
                <a:cubicBezTo>
                  <a:pt x="10735559" y="2816816"/>
                  <a:pt x="10737493" y="2810640"/>
                  <a:pt x="10737493" y="2802404"/>
                </a:cubicBezTo>
                <a:lnTo>
                  <a:pt x="10737493" y="2768472"/>
                </a:lnTo>
                <a:cubicBezTo>
                  <a:pt x="10737493" y="2756268"/>
                  <a:pt x="10737890" y="2745924"/>
                  <a:pt x="10738684" y="2737441"/>
                </a:cubicBezTo>
                <a:cubicBezTo>
                  <a:pt x="10739477" y="2728958"/>
                  <a:pt x="10740916" y="2721640"/>
                  <a:pt x="10743000" y="2715489"/>
                </a:cubicBezTo>
                <a:cubicBezTo>
                  <a:pt x="10745083" y="2709337"/>
                  <a:pt x="10748010" y="2704699"/>
                  <a:pt x="10751781" y="2701573"/>
                </a:cubicBezTo>
                <a:cubicBezTo>
                  <a:pt x="10755551" y="2698448"/>
                  <a:pt x="10760413" y="2696885"/>
                  <a:pt x="10766366" y="2696885"/>
                </a:cubicBezTo>
                <a:cubicBezTo>
                  <a:pt x="10770731" y="2696885"/>
                  <a:pt x="10775767" y="2697803"/>
                  <a:pt x="10781472" y="2699639"/>
                </a:cubicBezTo>
                <a:cubicBezTo>
                  <a:pt x="10787177" y="2701474"/>
                  <a:pt x="10790774" y="2702392"/>
                  <a:pt x="10792262" y="2702392"/>
                </a:cubicBezTo>
                <a:cubicBezTo>
                  <a:pt x="10796231" y="2702392"/>
                  <a:pt x="10799927" y="2700780"/>
                  <a:pt x="10803350" y="2697555"/>
                </a:cubicBezTo>
                <a:cubicBezTo>
                  <a:pt x="10806773" y="2694330"/>
                  <a:pt x="10808484" y="2690238"/>
                  <a:pt x="10808484" y="2685277"/>
                </a:cubicBezTo>
                <a:cubicBezTo>
                  <a:pt x="10808484" y="2678232"/>
                  <a:pt x="10804466" y="2672577"/>
                  <a:pt x="10796429" y="2668310"/>
                </a:cubicBezTo>
                <a:cubicBezTo>
                  <a:pt x="10788393" y="2664044"/>
                  <a:pt x="10780108" y="2661911"/>
                  <a:pt x="10771575" y="2661911"/>
                </a:cubicBezTo>
                <a:cubicBezTo>
                  <a:pt x="10763042" y="2661911"/>
                  <a:pt x="10756221" y="2664044"/>
                  <a:pt x="10751111" y="2668310"/>
                </a:cubicBezTo>
                <a:cubicBezTo>
                  <a:pt x="10746001" y="2672577"/>
                  <a:pt x="10741015" y="2678877"/>
                  <a:pt x="10736154" y="2687212"/>
                </a:cubicBezTo>
                <a:cubicBezTo>
                  <a:pt x="10735856" y="2678877"/>
                  <a:pt x="10734219" y="2672577"/>
                  <a:pt x="10731243" y="2668310"/>
                </a:cubicBezTo>
                <a:cubicBezTo>
                  <a:pt x="10728266" y="2664044"/>
                  <a:pt x="10723404" y="2661911"/>
                  <a:pt x="10716657" y="2661911"/>
                </a:cubicBezTo>
                <a:close/>
                <a:moveTo>
                  <a:pt x="10535087" y="2661911"/>
                </a:moveTo>
                <a:cubicBezTo>
                  <a:pt x="10529035" y="2661911"/>
                  <a:pt x="10524173" y="2663920"/>
                  <a:pt x="10520502" y="2667938"/>
                </a:cubicBezTo>
                <a:cubicBezTo>
                  <a:pt x="10516831" y="2671957"/>
                  <a:pt x="10514995" y="2678034"/>
                  <a:pt x="10514995" y="2686170"/>
                </a:cubicBezTo>
                <a:lnTo>
                  <a:pt x="10514995" y="2766686"/>
                </a:lnTo>
                <a:cubicBezTo>
                  <a:pt x="10514995" y="2782858"/>
                  <a:pt x="10517525" y="2795261"/>
                  <a:pt x="10522585" y="2803893"/>
                </a:cubicBezTo>
                <a:cubicBezTo>
                  <a:pt x="10526852" y="2811036"/>
                  <a:pt x="10532879" y="2816642"/>
                  <a:pt x="10540668" y="2820710"/>
                </a:cubicBezTo>
                <a:cubicBezTo>
                  <a:pt x="10548457" y="2824778"/>
                  <a:pt x="10557263" y="2826812"/>
                  <a:pt x="10567085" y="2826812"/>
                </a:cubicBezTo>
                <a:cubicBezTo>
                  <a:pt x="10575221" y="2826812"/>
                  <a:pt x="10582464" y="2825795"/>
                  <a:pt x="10588814" y="2823761"/>
                </a:cubicBezTo>
                <a:cubicBezTo>
                  <a:pt x="10595164" y="2821727"/>
                  <a:pt x="10601018" y="2818627"/>
                  <a:pt x="10606376" y="2814460"/>
                </a:cubicBezTo>
                <a:cubicBezTo>
                  <a:pt x="10611733" y="2810292"/>
                  <a:pt x="10616843" y="2805133"/>
                  <a:pt x="10621705" y="2798981"/>
                </a:cubicBezTo>
                <a:lnTo>
                  <a:pt x="10621705" y="2804190"/>
                </a:lnTo>
                <a:cubicBezTo>
                  <a:pt x="10621705" y="2811433"/>
                  <a:pt x="10623515" y="2817064"/>
                  <a:pt x="10627137" y="2821082"/>
                </a:cubicBezTo>
                <a:cubicBezTo>
                  <a:pt x="10630759" y="2825101"/>
                  <a:pt x="10635347" y="2827110"/>
                  <a:pt x="10640904" y="2827110"/>
                </a:cubicBezTo>
                <a:cubicBezTo>
                  <a:pt x="10646460" y="2827110"/>
                  <a:pt x="10650999" y="2825175"/>
                  <a:pt x="10654521" y="2821306"/>
                </a:cubicBezTo>
                <a:cubicBezTo>
                  <a:pt x="10658044" y="2817436"/>
                  <a:pt x="10659805" y="2811632"/>
                  <a:pt x="10659805" y="2803893"/>
                </a:cubicBezTo>
                <a:lnTo>
                  <a:pt x="10659805" y="2686170"/>
                </a:lnTo>
                <a:cubicBezTo>
                  <a:pt x="10659805" y="2678034"/>
                  <a:pt x="10657969" y="2671957"/>
                  <a:pt x="10654298" y="2667938"/>
                </a:cubicBezTo>
                <a:cubicBezTo>
                  <a:pt x="10650627" y="2663920"/>
                  <a:pt x="10645765" y="2661911"/>
                  <a:pt x="10639713" y="2661911"/>
                </a:cubicBezTo>
                <a:cubicBezTo>
                  <a:pt x="10633661" y="2661911"/>
                  <a:pt x="10628749" y="2663945"/>
                  <a:pt x="10624979" y="2668013"/>
                </a:cubicBezTo>
                <a:cubicBezTo>
                  <a:pt x="10621209" y="2672081"/>
                  <a:pt x="10619324" y="2678133"/>
                  <a:pt x="10619324" y="2686170"/>
                </a:cubicBezTo>
                <a:lnTo>
                  <a:pt x="10619324" y="2735581"/>
                </a:lnTo>
                <a:cubicBezTo>
                  <a:pt x="10619324" y="2755028"/>
                  <a:pt x="10618183" y="2767628"/>
                  <a:pt x="10615901" y="2773383"/>
                </a:cubicBezTo>
                <a:cubicBezTo>
                  <a:pt x="10613123" y="2779931"/>
                  <a:pt x="10608707" y="2785240"/>
                  <a:pt x="10602655" y="2789308"/>
                </a:cubicBezTo>
                <a:cubicBezTo>
                  <a:pt x="10596603" y="2793376"/>
                  <a:pt x="10590153" y="2795410"/>
                  <a:pt x="10583307" y="2795410"/>
                </a:cubicBezTo>
                <a:cubicBezTo>
                  <a:pt x="10576263" y="2795410"/>
                  <a:pt x="10570682" y="2793599"/>
                  <a:pt x="10566564" y="2789977"/>
                </a:cubicBezTo>
                <a:cubicBezTo>
                  <a:pt x="10562447" y="2786356"/>
                  <a:pt x="10559594" y="2781345"/>
                  <a:pt x="10558007" y="2774946"/>
                </a:cubicBezTo>
                <a:cubicBezTo>
                  <a:pt x="10556419" y="2768546"/>
                  <a:pt x="10555625" y="2760633"/>
                  <a:pt x="10555625" y="2751208"/>
                </a:cubicBezTo>
                <a:lnTo>
                  <a:pt x="10555625" y="2686170"/>
                </a:lnTo>
                <a:cubicBezTo>
                  <a:pt x="10555625" y="2678133"/>
                  <a:pt x="10553740" y="2672081"/>
                  <a:pt x="10549970" y="2668013"/>
                </a:cubicBezTo>
                <a:cubicBezTo>
                  <a:pt x="10546199" y="2663945"/>
                  <a:pt x="10541239" y="2661911"/>
                  <a:pt x="10535087" y="2661911"/>
                </a:cubicBezTo>
                <a:close/>
                <a:moveTo>
                  <a:pt x="9580503" y="2661911"/>
                </a:moveTo>
                <a:cubicBezTo>
                  <a:pt x="9574749" y="2661911"/>
                  <a:pt x="9570110" y="2663895"/>
                  <a:pt x="9566588" y="2667864"/>
                </a:cubicBezTo>
                <a:cubicBezTo>
                  <a:pt x="9563066" y="2671833"/>
                  <a:pt x="9561305" y="2677637"/>
                  <a:pt x="9561305" y="2685277"/>
                </a:cubicBezTo>
                <a:lnTo>
                  <a:pt x="9561305" y="2801511"/>
                </a:lnTo>
                <a:cubicBezTo>
                  <a:pt x="9561305" y="2809945"/>
                  <a:pt x="9563264" y="2816320"/>
                  <a:pt x="9567183" y="2820636"/>
                </a:cubicBezTo>
                <a:cubicBezTo>
                  <a:pt x="9571102" y="2824952"/>
                  <a:pt x="9576138" y="2827110"/>
                  <a:pt x="9582289" y="2827110"/>
                </a:cubicBezTo>
                <a:cubicBezTo>
                  <a:pt x="9588540" y="2827110"/>
                  <a:pt x="9593575" y="2824952"/>
                  <a:pt x="9597395" y="2820636"/>
                </a:cubicBezTo>
                <a:cubicBezTo>
                  <a:pt x="9601215" y="2816320"/>
                  <a:pt x="9603125" y="2809945"/>
                  <a:pt x="9603125" y="2801511"/>
                </a:cubicBezTo>
                <a:lnTo>
                  <a:pt x="9603125" y="2746594"/>
                </a:lnTo>
                <a:cubicBezTo>
                  <a:pt x="9603125" y="2729528"/>
                  <a:pt x="9605234" y="2716431"/>
                  <a:pt x="9609451" y="2707303"/>
                </a:cubicBezTo>
                <a:cubicBezTo>
                  <a:pt x="9613667" y="2698175"/>
                  <a:pt x="9622423" y="2693611"/>
                  <a:pt x="9635719" y="2693611"/>
                </a:cubicBezTo>
                <a:cubicBezTo>
                  <a:pt x="9642366" y="2693611"/>
                  <a:pt x="9647228" y="2695422"/>
                  <a:pt x="9650304" y="2699043"/>
                </a:cubicBezTo>
                <a:cubicBezTo>
                  <a:pt x="9653379" y="2702665"/>
                  <a:pt x="9655265" y="2707303"/>
                  <a:pt x="9655959" y="2712959"/>
                </a:cubicBezTo>
                <a:cubicBezTo>
                  <a:pt x="9656654" y="2718614"/>
                  <a:pt x="9657001" y="2726552"/>
                  <a:pt x="9657001" y="2736771"/>
                </a:cubicBezTo>
                <a:lnTo>
                  <a:pt x="9657001" y="2801511"/>
                </a:lnTo>
                <a:cubicBezTo>
                  <a:pt x="9657001" y="2810044"/>
                  <a:pt x="9658911" y="2816444"/>
                  <a:pt x="9662731" y="2820710"/>
                </a:cubicBezTo>
                <a:cubicBezTo>
                  <a:pt x="9666551" y="2824977"/>
                  <a:pt x="9671537" y="2827110"/>
                  <a:pt x="9677688" y="2827110"/>
                </a:cubicBezTo>
                <a:cubicBezTo>
                  <a:pt x="9684038" y="2827110"/>
                  <a:pt x="9689148" y="2824977"/>
                  <a:pt x="9693017" y="2820710"/>
                </a:cubicBezTo>
                <a:cubicBezTo>
                  <a:pt x="9696887" y="2816444"/>
                  <a:pt x="9698822" y="2810044"/>
                  <a:pt x="9698822" y="2801511"/>
                </a:cubicBezTo>
                <a:lnTo>
                  <a:pt x="9698822" y="2747487"/>
                </a:lnTo>
                <a:cubicBezTo>
                  <a:pt x="9698822" y="2730124"/>
                  <a:pt x="9700310" y="2718019"/>
                  <a:pt x="9703287" y="2711173"/>
                </a:cubicBezTo>
                <a:cubicBezTo>
                  <a:pt x="9705965" y="2705815"/>
                  <a:pt x="9709711" y="2701549"/>
                  <a:pt x="9714523" y="2698374"/>
                </a:cubicBezTo>
                <a:cubicBezTo>
                  <a:pt x="9719335" y="2695199"/>
                  <a:pt x="9724420" y="2693611"/>
                  <a:pt x="9729778" y="2693611"/>
                </a:cubicBezTo>
                <a:cubicBezTo>
                  <a:pt x="9736426" y="2693611"/>
                  <a:pt x="9741387" y="2695397"/>
                  <a:pt x="9744661" y="2698969"/>
                </a:cubicBezTo>
                <a:cubicBezTo>
                  <a:pt x="9747935" y="2702541"/>
                  <a:pt x="9749944" y="2706956"/>
                  <a:pt x="9750688" y="2712215"/>
                </a:cubicBezTo>
                <a:cubicBezTo>
                  <a:pt x="9751433" y="2717473"/>
                  <a:pt x="9751805" y="2724468"/>
                  <a:pt x="9751805" y="2733199"/>
                </a:cubicBezTo>
                <a:lnTo>
                  <a:pt x="9751805" y="2801511"/>
                </a:lnTo>
                <a:cubicBezTo>
                  <a:pt x="9751805" y="2809945"/>
                  <a:pt x="9753764" y="2816320"/>
                  <a:pt x="9757683" y="2820636"/>
                </a:cubicBezTo>
                <a:cubicBezTo>
                  <a:pt x="9761602" y="2824952"/>
                  <a:pt x="9766638" y="2827110"/>
                  <a:pt x="9772789" y="2827110"/>
                </a:cubicBezTo>
                <a:cubicBezTo>
                  <a:pt x="9779139" y="2827110"/>
                  <a:pt x="9784249" y="2824977"/>
                  <a:pt x="9788119" y="2820710"/>
                </a:cubicBezTo>
                <a:cubicBezTo>
                  <a:pt x="9791988" y="2816444"/>
                  <a:pt x="9793923" y="2810044"/>
                  <a:pt x="9793923" y="2801511"/>
                </a:cubicBezTo>
                <a:lnTo>
                  <a:pt x="9793923" y="2722186"/>
                </a:lnTo>
                <a:cubicBezTo>
                  <a:pt x="9793923" y="2706410"/>
                  <a:pt x="9792187" y="2694851"/>
                  <a:pt x="9788714" y="2687509"/>
                </a:cubicBezTo>
                <a:cubicBezTo>
                  <a:pt x="9784745" y="2679373"/>
                  <a:pt x="9778743" y="2673122"/>
                  <a:pt x="9770706" y="2668757"/>
                </a:cubicBezTo>
                <a:cubicBezTo>
                  <a:pt x="9762669" y="2664391"/>
                  <a:pt x="9753095" y="2662208"/>
                  <a:pt x="9741982" y="2662208"/>
                </a:cubicBezTo>
                <a:cubicBezTo>
                  <a:pt x="9732457" y="2662208"/>
                  <a:pt x="9723775" y="2664218"/>
                  <a:pt x="9715937" y="2668236"/>
                </a:cubicBezTo>
                <a:cubicBezTo>
                  <a:pt x="9708099" y="2672254"/>
                  <a:pt x="9700757" y="2678431"/>
                  <a:pt x="9693910" y="2686765"/>
                </a:cubicBezTo>
                <a:cubicBezTo>
                  <a:pt x="9689148" y="2678530"/>
                  <a:pt x="9683095" y="2672378"/>
                  <a:pt x="9675753" y="2668310"/>
                </a:cubicBezTo>
                <a:cubicBezTo>
                  <a:pt x="9668411" y="2664242"/>
                  <a:pt x="9659630" y="2662208"/>
                  <a:pt x="9649411" y="2662208"/>
                </a:cubicBezTo>
                <a:cubicBezTo>
                  <a:pt x="9639588" y="2662208"/>
                  <a:pt x="9630659" y="2664193"/>
                  <a:pt x="9622622" y="2668162"/>
                </a:cubicBezTo>
                <a:cubicBezTo>
                  <a:pt x="9614585" y="2672130"/>
                  <a:pt x="9607044" y="2678331"/>
                  <a:pt x="9600000" y="2686765"/>
                </a:cubicBezTo>
                <a:lnTo>
                  <a:pt x="9600000" y="2682895"/>
                </a:lnTo>
                <a:cubicBezTo>
                  <a:pt x="9600000" y="2676347"/>
                  <a:pt x="9598139" y="2671212"/>
                  <a:pt x="9594419" y="2667492"/>
                </a:cubicBezTo>
                <a:cubicBezTo>
                  <a:pt x="9590698" y="2663771"/>
                  <a:pt x="9586060" y="2661911"/>
                  <a:pt x="9580503" y="2661911"/>
                </a:cubicBezTo>
                <a:close/>
                <a:moveTo>
                  <a:pt x="9313803" y="2661911"/>
                </a:moveTo>
                <a:cubicBezTo>
                  <a:pt x="9308049" y="2661911"/>
                  <a:pt x="9303410" y="2663895"/>
                  <a:pt x="9299888" y="2667864"/>
                </a:cubicBezTo>
                <a:cubicBezTo>
                  <a:pt x="9296366" y="2671833"/>
                  <a:pt x="9294605" y="2677637"/>
                  <a:pt x="9294605" y="2685277"/>
                </a:cubicBezTo>
                <a:lnTo>
                  <a:pt x="9294605" y="2801511"/>
                </a:lnTo>
                <a:cubicBezTo>
                  <a:pt x="9294605" y="2809945"/>
                  <a:pt x="9296564" y="2816320"/>
                  <a:pt x="9300483" y="2820636"/>
                </a:cubicBezTo>
                <a:cubicBezTo>
                  <a:pt x="9304402" y="2824952"/>
                  <a:pt x="9309438" y="2827110"/>
                  <a:pt x="9315589" y="2827110"/>
                </a:cubicBezTo>
                <a:cubicBezTo>
                  <a:pt x="9321840" y="2827110"/>
                  <a:pt x="9326875" y="2824952"/>
                  <a:pt x="9330695" y="2820636"/>
                </a:cubicBezTo>
                <a:cubicBezTo>
                  <a:pt x="9334515" y="2816320"/>
                  <a:pt x="9336425" y="2809945"/>
                  <a:pt x="9336425" y="2801511"/>
                </a:cubicBezTo>
                <a:lnTo>
                  <a:pt x="9336425" y="2746594"/>
                </a:lnTo>
                <a:cubicBezTo>
                  <a:pt x="9336425" y="2729528"/>
                  <a:pt x="9338534" y="2716431"/>
                  <a:pt x="9342750" y="2707303"/>
                </a:cubicBezTo>
                <a:cubicBezTo>
                  <a:pt x="9346967" y="2698175"/>
                  <a:pt x="9355723" y="2693611"/>
                  <a:pt x="9369019" y="2693611"/>
                </a:cubicBezTo>
                <a:cubicBezTo>
                  <a:pt x="9375666" y="2693611"/>
                  <a:pt x="9380528" y="2695422"/>
                  <a:pt x="9383604" y="2699043"/>
                </a:cubicBezTo>
                <a:cubicBezTo>
                  <a:pt x="9386679" y="2702665"/>
                  <a:pt x="9388565" y="2707303"/>
                  <a:pt x="9389259" y="2712959"/>
                </a:cubicBezTo>
                <a:cubicBezTo>
                  <a:pt x="9389954" y="2718614"/>
                  <a:pt x="9390301" y="2726552"/>
                  <a:pt x="9390301" y="2736771"/>
                </a:cubicBezTo>
                <a:lnTo>
                  <a:pt x="9390301" y="2801511"/>
                </a:lnTo>
                <a:cubicBezTo>
                  <a:pt x="9390301" y="2810044"/>
                  <a:pt x="9392211" y="2816444"/>
                  <a:pt x="9396031" y="2820710"/>
                </a:cubicBezTo>
                <a:cubicBezTo>
                  <a:pt x="9399851" y="2824977"/>
                  <a:pt x="9404837" y="2827110"/>
                  <a:pt x="9410988" y="2827110"/>
                </a:cubicBezTo>
                <a:cubicBezTo>
                  <a:pt x="9417338" y="2827110"/>
                  <a:pt x="9422448" y="2824977"/>
                  <a:pt x="9426317" y="2820710"/>
                </a:cubicBezTo>
                <a:cubicBezTo>
                  <a:pt x="9430187" y="2816444"/>
                  <a:pt x="9432122" y="2810044"/>
                  <a:pt x="9432122" y="2801511"/>
                </a:cubicBezTo>
                <a:lnTo>
                  <a:pt x="9432122" y="2747487"/>
                </a:lnTo>
                <a:cubicBezTo>
                  <a:pt x="9432122" y="2730124"/>
                  <a:pt x="9433610" y="2718019"/>
                  <a:pt x="9436587" y="2711173"/>
                </a:cubicBezTo>
                <a:cubicBezTo>
                  <a:pt x="9439265" y="2705815"/>
                  <a:pt x="9443011" y="2701549"/>
                  <a:pt x="9447823" y="2698374"/>
                </a:cubicBezTo>
                <a:cubicBezTo>
                  <a:pt x="9452635" y="2695199"/>
                  <a:pt x="9457720" y="2693611"/>
                  <a:pt x="9463078" y="2693611"/>
                </a:cubicBezTo>
                <a:cubicBezTo>
                  <a:pt x="9469726" y="2693611"/>
                  <a:pt x="9474687" y="2695397"/>
                  <a:pt x="9477961" y="2698969"/>
                </a:cubicBezTo>
                <a:cubicBezTo>
                  <a:pt x="9481235" y="2702541"/>
                  <a:pt x="9483244" y="2706956"/>
                  <a:pt x="9483988" y="2712215"/>
                </a:cubicBezTo>
                <a:cubicBezTo>
                  <a:pt x="9484732" y="2717473"/>
                  <a:pt x="9485105" y="2724468"/>
                  <a:pt x="9485105" y="2733199"/>
                </a:cubicBezTo>
                <a:lnTo>
                  <a:pt x="9485105" y="2801511"/>
                </a:lnTo>
                <a:cubicBezTo>
                  <a:pt x="9485105" y="2809945"/>
                  <a:pt x="9487064" y="2816320"/>
                  <a:pt x="9490983" y="2820636"/>
                </a:cubicBezTo>
                <a:cubicBezTo>
                  <a:pt x="9494902" y="2824952"/>
                  <a:pt x="9499938" y="2827110"/>
                  <a:pt x="9506089" y="2827110"/>
                </a:cubicBezTo>
                <a:cubicBezTo>
                  <a:pt x="9512439" y="2827110"/>
                  <a:pt x="9517549" y="2824977"/>
                  <a:pt x="9521419" y="2820710"/>
                </a:cubicBezTo>
                <a:cubicBezTo>
                  <a:pt x="9525288" y="2816444"/>
                  <a:pt x="9527223" y="2810044"/>
                  <a:pt x="9527223" y="2801511"/>
                </a:cubicBezTo>
                <a:lnTo>
                  <a:pt x="9527223" y="2722186"/>
                </a:lnTo>
                <a:cubicBezTo>
                  <a:pt x="9527223" y="2706410"/>
                  <a:pt x="9525487" y="2694851"/>
                  <a:pt x="9522014" y="2687509"/>
                </a:cubicBezTo>
                <a:cubicBezTo>
                  <a:pt x="9518045" y="2679373"/>
                  <a:pt x="9512042" y="2673122"/>
                  <a:pt x="9504006" y="2668757"/>
                </a:cubicBezTo>
                <a:cubicBezTo>
                  <a:pt x="9495969" y="2664391"/>
                  <a:pt x="9486394" y="2662208"/>
                  <a:pt x="9475282" y="2662208"/>
                </a:cubicBezTo>
                <a:cubicBezTo>
                  <a:pt x="9465757" y="2662208"/>
                  <a:pt x="9457075" y="2664218"/>
                  <a:pt x="9449237" y="2668236"/>
                </a:cubicBezTo>
                <a:cubicBezTo>
                  <a:pt x="9441399" y="2672254"/>
                  <a:pt x="9434057" y="2678431"/>
                  <a:pt x="9427210" y="2686765"/>
                </a:cubicBezTo>
                <a:cubicBezTo>
                  <a:pt x="9422448" y="2678530"/>
                  <a:pt x="9416396" y="2672378"/>
                  <a:pt x="9409053" y="2668310"/>
                </a:cubicBezTo>
                <a:cubicBezTo>
                  <a:pt x="9401711" y="2664242"/>
                  <a:pt x="9392930" y="2662208"/>
                  <a:pt x="9382711" y="2662208"/>
                </a:cubicBezTo>
                <a:cubicBezTo>
                  <a:pt x="9372888" y="2662208"/>
                  <a:pt x="9363958" y="2664193"/>
                  <a:pt x="9355922" y="2668162"/>
                </a:cubicBezTo>
                <a:cubicBezTo>
                  <a:pt x="9347885" y="2672130"/>
                  <a:pt x="9340344" y="2678331"/>
                  <a:pt x="9333300" y="2686765"/>
                </a:cubicBezTo>
                <a:lnTo>
                  <a:pt x="9333300" y="2682895"/>
                </a:lnTo>
                <a:cubicBezTo>
                  <a:pt x="9333300" y="2676347"/>
                  <a:pt x="9331439" y="2671212"/>
                  <a:pt x="9327719" y="2667492"/>
                </a:cubicBezTo>
                <a:cubicBezTo>
                  <a:pt x="9323998" y="2663771"/>
                  <a:pt x="9319360" y="2661911"/>
                  <a:pt x="9313803" y="2661911"/>
                </a:cubicBezTo>
                <a:close/>
                <a:moveTo>
                  <a:pt x="8772962" y="2661911"/>
                </a:moveTo>
                <a:cubicBezTo>
                  <a:pt x="8766910" y="2661911"/>
                  <a:pt x="8762048" y="2663920"/>
                  <a:pt x="8758377" y="2667938"/>
                </a:cubicBezTo>
                <a:cubicBezTo>
                  <a:pt x="8754706" y="2671957"/>
                  <a:pt x="8752870" y="2678034"/>
                  <a:pt x="8752870" y="2686170"/>
                </a:cubicBezTo>
                <a:lnTo>
                  <a:pt x="8752870" y="2766686"/>
                </a:lnTo>
                <a:cubicBezTo>
                  <a:pt x="8752870" y="2782858"/>
                  <a:pt x="8755400" y="2795261"/>
                  <a:pt x="8760460" y="2803893"/>
                </a:cubicBezTo>
                <a:cubicBezTo>
                  <a:pt x="8764727" y="2811036"/>
                  <a:pt x="8770754" y="2816642"/>
                  <a:pt x="8778543" y="2820710"/>
                </a:cubicBezTo>
                <a:cubicBezTo>
                  <a:pt x="8786332" y="2824778"/>
                  <a:pt x="8795137" y="2826812"/>
                  <a:pt x="8804960" y="2826812"/>
                </a:cubicBezTo>
                <a:cubicBezTo>
                  <a:pt x="8813096" y="2826812"/>
                  <a:pt x="8820339" y="2825795"/>
                  <a:pt x="8826689" y="2823761"/>
                </a:cubicBezTo>
                <a:cubicBezTo>
                  <a:pt x="8833039" y="2821727"/>
                  <a:pt x="8838893" y="2818627"/>
                  <a:pt x="8844251" y="2814460"/>
                </a:cubicBezTo>
                <a:cubicBezTo>
                  <a:pt x="8849608" y="2810292"/>
                  <a:pt x="8854718" y="2805133"/>
                  <a:pt x="8859580" y="2798981"/>
                </a:cubicBezTo>
                <a:lnTo>
                  <a:pt x="8859580" y="2804190"/>
                </a:lnTo>
                <a:cubicBezTo>
                  <a:pt x="8859580" y="2811433"/>
                  <a:pt x="8861391" y="2817064"/>
                  <a:pt x="8865012" y="2821082"/>
                </a:cubicBezTo>
                <a:cubicBezTo>
                  <a:pt x="8868634" y="2825101"/>
                  <a:pt x="8873222" y="2827110"/>
                  <a:pt x="8878779" y="2827110"/>
                </a:cubicBezTo>
                <a:cubicBezTo>
                  <a:pt x="8884335" y="2827110"/>
                  <a:pt x="8888874" y="2825175"/>
                  <a:pt x="8892397" y="2821306"/>
                </a:cubicBezTo>
                <a:cubicBezTo>
                  <a:pt x="8895919" y="2817436"/>
                  <a:pt x="8897680" y="2811632"/>
                  <a:pt x="8897680" y="2803893"/>
                </a:cubicBezTo>
                <a:lnTo>
                  <a:pt x="8897680" y="2686170"/>
                </a:lnTo>
                <a:cubicBezTo>
                  <a:pt x="8897680" y="2678034"/>
                  <a:pt x="8895844" y="2671957"/>
                  <a:pt x="8892173" y="2667938"/>
                </a:cubicBezTo>
                <a:cubicBezTo>
                  <a:pt x="8888502" y="2663920"/>
                  <a:pt x="8883640" y="2661911"/>
                  <a:pt x="8877588" y="2661911"/>
                </a:cubicBezTo>
                <a:cubicBezTo>
                  <a:pt x="8871536" y="2661911"/>
                  <a:pt x="8866624" y="2663945"/>
                  <a:pt x="8862854" y="2668013"/>
                </a:cubicBezTo>
                <a:cubicBezTo>
                  <a:pt x="8859084" y="2672081"/>
                  <a:pt x="8857199" y="2678133"/>
                  <a:pt x="8857199" y="2686170"/>
                </a:cubicBezTo>
                <a:lnTo>
                  <a:pt x="8857199" y="2735581"/>
                </a:lnTo>
                <a:cubicBezTo>
                  <a:pt x="8857199" y="2755028"/>
                  <a:pt x="8856058" y="2767628"/>
                  <a:pt x="8853776" y="2773383"/>
                </a:cubicBezTo>
                <a:cubicBezTo>
                  <a:pt x="8850997" y="2779931"/>
                  <a:pt x="8846582" y="2785240"/>
                  <a:pt x="8840530" y="2789308"/>
                </a:cubicBezTo>
                <a:cubicBezTo>
                  <a:pt x="8834478" y="2793376"/>
                  <a:pt x="8828028" y="2795410"/>
                  <a:pt x="8821182" y="2795410"/>
                </a:cubicBezTo>
                <a:cubicBezTo>
                  <a:pt x="8814138" y="2795410"/>
                  <a:pt x="8808557" y="2793599"/>
                  <a:pt x="8804439" y="2789977"/>
                </a:cubicBezTo>
                <a:cubicBezTo>
                  <a:pt x="8800321" y="2786356"/>
                  <a:pt x="8797469" y="2781345"/>
                  <a:pt x="8795881" y="2774946"/>
                </a:cubicBezTo>
                <a:cubicBezTo>
                  <a:pt x="8794294" y="2768546"/>
                  <a:pt x="8793500" y="2760633"/>
                  <a:pt x="8793500" y="2751208"/>
                </a:cubicBezTo>
                <a:lnTo>
                  <a:pt x="8793500" y="2686170"/>
                </a:lnTo>
                <a:cubicBezTo>
                  <a:pt x="8793500" y="2678133"/>
                  <a:pt x="8791615" y="2672081"/>
                  <a:pt x="8787845" y="2668013"/>
                </a:cubicBezTo>
                <a:cubicBezTo>
                  <a:pt x="8784074" y="2663945"/>
                  <a:pt x="8779113" y="2661911"/>
                  <a:pt x="8772962" y="2661911"/>
                </a:cubicBezTo>
                <a:close/>
                <a:moveTo>
                  <a:pt x="11414661" y="2661613"/>
                </a:moveTo>
                <a:cubicBezTo>
                  <a:pt x="11398687" y="2661613"/>
                  <a:pt x="11385342" y="2663796"/>
                  <a:pt x="11374627" y="2668162"/>
                </a:cubicBezTo>
                <a:cubicBezTo>
                  <a:pt x="11363911" y="2672527"/>
                  <a:pt x="11356023" y="2678083"/>
                  <a:pt x="11350963" y="2684830"/>
                </a:cubicBezTo>
                <a:cubicBezTo>
                  <a:pt x="11345903" y="2691577"/>
                  <a:pt x="11343373" y="2698522"/>
                  <a:pt x="11343373" y="2705666"/>
                </a:cubicBezTo>
                <a:cubicBezTo>
                  <a:pt x="11343373" y="2710230"/>
                  <a:pt x="11345034" y="2713976"/>
                  <a:pt x="11348358" y="2716903"/>
                </a:cubicBezTo>
                <a:cubicBezTo>
                  <a:pt x="11351682" y="2719830"/>
                  <a:pt x="11355626" y="2721293"/>
                  <a:pt x="11360190" y="2721293"/>
                </a:cubicBezTo>
                <a:cubicBezTo>
                  <a:pt x="11365250" y="2721293"/>
                  <a:pt x="11368549" y="2720375"/>
                  <a:pt x="11370087" y="2718540"/>
                </a:cubicBezTo>
                <a:cubicBezTo>
                  <a:pt x="11371625" y="2716704"/>
                  <a:pt x="11374255" y="2712909"/>
                  <a:pt x="11377975" y="2707154"/>
                </a:cubicBezTo>
                <a:cubicBezTo>
                  <a:pt x="11381696" y="2701400"/>
                  <a:pt x="11386161" y="2697084"/>
                  <a:pt x="11391369" y="2694206"/>
                </a:cubicBezTo>
                <a:cubicBezTo>
                  <a:pt x="11396579" y="2691329"/>
                  <a:pt x="11404342" y="2689890"/>
                  <a:pt x="11414661" y="2689890"/>
                </a:cubicBezTo>
                <a:cubicBezTo>
                  <a:pt x="11426667" y="2689890"/>
                  <a:pt x="11434579" y="2692396"/>
                  <a:pt x="11438399" y="2697406"/>
                </a:cubicBezTo>
                <a:cubicBezTo>
                  <a:pt x="11442219" y="2702417"/>
                  <a:pt x="11444377" y="2710280"/>
                  <a:pt x="11444873" y="2720995"/>
                </a:cubicBezTo>
                <a:cubicBezTo>
                  <a:pt x="11436341" y="2723476"/>
                  <a:pt x="11428428" y="2725584"/>
                  <a:pt x="11421135" y="2727321"/>
                </a:cubicBezTo>
                <a:cubicBezTo>
                  <a:pt x="11413843" y="2729057"/>
                  <a:pt x="11405087" y="2730967"/>
                  <a:pt x="11394867" y="2733051"/>
                </a:cubicBezTo>
                <a:cubicBezTo>
                  <a:pt x="11384648" y="2735134"/>
                  <a:pt x="11378248" y="2736474"/>
                  <a:pt x="11375668" y="2737069"/>
                </a:cubicBezTo>
                <a:cubicBezTo>
                  <a:pt x="11363365" y="2739748"/>
                  <a:pt x="11353691" y="2745006"/>
                  <a:pt x="11346647" y="2752845"/>
                </a:cubicBezTo>
                <a:cubicBezTo>
                  <a:pt x="11339602" y="2760683"/>
                  <a:pt x="11336080" y="2770158"/>
                  <a:pt x="11336080" y="2781271"/>
                </a:cubicBezTo>
                <a:cubicBezTo>
                  <a:pt x="11336080" y="2789506"/>
                  <a:pt x="11338213" y="2797146"/>
                  <a:pt x="11342479" y="2804190"/>
                </a:cubicBezTo>
                <a:cubicBezTo>
                  <a:pt x="11346746" y="2811235"/>
                  <a:pt x="11352823" y="2816816"/>
                  <a:pt x="11360711" y="2820934"/>
                </a:cubicBezTo>
                <a:cubicBezTo>
                  <a:pt x="11368599" y="2825051"/>
                  <a:pt x="11377752" y="2827110"/>
                  <a:pt x="11388170" y="2827110"/>
                </a:cubicBezTo>
                <a:cubicBezTo>
                  <a:pt x="11399580" y="2827110"/>
                  <a:pt x="11409874" y="2825200"/>
                  <a:pt x="11419052" y="2821380"/>
                </a:cubicBezTo>
                <a:cubicBezTo>
                  <a:pt x="11428229" y="2817560"/>
                  <a:pt x="11437729" y="2811830"/>
                  <a:pt x="11447552" y="2804190"/>
                </a:cubicBezTo>
                <a:cubicBezTo>
                  <a:pt x="11452116" y="2811632"/>
                  <a:pt x="11456432" y="2817312"/>
                  <a:pt x="11460500" y="2821231"/>
                </a:cubicBezTo>
                <a:cubicBezTo>
                  <a:pt x="11464568" y="2825150"/>
                  <a:pt x="11468686" y="2827110"/>
                  <a:pt x="11472853" y="2827110"/>
                </a:cubicBezTo>
                <a:cubicBezTo>
                  <a:pt x="11477814" y="2827110"/>
                  <a:pt x="11482254" y="2825398"/>
                  <a:pt x="11486173" y="2821975"/>
                </a:cubicBezTo>
                <a:cubicBezTo>
                  <a:pt x="11490092" y="2818552"/>
                  <a:pt x="11492052" y="2814757"/>
                  <a:pt x="11492052" y="2810590"/>
                </a:cubicBezTo>
                <a:cubicBezTo>
                  <a:pt x="11492052" y="2808209"/>
                  <a:pt x="11490787" y="2802876"/>
                  <a:pt x="11488257" y="2794591"/>
                </a:cubicBezTo>
                <a:cubicBezTo>
                  <a:pt x="11485727" y="2786306"/>
                  <a:pt x="11484461" y="2778344"/>
                  <a:pt x="11484461" y="2770704"/>
                </a:cubicBezTo>
                <a:cubicBezTo>
                  <a:pt x="11484561" y="2762568"/>
                  <a:pt x="11484635" y="2755176"/>
                  <a:pt x="11484685" y="2748529"/>
                </a:cubicBezTo>
                <a:cubicBezTo>
                  <a:pt x="11484735" y="2741881"/>
                  <a:pt x="11484759" y="2733795"/>
                  <a:pt x="11484759" y="2724270"/>
                </a:cubicBezTo>
                <a:cubicBezTo>
                  <a:pt x="11484759" y="2709188"/>
                  <a:pt x="11482651" y="2697084"/>
                  <a:pt x="11478434" y="2687956"/>
                </a:cubicBezTo>
                <a:cubicBezTo>
                  <a:pt x="11474217" y="2678828"/>
                  <a:pt x="11466999" y="2672155"/>
                  <a:pt x="11456779" y="2667938"/>
                </a:cubicBezTo>
                <a:cubicBezTo>
                  <a:pt x="11446560" y="2663721"/>
                  <a:pt x="11432521" y="2661613"/>
                  <a:pt x="11414661" y="2661613"/>
                </a:cubicBezTo>
                <a:close/>
                <a:moveTo>
                  <a:pt x="11024136" y="2661613"/>
                </a:moveTo>
                <a:cubicBezTo>
                  <a:pt x="11008162" y="2661613"/>
                  <a:pt x="10994817" y="2663796"/>
                  <a:pt x="10984101" y="2668162"/>
                </a:cubicBezTo>
                <a:cubicBezTo>
                  <a:pt x="10973386" y="2672527"/>
                  <a:pt x="10965498" y="2678083"/>
                  <a:pt x="10960438" y="2684830"/>
                </a:cubicBezTo>
                <a:cubicBezTo>
                  <a:pt x="10955377" y="2691577"/>
                  <a:pt x="10952847" y="2698522"/>
                  <a:pt x="10952847" y="2705666"/>
                </a:cubicBezTo>
                <a:cubicBezTo>
                  <a:pt x="10952847" y="2710230"/>
                  <a:pt x="10954509" y="2713976"/>
                  <a:pt x="10957833" y="2716903"/>
                </a:cubicBezTo>
                <a:cubicBezTo>
                  <a:pt x="10961157" y="2719830"/>
                  <a:pt x="10965101" y="2721293"/>
                  <a:pt x="10969665" y="2721293"/>
                </a:cubicBezTo>
                <a:cubicBezTo>
                  <a:pt x="10974725" y="2721293"/>
                  <a:pt x="10978024" y="2720375"/>
                  <a:pt x="10979562" y="2718540"/>
                </a:cubicBezTo>
                <a:cubicBezTo>
                  <a:pt x="10981100" y="2716704"/>
                  <a:pt x="10983729" y="2712909"/>
                  <a:pt x="10987450" y="2707154"/>
                </a:cubicBezTo>
                <a:cubicBezTo>
                  <a:pt x="10991171" y="2701400"/>
                  <a:pt x="10995636" y="2697084"/>
                  <a:pt x="11000845" y="2694206"/>
                </a:cubicBezTo>
                <a:cubicBezTo>
                  <a:pt x="11006053" y="2691329"/>
                  <a:pt x="11013817" y="2689890"/>
                  <a:pt x="11024136" y="2689890"/>
                </a:cubicBezTo>
                <a:cubicBezTo>
                  <a:pt x="11036141" y="2689890"/>
                  <a:pt x="11044055" y="2692396"/>
                  <a:pt x="11047874" y="2697406"/>
                </a:cubicBezTo>
                <a:cubicBezTo>
                  <a:pt x="11051694" y="2702417"/>
                  <a:pt x="11053852" y="2710280"/>
                  <a:pt x="11054348" y="2720995"/>
                </a:cubicBezTo>
                <a:cubicBezTo>
                  <a:pt x="11045815" y="2723476"/>
                  <a:pt x="11037903" y="2725584"/>
                  <a:pt x="11030610" y="2727321"/>
                </a:cubicBezTo>
                <a:cubicBezTo>
                  <a:pt x="11023318" y="2729057"/>
                  <a:pt x="11014561" y="2730967"/>
                  <a:pt x="11004342" y="2733051"/>
                </a:cubicBezTo>
                <a:cubicBezTo>
                  <a:pt x="10994123" y="2735134"/>
                  <a:pt x="10987723" y="2736474"/>
                  <a:pt x="10985143" y="2737069"/>
                </a:cubicBezTo>
                <a:cubicBezTo>
                  <a:pt x="10972840" y="2739748"/>
                  <a:pt x="10963167" y="2745006"/>
                  <a:pt x="10956122" y="2752845"/>
                </a:cubicBezTo>
                <a:cubicBezTo>
                  <a:pt x="10949077" y="2760683"/>
                  <a:pt x="10945555" y="2770158"/>
                  <a:pt x="10945555" y="2781271"/>
                </a:cubicBezTo>
                <a:cubicBezTo>
                  <a:pt x="10945555" y="2789506"/>
                  <a:pt x="10947688" y="2797146"/>
                  <a:pt x="10951955" y="2804190"/>
                </a:cubicBezTo>
                <a:cubicBezTo>
                  <a:pt x="10956221" y="2811235"/>
                  <a:pt x="10962298" y="2816816"/>
                  <a:pt x="10970186" y="2820934"/>
                </a:cubicBezTo>
                <a:cubicBezTo>
                  <a:pt x="10978074" y="2825051"/>
                  <a:pt x="10987227" y="2827110"/>
                  <a:pt x="10997645" y="2827110"/>
                </a:cubicBezTo>
                <a:cubicBezTo>
                  <a:pt x="11009055" y="2827110"/>
                  <a:pt x="11019349" y="2825200"/>
                  <a:pt x="11028527" y="2821380"/>
                </a:cubicBezTo>
                <a:cubicBezTo>
                  <a:pt x="11037704" y="2817560"/>
                  <a:pt x="11047205" y="2811830"/>
                  <a:pt x="11057027" y="2804190"/>
                </a:cubicBezTo>
                <a:cubicBezTo>
                  <a:pt x="11061591" y="2811632"/>
                  <a:pt x="11065907" y="2817312"/>
                  <a:pt x="11069975" y="2821231"/>
                </a:cubicBezTo>
                <a:cubicBezTo>
                  <a:pt x="11074043" y="2825150"/>
                  <a:pt x="11078161" y="2827110"/>
                  <a:pt x="11082328" y="2827110"/>
                </a:cubicBezTo>
                <a:cubicBezTo>
                  <a:pt x="11087289" y="2827110"/>
                  <a:pt x="11091729" y="2825398"/>
                  <a:pt x="11095648" y="2821975"/>
                </a:cubicBezTo>
                <a:cubicBezTo>
                  <a:pt x="11099567" y="2818552"/>
                  <a:pt x="11101527" y="2814757"/>
                  <a:pt x="11101527" y="2810590"/>
                </a:cubicBezTo>
                <a:cubicBezTo>
                  <a:pt x="11101527" y="2808209"/>
                  <a:pt x="11100262" y="2802876"/>
                  <a:pt x="11097732" y="2794591"/>
                </a:cubicBezTo>
                <a:cubicBezTo>
                  <a:pt x="11095202" y="2786306"/>
                  <a:pt x="11093937" y="2778344"/>
                  <a:pt x="11093937" y="2770704"/>
                </a:cubicBezTo>
                <a:cubicBezTo>
                  <a:pt x="11094036" y="2762568"/>
                  <a:pt x="11094110" y="2755176"/>
                  <a:pt x="11094160" y="2748529"/>
                </a:cubicBezTo>
                <a:cubicBezTo>
                  <a:pt x="11094209" y="2741881"/>
                  <a:pt x="11094234" y="2733795"/>
                  <a:pt x="11094234" y="2724270"/>
                </a:cubicBezTo>
                <a:cubicBezTo>
                  <a:pt x="11094234" y="2709188"/>
                  <a:pt x="11092126" y="2697084"/>
                  <a:pt x="11087909" y="2687956"/>
                </a:cubicBezTo>
                <a:cubicBezTo>
                  <a:pt x="11083692" y="2678828"/>
                  <a:pt x="11076474" y="2672155"/>
                  <a:pt x="11066255" y="2667938"/>
                </a:cubicBezTo>
                <a:cubicBezTo>
                  <a:pt x="11056035" y="2663721"/>
                  <a:pt x="11041995" y="2661613"/>
                  <a:pt x="11024136" y="2661613"/>
                </a:cubicBezTo>
                <a:close/>
                <a:moveTo>
                  <a:pt x="9900186" y="2661613"/>
                </a:moveTo>
                <a:cubicBezTo>
                  <a:pt x="9884212" y="2661613"/>
                  <a:pt x="9870867" y="2663796"/>
                  <a:pt x="9860151" y="2668162"/>
                </a:cubicBezTo>
                <a:cubicBezTo>
                  <a:pt x="9849436" y="2672527"/>
                  <a:pt x="9841548" y="2678083"/>
                  <a:pt x="9836488" y="2684830"/>
                </a:cubicBezTo>
                <a:cubicBezTo>
                  <a:pt x="9831428" y="2691577"/>
                  <a:pt x="9828897" y="2698522"/>
                  <a:pt x="9828897" y="2705666"/>
                </a:cubicBezTo>
                <a:cubicBezTo>
                  <a:pt x="9828897" y="2710230"/>
                  <a:pt x="9830559" y="2713976"/>
                  <a:pt x="9833883" y="2716903"/>
                </a:cubicBezTo>
                <a:cubicBezTo>
                  <a:pt x="9837207" y="2719830"/>
                  <a:pt x="9841151" y="2721293"/>
                  <a:pt x="9845715" y="2721293"/>
                </a:cubicBezTo>
                <a:cubicBezTo>
                  <a:pt x="9850775" y="2721293"/>
                  <a:pt x="9854074" y="2720375"/>
                  <a:pt x="9855612" y="2718540"/>
                </a:cubicBezTo>
                <a:cubicBezTo>
                  <a:pt x="9857150" y="2716704"/>
                  <a:pt x="9859779" y="2712909"/>
                  <a:pt x="9863500" y="2707154"/>
                </a:cubicBezTo>
                <a:cubicBezTo>
                  <a:pt x="9867221" y="2701400"/>
                  <a:pt x="9871686" y="2697084"/>
                  <a:pt x="9876895" y="2694206"/>
                </a:cubicBezTo>
                <a:cubicBezTo>
                  <a:pt x="9882104" y="2691329"/>
                  <a:pt x="9889867" y="2689890"/>
                  <a:pt x="9900186" y="2689890"/>
                </a:cubicBezTo>
                <a:cubicBezTo>
                  <a:pt x="9912192" y="2689890"/>
                  <a:pt x="9920104" y="2692396"/>
                  <a:pt x="9923924" y="2697406"/>
                </a:cubicBezTo>
                <a:cubicBezTo>
                  <a:pt x="9927744" y="2702417"/>
                  <a:pt x="9929902" y="2710280"/>
                  <a:pt x="9930398" y="2720995"/>
                </a:cubicBezTo>
                <a:cubicBezTo>
                  <a:pt x="9921865" y="2723476"/>
                  <a:pt x="9913953" y="2725584"/>
                  <a:pt x="9906660" y="2727321"/>
                </a:cubicBezTo>
                <a:cubicBezTo>
                  <a:pt x="9899368" y="2729057"/>
                  <a:pt x="9890612" y="2730967"/>
                  <a:pt x="9880392" y="2733051"/>
                </a:cubicBezTo>
                <a:cubicBezTo>
                  <a:pt x="9870173" y="2735134"/>
                  <a:pt x="9863773" y="2736474"/>
                  <a:pt x="9861193" y="2737069"/>
                </a:cubicBezTo>
                <a:cubicBezTo>
                  <a:pt x="9848890" y="2739748"/>
                  <a:pt x="9839216" y="2745006"/>
                  <a:pt x="9832172" y="2752845"/>
                </a:cubicBezTo>
                <a:cubicBezTo>
                  <a:pt x="9825127" y="2760683"/>
                  <a:pt x="9821605" y="2770158"/>
                  <a:pt x="9821605" y="2781271"/>
                </a:cubicBezTo>
                <a:cubicBezTo>
                  <a:pt x="9821605" y="2789506"/>
                  <a:pt x="9823738" y="2797146"/>
                  <a:pt x="9828005" y="2804190"/>
                </a:cubicBezTo>
                <a:cubicBezTo>
                  <a:pt x="9832271" y="2811235"/>
                  <a:pt x="9838348" y="2816816"/>
                  <a:pt x="9846236" y="2820934"/>
                </a:cubicBezTo>
                <a:cubicBezTo>
                  <a:pt x="9854124" y="2825051"/>
                  <a:pt x="9863277" y="2827110"/>
                  <a:pt x="9873695" y="2827110"/>
                </a:cubicBezTo>
                <a:cubicBezTo>
                  <a:pt x="9885105" y="2827110"/>
                  <a:pt x="9895399" y="2825200"/>
                  <a:pt x="9904577" y="2821380"/>
                </a:cubicBezTo>
                <a:cubicBezTo>
                  <a:pt x="9913754" y="2817560"/>
                  <a:pt x="9923255" y="2811830"/>
                  <a:pt x="9933077" y="2804190"/>
                </a:cubicBezTo>
                <a:cubicBezTo>
                  <a:pt x="9937641" y="2811632"/>
                  <a:pt x="9941957" y="2817312"/>
                  <a:pt x="9946025" y="2821231"/>
                </a:cubicBezTo>
                <a:cubicBezTo>
                  <a:pt x="9950093" y="2825150"/>
                  <a:pt x="9954211" y="2827110"/>
                  <a:pt x="9958378" y="2827110"/>
                </a:cubicBezTo>
                <a:cubicBezTo>
                  <a:pt x="9963339" y="2827110"/>
                  <a:pt x="9967779" y="2825398"/>
                  <a:pt x="9971698" y="2821975"/>
                </a:cubicBezTo>
                <a:cubicBezTo>
                  <a:pt x="9975617" y="2818552"/>
                  <a:pt x="9977577" y="2814757"/>
                  <a:pt x="9977577" y="2810590"/>
                </a:cubicBezTo>
                <a:cubicBezTo>
                  <a:pt x="9977577" y="2808209"/>
                  <a:pt x="9976312" y="2802876"/>
                  <a:pt x="9973782" y="2794591"/>
                </a:cubicBezTo>
                <a:cubicBezTo>
                  <a:pt x="9971252" y="2786306"/>
                  <a:pt x="9969987" y="2778344"/>
                  <a:pt x="9969987" y="2770704"/>
                </a:cubicBezTo>
                <a:cubicBezTo>
                  <a:pt x="9970086" y="2762568"/>
                  <a:pt x="9970160" y="2755176"/>
                  <a:pt x="9970210" y="2748529"/>
                </a:cubicBezTo>
                <a:cubicBezTo>
                  <a:pt x="9970259" y="2741881"/>
                  <a:pt x="9970284" y="2733795"/>
                  <a:pt x="9970284" y="2724270"/>
                </a:cubicBezTo>
                <a:cubicBezTo>
                  <a:pt x="9970284" y="2709188"/>
                  <a:pt x="9968176" y="2697084"/>
                  <a:pt x="9963959" y="2687956"/>
                </a:cubicBezTo>
                <a:cubicBezTo>
                  <a:pt x="9959742" y="2678828"/>
                  <a:pt x="9952524" y="2672155"/>
                  <a:pt x="9942305" y="2667938"/>
                </a:cubicBezTo>
                <a:cubicBezTo>
                  <a:pt x="9932085" y="2663721"/>
                  <a:pt x="9918046" y="2661613"/>
                  <a:pt x="9900186" y="2661613"/>
                </a:cubicBezTo>
                <a:close/>
                <a:moveTo>
                  <a:pt x="9185811" y="2661613"/>
                </a:moveTo>
                <a:cubicBezTo>
                  <a:pt x="9169837" y="2661613"/>
                  <a:pt x="9156492" y="2663796"/>
                  <a:pt x="9145776" y="2668162"/>
                </a:cubicBezTo>
                <a:cubicBezTo>
                  <a:pt x="9135061" y="2672527"/>
                  <a:pt x="9127173" y="2678083"/>
                  <a:pt x="9122113" y="2684830"/>
                </a:cubicBezTo>
                <a:cubicBezTo>
                  <a:pt x="9117053" y="2691577"/>
                  <a:pt x="9114523" y="2698522"/>
                  <a:pt x="9114523" y="2705666"/>
                </a:cubicBezTo>
                <a:cubicBezTo>
                  <a:pt x="9114523" y="2710230"/>
                  <a:pt x="9116184" y="2713976"/>
                  <a:pt x="9119508" y="2716903"/>
                </a:cubicBezTo>
                <a:cubicBezTo>
                  <a:pt x="9122832" y="2719830"/>
                  <a:pt x="9126776" y="2721293"/>
                  <a:pt x="9131340" y="2721293"/>
                </a:cubicBezTo>
                <a:cubicBezTo>
                  <a:pt x="9136400" y="2721293"/>
                  <a:pt x="9139699" y="2720375"/>
                  <a:pt x="9141237" y="2718540"/>
                </a:cubicBezTo>
                <a:cubicBezTo>
                  <a:pt x="9142775" y="2716704"/>
                  <a:pt x="9145404" y="2712909"/>
                  <a:pt x="9149125" y="2707154"/>
                </a:cubicBezTo>
                <a:cubicBezTo>
                  <a:pt x="9152846" y="2701400"/>
                  <a:pt x="9157311" y="2697084"/>
                  <a:pt x="9162520" y="2694206"/>
                </a:cubicBezTo>
                <a:cubicBezTo>
                  <a:pt x="9167729" y="2691329"/>
                  <a:pt x="9175492" y="2689890"/>
                  <a:pt x="9185811" y="2689890"/>
                </a:cubicBezTo>
                <a:cubicBezTo>
                  <a:pt x="9197817" y="2689890"/>
                  <a:pt x="9205729" y="2692396"/>
                  <a:pt x="9209549" y="2697406"/>
                </a:cubicBezTo>
                <a:cubicBezTo>
                  <a:pt x="9213369" y="2702417"/>
                  <a:pt x="9215527" y="2710280"/>
                  <a:pt x="9216023" y="2720995"/>
                </a:cubicBezTo>
                <a:cubicBezTo>
                  <a:pt x="9207490" y="2723476"/>
                  <a:pt x="9199578" y="2725584"/>
                  <a:pt x="9192285" y="2727321"/>
                </a:cubicBezTo>
                <a:cubicBezTo>
                  <a:pt x="9184993" y="2729057"/>
                  <a:pt x="9176237" y="2730967"/>
                  <a:pt x="9166017" y="2733051"/>
                </a:cubicBezTo>
                <a:cubicBezTo>
                  <a:pt x="9155797" y="2735134"/>
                  <a:pt x="9149398" y="2736474"/>
                  <a:pt x="9146818" y="2737069"/>
                </a:cubicBezTo>
                <a:cubicBezTo>
                  <a:pt x="9134515" y="2739748"/>
                  <a:pt x="9124841" y="2745006"/>
                  <a:pt x="9117797" y="2752845"/>
                </a:cubicBezTo>
                <a:cubicBezTo>
                  <a:pt x="9110752" y="2760683"/>
                  <a:pt x="9107230" y="2770158"/>
                  <a:pt x="9107230" y="2781271"/>
                </a:cubicBezTo>
                <a:cubicBezTo>
                  <a:pt x="9107230" y="2789506"/>
                  <a:pt x="9109363" y="2797146"/>
                  <a:pt x="9113629" y="2804190"/>
                </a:cubicBezTo>
                <a:cubicBezTo>
                  <a:pt x="9117896" y="2811235"/>
                  <a:pt x="9123973" y="2816816"/>
                  <a:pt x="9131861" y="2820934"/>
                </a:cubicBezTo>
                <a:cubicBezTo>
                  <a:pt x="9139749" y="2825051"/>
                  <a:pt x="9148902" y="2827110"/>
                  <a:pt x="9159320" y="2827110"/>
                </a:cubicBezTo>
                <a:cubicBezTo>
                  <a:pt x="9170730" y="2827110"/>
                  <a:pt x="9181024" y="2825200"/>
                  <a:pt x="9190202" y="2821380"/>
                </a:cubicBezTo>
                <a:cubicBezTo>
                  <a:pt x="9199379" y="2817560"/>
                  <a:pt x="9208879" y="2811830"/>
                  <a:pt x="9218702" y="2804190"/>
                </a:cubicBezTo>
                <a:cubicBezTo>
                  <a:pt x="9223266" y="2811632"/>
                  <a:pt x="9227582" y="2817312"/>
                  <a:pt x="9231650" y="2821231"/>
                </a:cubicBezTo>
                <a:cubicBezTo>
                  <a:pt x="9235718" y="2825150"/>
                  <a:pt x="9239836" y="2827110"/>
                  <a:pt x="9244003" y="2827110"/>
                </a:cubicBezTo>
                <a:cubicBezTo>
                  <a:pt x="9248964" y="2827110"/>
                  <a:pt x="9253404" y="2825398"/>
                  <a:pt x="9257323" y="2821975"/>
                </a:cubicBezTo>
                <a:cubicBezTo>
                  <a:pt x="9261242" y="2818552"/>
                  <a:pt x="9263202" y="2814757"/>
                  <a:pt x="9263202" y="2810590"/>
                </a:cubicBezTo>
                <a:cubicBezTo>
                  <a:pt x="9263202" y="2808209"/>
                  <a:pt x="9261937" y="2802876"/>
                  <a:pt x="9259407" y="2794591"/>
                </a:cubicBezTo>
                <a:cubicBezTo>
                  <a:pt x="9256877" y="2786306"/>
                  <a:pt x="9255612" y="2778344"/>
                  <a:pt x="9255612" y="2770704"/>
                </a:cubicBezTo>
                <a:cubicBezTo>
                  <a:pt x="9255711" y="2762568"/>
                  <a:pt x="9255785" y="2755176"/>
                  <a:pt x="9255835" y="2748529"/>
                </a:cubicBezTo>
                <a:cubicBezTo>
                  <a:pt x="9255884" y="2741881"/>
                  <a:pt x="9255909" y="2733795"/>
                  <a:pt x="9255909" y="2724270"/>
                </a:cubicBezTo>
                <a:cubicBezTo>
                  <a:pt x="9255909" y="2709188"/>
                  <a:pt x="9253801" y="2697084"/>
                  <a:pt x="9249584" y="2687956"/>
                </a:cubicBezTo>
                <a:cubicBezTo>
                  <a:pt x="9245367" y="2678828"/>
                  <a:pt x="9238149" y="2672155"/>
                  <a:pt x="9227929" y="2667938"/>
                </a:cubicBezTo>
                <a:cubicBezTo>
                  <a:pt x="9217710" y="2663721"/>
                  <a:pt x="9203671" y="2661613"/>
                  <a:pt x="9185811" y="2661613"/>
                </a:cubicBezTo>
                <a:close/>
                <a:moveTo>
                  <a:pt x="8525312" y="2605207"/>
                </a:moveTo>
                <a:cubicBezTo>
                  <a:pt x="8516878" y="2605207"/>
                  <a:pt x="8510181" y="2606869"/>
                  <a:pt x="8505220" y="2610193"/>
                </a:cubicBezTo>
                <a:cubicBezTo>
                  <a:pt x="8500259" y="2613517"/>
                  <a:pt x="8497779" y="2619941"/>
                  <a:pt x="8497779" y="2629466"/>
                </a:cubicBezTo>
                <a:lnTo>
                  <a:pt x="8497779" y="2802107"/>
                </a:lnTo>
                <a:cubicBezTo>
                  <a:pt x="8497779" y="2810540"/>
                  <a:pt x="8499664" y="2816816"/>
                  <a:pt x="8503434" y="2820934"/>
                </a:cubicBezTo>
                <a:cubicBezTo>
                  <a:pt x="8507205" y="2825051"/>
                  <a:pt x="8512066" y="2827110"/>
                  <a:pt x="8518019" y="2827110"/>
                </a:cubicBezTo>
                <a:cubicBezTo>
                  <a:pt x="8524171" y="2827110"/>
                  <a:pt x="8529107" y="2825026"/>
                  <a:pt x="8532828" y="2820859"/>
                </a:cubicBezTo>
                <a:cubicBezTo>
                  <a:pt x="8536549" y="2816692"/>
                  <a:pt x="8538409" y="2810441"/>
                  <a:pt x="8538409" y="2802107"/>
                </a:cubicBezTo>
                <a:lnTo>
                  <a:pt x="8538409" y="2651493"/>
                </a:lnTo>
                <a:lnTo>
                  <a:pt x="8573383" y="2790498"/>
                </a:lnTo>
                <a:cubicBezTo>
                  <a:pt x="8574574" y="2795062"/>
                  <a:pt x="8575740" y="2799453"/>
                  <a:pt x="8576881" y="2803669"/>
                </a:cubicBezTo>
                <a:cubicBezTo>
                  <a:pt x="8578022" y="2807886"/>
                  <a:pt x="8579585" y="2811731"/>
                  <a:pt x="8581569" y="2815204"/>
                </a:cubicBezTo>
                <a:cubicBezTo>
                  <a:pt x="8583553" y="2818676"/>
                  <a:pt x="8586331" y="2821529"/>
                  <a:pt x="8589903" y="2823761"/>
                </a:cubicBezTo>
                <a:cubicBezTo>
                  <a:pt x="8593475" y="2825994"/>
                  <a:pt x="8597841" y="2827110"/>
                  <a:pt x="8603000" y="2827110"/>
                </a:cubicBezTo>
                <a:cubicBezTo>
                  <a:pt x="8609846" y="2827110"/>
                  <a:pt x="8615204" y="2825374"/>
                  <a:pt x="8619074" y="2821901"/>
                </a:cubicBezTo>
                <a:cubicBezTo>
                  <a:pt x="8622943" y="2818428"/>
                  <a:pt x="8625597" y="2814584"/>
                  <a:pt x="8627036" y="2810367"/>
                </a:cubicBezTo>
                <a:cubicBezTo>
                  <a:pt x="8628475" y="2806150"/>
                  <a:pt x="8630335" y="2799527"/>
                  <a:pt x="8632617" y="2790498"/>
                </a:cubicBezTo>
                <a:lnTo>
                  <a:pt x="8667592" y="2651493"/>
                </a:lnTo>
                <a:lnTo>
                  <a:pt x="8667592" y="2802107"/>
                </a:lnTo>
                <a:cubicBezTo>
                  <a:pt x="8667592" y="2810441"/>
                  <a:pt x="8669477" y="2816692"/>
                  <a:pt x="8673247" y="2820859"/>
                </a:cubicBezTo>
                <a:cubicBezTo>
                  <a:pt x="8677017" y="2825026"/>
                  <a:pt x="8681830" y="2827110"/>
                  <a:pt x="8687683" y="2827110"/>
                </a:cubicBezTo>
                <a:cubicBezTo>
                  <a:pt x="8693934" y="2827110"/>
                  <a:pt x="8698920" y="2825026"/>
                  <a:pt x="8702641" y="2820859"/>
                </a:cubicBezTo>
                <a:cubicBezTo>
                  <a:pt x="8706361" y="2816692"/>
                  <a:pt x="8708222" y="2810441"/>
                  <a:pt x="8708222" y="2802107"/>
                </a:cubicBezTo>
                <a:lnTo>
                  <a:pt x="8708222" y="2629466"/>
                </a:lnTo>
                <a:cubicBezTo>
                  <a:pt x="8708222" y="2619941"/>
                  <a:pt x="8705741" y="2613517"/>
                  <a:pt x="8700780" y="2610193"/>
                </a:cubicBezTo>
                <a:cubicBezTo>
                  <a:pt x="8695819" y="2606869"/>
                  <a:pt x="8689122" y="2605207"/>
                  <a:pt x="8680689" y="2605207"/>
                </a:cubicBezTo>
                <a:lnTo>
                  <a:pt x="8666996" y="2605207"/>
                </a:lnTo>
                <a:cubicBezTo>
                  <a:pt x="8658761" y="2605207"/>
                  <a:pt x="8652783" y="2605951"/>
                  <a:pt x="8649063" y="2607440"/>
                </a:cubicBezTo>
                <a:cubicBezTo>
                  <a:pt x="8645342" y="2608928"/>
                  <a:pt x="8642589" y="2611607"/>
                  <a:pt x="8640803" y="2615476"/>
                </a:cubicBezTo>
                <a:cubicBezTo>
                  <a:pt x="8639017" y="2619346"/>
                  <a:pt x="8636983" y="2625646"/>
                  <a:pt x="8634701" y="2634378"/>
                </a:cubicBezTo>
                <a:lnTo>
                  <a:pt x="8603000" y="2753887"/>
                </a:lnTo>
                <a:lnTo>
                  <a:pt x="8571300" y="2634378"/>
                </a:lnTo>
                <a:cubicBezTo>
                  <a:pt x="8569018" y="2625646"/>
                  <a:pt x="8566984" y="2619346"/>
                  <a:pt x="8565198" y="2615476"/>
                </a:cubicBezTo>
                <a:cubicBezTo>
                  <a:pt x="8563412" y="2611607"/>
                  <a:pt x="8560659" y="2608928"/>
                  <a:pt x="8556938" y="2607440"/>
                </a:cubicBezTo>
                <a:cubicBezTo>
                  <a:pt x="8553217" y="2605951"/>
                  <a:pt x="8547239" y="2605207"/>
                  <a:pt x="8539004" y="2605207"/>
                </a:cubicBezTo>
                <a:close/>
                <a:moveTo>
                  <a:pt x="11155849" y="2603272"/>
                </a:moveTo>
                <a:cubicBezTo>
                  <a:pt x="11150392" y="2603272"/>
                  <a:pt x="11145605" y="2605133"/>
                  <a:pt x="11141487" y="2608854"/>
                </a:cubicBezTo>
                <a:cubicBezTo>
                  <a:pt x="11137370" y="2612574"/>
                  <a:pt x="11135311" y="2617312"/>
                  <a:pt x="11135311" y="2623067"/>
                </a:cubicBezTo>
                <a:cubicBezTo>
                  <a:pt x="11135311" y="2629417"/>
                  <a:pt x="11137320" y="2634328"/>
                  <a:pt x="11141338" y="2637801"/>
                </a:cubicBezTo>
                <a:cubicBezTo>
                  <a:pt x="11145357" y="2641273"/>
                  <a:pt x="11150194" y="2643010"/>
                  <a:pt x="11155849" y="2643010"/>
                </a:cubicBezTo>
                <a:cubicBezTo>
                  <a:pt x="11161306" y="2643010"/>
                  <a:pt x="11166019" y="2641248"/>
                  <a:pt x="11169988" y="2637726"/>
                </a:cubicBezTo>
                <a:cubicBezTo>
                  <a:pt x="11173957" y="2634204"/>
                  <a:pt x="11175941" y="2629317"/>
                  <a:pt x="11175941" y="2623067"/>
                </a:cubicBezTo>
                <a:cubicBezTo>
                  <a:pt x="11175941" y="2616617"/>
                  <a:pt x="11173907" y="2611706"/>
                  <a:pt x="11169839" y="2608333"/>
                </a:cubicBezTo>
                <a:cubicBezTo>
                  <a:pt x="11165771" y="2604959"/>
                  <a:pt x="11161108" y="2603272"/>
                  <a:pt x="11155849" y="2603272"/>
                </a:cubicBezTo>
                <a:close/>
                <a:moveTo>
                  <a:pt x="10312589" y="2601487"/>
                </a:moveTo>
                <a:cubicBezTo>
                  <a:pt x="10305842" y="2601487"/>
                  <a:pt x="10300509" y="2603719"/>
                  <a:pt x="10296590" y="2608184"/>
                </a:cubicBezTo>
                <a:cubicBezTo>
                  <a:pt x="10292671" y="2612649"/>
                  <a:pt x="10290711" y="2619346"/>
                  <a:pt x="10290711" y="2628276"/>
                </a:cubicBezTo>
                <a:lnTo>
                  <a:pt x="10290711" y="2800172"/>
                </a:lnTo>
                <a:cubicBezTo>
                  <a:pt x="10290711" y="2809102"/>
                  <a:pt x="10292695" y="2815824"/>
                  <a:pt x="10296664" y="2820338"/>
                </a:cubicBezTo>
                <a:cubicBezTo>
                  <a:pt x="10300633" y="2824853"/>
                  <a:pt x="10305941" y="2827110"/>
                  <a:pt x="10312589" y="2827110"/>
                </a:cubicBezTo>
                <a:cubicBezTo>
                  <a:pt x="10319137" y="2827110"/>
                  <a:pt x="10324495" y="2824877"/>
                  <a:pt x="10328662" y="2820413"/>
                </a:cubicBezTo>
                <a:cubicBezTo>
                  <a:pt x="10332830" y="2815948"/>
                  <a:pt x="10334913" y="2809201"/>
                  <a:pt x="10334913" y="2800172"/>
                </a:cubicBezTo>
                <a:lnTo>
                  <a:pt x="10334913" y="2726800"/>
                </a:lnTo>
                <a:lnTo>
                  <a:pt x="10430312" y="2726800"/>
                </a:lnTo>
                <a:lnTo>
                  <a:pt x="10430312" y="2800172"/>
                </a:lnTo>
                <a:cubicBezTo>
                  <a:pt x="10430312" y="2809102"/>
                  <a:pt x="10432296" y="2815824"/>
                  <a:pt x="10436265" y="2820338"/>
                </a:cubicBezTo>
                <a:cubicBezTo>
                  <a:pt x="10440234" y="2824853"/>
                  <a:pt x="10445542" y="2827110"/>
                  <a:pt x="10452190" y="2827110"/>
                </a:cubicBezTo>
                <a:cubicBezTo>
                  <a:pt x="10458738" y="2827110"/>
                  <a:pt x="10464096" y="2824877"/>
                  <a:pt x="10468263" y="2820413"/>
                </a:cubicBezTo>
                <a:cubicBezTo>
                  <a:pt x="10472430" y="2815948"/>
                  <a:pt x="10474514" y="2809201"/>
                  <a:pt x="10474514" y="2800172"/>
                </a:cubicBezTo>
                <a:lnTo>
                  <a:pt x="10474514" y="2628276"/>
                </a:lnTo>
                <a:cubicBezTo>
                  <a:pt x="10474514" y="2619247"/>
                  <a:pt x="10472455" y="2612525"/>
                  <a:pt x="10468338" y="2608109"/>
                </a:cubicBezTo>
                <a:cubicBezTo>
                  <a:pt x="10464220" y="2603694"/>
                  <a:pt x="10458837" y="2601487"/>
                  <a:pt x="10452190" y="2601487"/>
                </a:cubicBezTo>
                <a:cubicBezTo>
                  <a:pt x="10445641" y="2601487"/>
                  <a:pt x="10440358" y="2603719"/>
                  <a:pt x="10436339" y="2608184"/>
                </a:cubicBezTo>
                <a:cubicBezTo>
                  <a:pt x="10432321" y="2612649"/>
                  <a:pt x="10430312" y="2619346"/>
                  <a:pt x="10430312" y="2628276"/>
                </a:cubicBezTo>
                <a:lnTo>
                  <a:pt x="10430312" y="2690783"/>
                </a:lnTo>
                <a:lnTo>
                  <a:pt x="10334913" y="2690783"/>
                </a:lnTo>
                <a:lnTo>
                  <a:pt x="10334913" y="2628276"/>
                </a:lnTo>
                <a:cubicBezTo>
                  <a:pt x="10334913" y="2619247"/>
                  <a:pt x="10332854" y="2612525"/>
                  <a:pt x="10328737" y="2608109"/>
                </a:cubicBezTo>
                <a:cubicBezTo>
                  <a:pt x="10324619" y="2603694"/>
                  <a:pt x="10319237" y="2601487"/>
                  <a:pt x="10312589" y="2601487"/>
                </a:cubicBezTo>
                <a:close/>
                <a:moveTo>
                  <a:pt x="10141883" y="2601487"/>
                </a:moveTo>
                <a:cubicBezTo>
                  <a:pt x="10135732" y="2601487"/>
                  <a:pt x="10130994" y="2603620"/>
                  <a:pt x="10127670" y="2607886"/>
                </a:cubicBezTo>
                <a:cubicBezTo>
                  <a:pt x="10124346" y="2612153"/>
                  <a:pt x="10122684" y="2618453"/>
                  <a:pt x="10122684" y="2626787"/>
                </a:cubicBezTo>
                <a:lnTo>
                  <a:pt x="10122684" y="2686765"/>
                </a:lnTo>
                <a:cubicBezTo>
                  <a:pt x="10115045" y="2678431"/>
                  <a:pt x="10107206" y="2672254"/>
                  <a:pt x="10099169" y="2668236"/>
                </a:cubicBezTo>
                <a:cubicBezTo>
                  <a:pt x="10091133" y="2664218"/>
                  <a:pt x="10081261" y="2662208"/>
                  <a:pt x="10069553" y="2662208"/>
                </a:cubicBezTo>
                <a:cubicBezTo>
                  <a:pt x="10049312" y="2662208"/>
                  <a:pt x="10032991" y="2669303"/>
                  <a:pt x="10020588" y="2683491"/>
                </a:cubicBezTo>
                <a:cubicBezTo>
                  <a:pt x="10008186" y="2697679"/>
                  <a:pt x="10001985" y="2717473"/>
                  <a:pt x="10001985" y="2742873"/>
                </a:cubicBezTo>
                <a:cubicBezTo>
                  <a:pt x="10001985" y="2754879"/>
                  <a:pt x="10003547" y="2766041"/>
                  <a:pt x="10006673" y="2776360"/>
                </a:cubicBezTo>
                <a:cubicBezTo>
                  <a:pt x="10009798" y="2786678"/>
                  <a:pt x="10014387" y="2795658"/>
                  <a:pt x="10020439" y="2803297"/>
                </a:cubicBezTo>
                <a:cubicBezTo>
                  <a:pt x="10026492" y="2810937"/>
                  <a:pt x="10033660" y="2816816"/>
                  <a:pt x="10041945" y="2820934"/>
                </a:cubicBezTo>
                <a:cubicBezTo>
                  <a:pt x="10050230" y="2825051"/>
                  <a:pt x="10059234" y="2827110"/>
                  <a:pt x="10068957" y="2827110"/>
                </a:cubicBezTo>
                <a:cubicBezTo>
                  <a:pt x="10076299" y="2827110"/>
                  <a:pt x="10083071" y="2826093"/>
                  <a:pt x="10089272" y="2824059"/>
                </a:cubicBezTo>
                <a:cubicBezTo>
                  <a:pt x="10095474" y="2822025"/>
                  <a:pt x="10101228" y="2819048"/>
                  <a:pt x="10106536" y="2815129"/>
                </a:cubicBezTo>
                <a:cubicBezTo>
                  <a:pt x="10111845" y="2811210"/>
                  <a:pt x="10117227" y="2806125"/>
                  <a:pt x="10122684" y="2799874"/>
                </a:cubicBezTo>
                <a:lnTo>
                  <a:pt x="10122684" y="2803893"/>
                </a:lnTo>
                <a:cubicBezTo>
                  <a:pt x="10122684" y="2811334"/>
                  <a:pt x="10124495" y="2817064"/>
                  <a:pt x="10128117" y="2821082"/>
                </a:cubicBezTo>
                <a:cubicBezTo>
                  <a:pt x="10131738" y="2825101"/>
                  <a:pt x="10136327" y="2827110"/>
                  <a:pt x="10141883" y="2827110"/>
                </a:cubicBezTo>
                <a:cubicBezTo>
                  <a:pt x="10147539" y="2827110"/>
                  <a:pt x="10152152" y="2825175"/>
                  <a:pt x="10155724" y="2821306"/>
                </a:cubicBezTo>
                <a:cubicBezTo>
                  <a:pt x="10159296" y="2817436"/>
                  <a:pt x="10161082" y="2811632"/>
                  <a:pt x="10161082" y="2803893"/>
                </a:cubicBezTo>
                <a:lnTo>
                  <a:pt x="10161082" y="2624704"/>
                </a:lnTo>
                <a:cubicBezTo>
                  <a:pt x="10161082" y="2617064"/>
                  <a:pt x="10159420" y="2611284"/>
                  <a:pt x="10156096" y="2607365"/>
                </a:cubicBezTo>
                <a:cubicBezTo>
                  <a:pt x="10152772" y="2603446"/>
                  <a:pt x="10148035" y="2601487"/>
                  <a:pt x="10141883" y="2601487"/>
                </a:cubicBezTo>
                <a:close/>
                <a:moveTo>
                  <a:pt x="8954235" y="2601487"/>
                </a:moveTo>
                <a:cubicBezTo>
                  <a:pt x="8947885" y="2601487"/>
                  <a:pt x="8942948" y="2603545"/>
                  <a:pt x="8939426" y="2607663"/>
                </a:cubicBezTo>
                <a:cubicBezTo>
                  <a:pt x="8935904" y="2611780"/>
                  <a:pt x="8934143" y="2617957"/>
                  <a:pt x="8934143" y="2626192"/>
                </a:cubicBezTo>
                <a:lnTo>
                  <a:pt x="8934143" y="2802404"/>
                </a:lnTo>
                <a:cubicBezTo>
                  <a:pt x="8934143" y="2818875"/>
                  <a:pt x="8940840" y="2827110"/>
                  <a:pt x="8954235" y="2827110"/>
                </a:cubicBezTo>
                <a:cubicBezTo>
                  <a:pt x="8960684" y="2827110"/>
                  <a:pt x="8965719" y="2825001"/>
                  <a:pt x="8969341" y="2820785"/>
                </a:cubicBezTo>
                <a:cubicBezTo>
                  <a:pt x="8972962" y="2816568"/>
                  <a:pt x="8974773" y="2810441"/>
                  <a:pt x="8974773" y="2802404"/>
                </a:cubicBezTo>
                <a:lnTo>
                  <a:pt x="8974773" y="2748678"/>
                </a:lnTo>
                <a:cubicBezTo>
                  <a:pt x="8974773" y="2733199"/>
                  <a:pt x="8975864" y="2722434"/>
                  <a:pt x="8978047" y="2716382"/>
                </a:cubicBezTo>
                <a:cubicBezTo>
                  <a:pt x="8980924" y="2709238"/>
                  <a:pt x="8985265" y="2703607"/>
                  <a:pt x="8991070" y="2699490"/>
                </a:cubicBezTo>
                <a:cubicBezTo>
                  <a:pt x="8996874" y="2695372"/>
                  <a:pt x="9003397" y="2693313"/>
                  <a:pt x="9010640" y="2693313"/>
                </a:cubicBezTo>
                <a:cubicBezTo>
                  <a:pt x="9021455" y="2693313"/>
                  <a:pt x="9028797" y="2696811"/>
                  <a:pt x="9032667" y="2703806"/>
                </a:cubicBezTo>
                <a:cubicBezTo>
                  <a:pt x="9036537" y="2710801"/>
                  <a:pt x="9038471" y="2720797"/>
                  <a:pt x="9038471" y="2733795"/>
                </a:cubicBezTo>
                <a:lnTo>
                  <a:pt x="9038471" y="2802404"/>
                </a:lnTo>
                <a:cubicBezTo>
                  <a:pt x="9038471" y="2818875"/>
                  <a:pt x="9045169" y="2827110"/>
                  <a:pt x="9058563" y="2827110"/>
                </a:cubicBezTo>
                <a:cubicBezTo>
                  <a:pt x="9064715" y="2827110"/>
                  <a:pt x="9069651" y="2825026"/>
                  <a:pt x="9073372" y="2820859"/>
                </a:cubicBezTo>
                <a:cubicBezTo>
                  <a:pt x="9077092" y="2816692"/>
                  <a:pt x="9078953" y="2810540"/>
                  <a:pt x="9078953" y="2802404"/>
                </a:cubicBezTo>
                <a:lnTo>
                  <a:pt x="9078953" y="2724567"/>
                </a:lnTo>
                <a:cubicBezTo>
                  <a:pt x="9078953" y="2716729"/>
                  <a:pt x="9078457" y="2709809"/>
                  <a:pt x="9077464" y="2703806"/>
                </a:cubicBezTo>
                <a:cubicBezTo>
                  <a:pt x="9076472" y="2697803"/>
                  <a:pt x="9074537" y="2692371"/>
                  <a:pt x="9071660" y="2687509"/>
                </a:cubicBezTo>
                <a:cubicBezTo>
                  <a:pt x="9067096" y="2679175"/>
                  <a:pt x="9060820" y="2672825"/>
                  <a:pt x="9052833" y="2668459"/>
                </a:cubicBezTo>
                <a:cubicBezTo>
                  <a:pt x="9044846" y="2664094"/>
                  <a:pt x="9035693" y="2661911"/>
                  <a:pt x="9025375" y="2661911"/>
                </a:cubicBezTo>
                <a:cubicBezTo>
                  <a:pt x="9018528" y="2661911"/>
                  <a:pt x="9012129" y="2662779"/>
                  <a:pt x="9006176" y="2664515"/>
                </a:cubicBezTo>
                <a:cubicBezTo>
                  <a:pt x="9000223" y="2666252"/>
                  <a:pt x="8994790" y="2668856"/>
                  <a:pt x="8989879" y="2672329"/>
                </a:cubicBezTo>
                <a:cubicBezTo>
                  <a:pt x="8984968" y="2675801"/>
                  <a:pt x="8979932" y="2680514"/>
                  <a:pt x="8974773" y="2686467"/>
                </a:cubicBezTo>
                <a:lnTo>
                  <a:pt x="8974773" y="2626192"/>
                </a:lnTo>
                <a:cubicBezTo>
                  <a:pt x="8974773" y="2618056"/>
                  <a:pt x="8972962" y="2611904"/>
                  <a:pt x="8969341" y="2607737"/>
                </a:cubicBezTo>
                <a:cubicBezTo>
                  <a:pt x="8965719" y="2603570"/>
                  <a:pt x="8960684" y="2601487"/>
                  <a:pt x="8954235" y="2601487"/>
                </a:cubicBezTo>
                <a:close/>
                <a:moveTo>
                  <a:pt x="11397248" y="2383453"/>
                </a:moveTo>
                <a:lnTo>
                  <a:pt x="11397248" y="2389258"/>
                </a:lnTo>
                <a:cubicBezTo>
                  <a:pt x="11397248" y="2403347"/>
                  <a:pt x="11395413" y="2413467"/>
                  <a:pt x="11391742" y="2419619"/>
                </a:cubicBezTo>
                <a:cubicBezTo>
                  <a:pt x="11388567" y="2425175"/>
                  <a:pt x="11383581" y="2429714"/>
                  <a:pt x="11376785" y="2433236"/>
                </a:cubicBezTo>
                <a:cubicBezTo>
                  <a:pt x="11369988" y="2436759"/>
                  <a:pt x="11362571" y="2438520"/>
                  <a:pt x="11354535" y="2438520"/>
                </a:cubicBezTo>
                <a:cubicBezTo>
                  <a:pt x="11346994" y="2438520"/>
                  <a:pt x="11340892" y="2436362"/>
                  <a:pt x="11336229" y="2432046"/>
                </a:cubicBezTo>
                <a:cubicBezTo>
                  <a:pt x="11331565" y="2427730"/>
                  <a:pt x="11329234" y="2422496"/>
                  <a:pt x="11329234" y="2416344"/>
                </a:cubicBezTo>
                <a:cubicBezTo>
                  <a:pt x="11329234" y="2410391"/>
                  <a:pt x="11331218" y="2405753"/>
                  <a:pt x="11335187" y="2402429"/>
                </a:cubicBezTo>
                <a:cubicBezTo>
                  <a:pt x="11339156" y="2399105"/>
                  <a:pt x="11343323" y="2396873"/>
                  <a:pt x="11347689" y="2395732"/>
                </a:cubicBezTo>
                <a:cubicBezTo>
                  <a:pt x="11352054" y="2394591"/>
                  <a:pt x="11359917" y="2392805"/>
                  <a:pt x="11371278" y="2390374"/>
                </a:cubicBezTo>
                <a:cubicBezTo>
                  <a:pt x="11382638" y="2387943"/>
                  <a:pt x="11391295" y="2385636"/>
                  <a:pt x="11397248" y="2383453"/>
                </a:cubicBezTo>
                <a:close/>
                <a:moveTo>
                  <a:pt x="9930398" y="2383453"/>
                </a:moveTo>
                <a:lnTo>
                  <a:pt x="9930398" y="2389258"/>
                </a:lnTo>
                <a:cubicBezTo>
                  <a:pt x="9930398" y="2403347"/>
                  <a:pt x="9928563" y="2413467"/>
                  <a:pt x="9924892" y="2419619"/>
                </a:cubicBezTo>
                <a:cubicBezTo>
                  <a:pt x="9921717" y="2425175"/>
                  <a:pt x="9916731" y="2429714"/>
                  <a:pt x="9909935" y="2433236"/>
                </a:cubicBezTo>
                <a:cubicBezTo>
                  <a:pt x="9903138" y="2436759"/>
                  <a:pt x="9895721" y="2438520"/>
                  <a:pt x="9887685" y="2438520"/>
                </a:cubicBezTo>
                <a:cubicBezTo>
                  <a:pt x="9880144" y="2438520"/>
                  <a:pt x="9874042" y="2436362"/>
                  <a:pt x="9869379" y="2432046"/>
                </a:cubicBezTo>
                <a:cubicBezTo>
                  <a:pt x="9864715" y="2427730"/>
                  <a:pt x="9862384" y="2422496"/>
                  <a:pt x="9862384" y="2416344"/>
                </a:cubicBezTo>
                <a:cubicBezTo>
                  <a:pt x="9862384" y="2410391"/>
                  <a:pt x="9864368" y="2405753"/>
                  <a:pt x="9868337" y="2402429"/>
                </a:cubicBezTo>
                <a:cubicBezTo>
                  <a:pt x="9872306" y="2399105"/>
                  <a:pt x="9876473" y="2396873"/>
                  <a:pt x="9880839" y="2395732"/>
                </a:cubicBezTo>
                <a:cubicBezTo>
                  <a:pt x="9885204" y="2394591"/>
                  <a:pt x="9893067" y="2392805"/>
                  <a:pt x="9904428" y="2390374"/>
                </a:cubicBezTo>
                <a:cubicBezTo>
                  <a:pt x="9915788" y="2387943"/>
                  <a:pt x="9924445" y="2385636"/>
                  <a:pt x="9930398" y="2383453"/>
                </a:cubicBezTo>
                <a:close/>
                <a:moveTo>
                  <a:pt x="9216023" y="2383453"/>
                </a:moveTo>
                <a:lnTo>
                  <a:pt x="9216023" y="2389258"/>
                </a:lnTo>
                <a:cubicBezTo>
                  <a:pt x="9216023" y="2403347"/>
                  <a:pt x="9214188" y="2413467"/>
                  <a:pt x="9210517" y="2419619"/>
                </a:cubicBezTo>
                <a:cubicBezTo>
                  <a:pt x="9207342" y="2425175"/>
                  <a:pt x="9202356" y="2429714"/>
                  <a:pt x="9195559" y="2433236"/>
                </a:cubicBezTo>
                <a:cubicBezTo>
                  <a:pt x="9188763" y="2436759"/>
                  <a:pt x="9181346" y="2438520"/>
                  <a:pt x="9173310" y="2438520"/>
                </a:cubicBezTo>
                <a:cubicBezTo>
                  <a:pt x="9165769" y="2438520"/>
                  <a:pt x="9159667" y="2436362"/>
                  <a:pt x="9155004" y="2432046"/>
                </a:cubicBezTo>
                <a:cubicBezTo>
                  <a:pt x="9150340" y="2427730"/>
                  <a:pt x="9148009" y="2422496"/>
                  <a:pt x="9148009" y="2416344"/>
                </a:cubicBezTo>
                <a:cubicBezTo>
                  <a:pt x="9148009" y="2410391"/>
                  <a:pt x="9149993" y="2405753"/>
                  <a:pt x="9153962" y="2402429"/>
                </a:cubicBezTo>
                <a:cubicBezTo>
                  <a:pt x="9157931" y="2399105"/>
                  <a:pt x="9162098" y="2396873"/>
                  <a:pt x="9166463" y="2395732"/>
                </a:cubicBezTo>
                <a:cubicBezTo>
                  <a:pt x="9170829" y="2394591"/>
                  <a:pt x="9178692" y="2392805"/>
                  <a:pt x="9190053" y="2390374"/>
                </a:cubicBezTo>
                <a:cubicBezTo>
                  <a:pt x="9201413" y="2387943"/>
                  <a:pt x="9210070" y="2385636"/>
                  <a:pt x="9216023" y="2383453"/>
                </a:cubicBezTo>
                <a:close/>
                <a:moveTo>
                  <a:pt x="10081161" y="2330322"/>
                </a:moveTo>
                <a:cubicBezTo>
                  <a:pt x="10088305" y="2330322"/>
                  <a:pt x="10094878" y="2332380"/>
                  <a:pt x="10100881" y="2336498"/>
                </a:cubicBezTo>
                <a:cubicBezTo>
                  <a:pt x="10106884" y="2340616"/>
                  <a:pt x="10111646" y="2346569"/>
                  <a:pt x="10115169" y="2354357"/>
                </a:cubicBezTo>
                <a:cubicBezTo>
                  <a:pt x="10118691" y="2362146"/>
                  <a:pt x="10120452" y="2371448"/>
                  <a:pt x="10120452" y="2382263"/>
                </a:cubicBezTo>
                <a:cubicBezTo>
                  <a:pt x="10120452" y="2393772"/>
                  <a:pt x="10118691" y="2403371"/>
                  <a:pt x="10115169" y="2411061"/>
                </a:cubicBezTo>
                <a:cubicBezTo>
                  <a:pt x="10111646" y="2418750"/>
                  <a:pt x="10106933" y="2424455"/>
                  <a:pt x="10101030" y="2428176"/>
                </a:cubicBezTo>
                <a:cubicBezTo>
                  <a:pt x="10095126" y="2431897"/>
                  <a:pt x="10088603" y="2433757"/>
                  <a:pt x="10081459" y="2433757"/>
                </a:cubicBezTo>
                <a:cubicBezTo>
                  <a:pt x="10074414" y="2433757"/>
                  <a:pt x="10067915" y="2431798"/>
                  <a:pt x="10061962" y="2427879"/>
                </a:cubicBezTo>
                <a:cubicBezTo>
                  <a:pt x="10056009" y="2423959"/>
                  <a:pt x="10051321" y="2418130"/>
                  <a:pt x="10047898" y="2410391"/>
                </a:cubicBezTo>
                <a:cubicBezTo>
                  <a:pt x="10044475" y="2402652"/>
                  <a:pt x="10042763" y="2393276"/>
                  <a:pt x="10042763" y="2382263"/>
                </a:cubicBezTo>
                <a:cubicBezTo>
                  <a:pt x="10042763" y="2371845"/>
                  <a:pt x="10044376" y="2362692"/>
                  <a:pt x="10047601" y="2354804"/>
                </a:cubicBezTo>
                <a:cubicBezTo>
                  <a:pt x="10050825" y="2346916"/>
                  <a:pt x="10055364" y="2340864"/>
                  <a:pt x="10061218" y="2336647"/>
                </a:cubicBezTo>
                <a:cubicBezTo>
                  <a:pt x="10067072" y="2332430"/>
                  <a:pt x="10073720" y="2330322"/>
                  <a:pt x="10081161" y="2330322"/>
                </a:cubicBezTo>
                <a:close/>
                <a:moveTo>
                  <a:pt x="11815604" y="2327940"/>
                </a:moveTo>
                <a:cubicBezTo>
                  <a:pt x="11826221" y="2327940"/>
                  <a:pt x="11834778" y="2331388"/>
                  <a:pt x="11841277" y="2338284"/>
                </a:cubicBezTo>
                <a:cubicBezTo>
                  <a:pt x="11847776" y="2345180"/>
                  <a:pt x="11851521" y="2355573"/>
                  <a:pt x="11852513" y="2369463"/>
                </a:cubicBezTo>
                <a:lnTo>
                  <a:pt x="11778844" y="2369463"/>
                </a:lnTo>
                <a:cubicBezTo>
                  <a:pt x="11780233" y="2355771"/>
                  <a:pt x="11784177" y="2345428"/>
                  <a:pt x="11790675" y="2338433"/>
                </a:cubicBezTo>
                <a:cubicBezTo>
                  <a:pt x="11797174" y="2331438"/>
                  <a:pt x="11805484" y="2327940"/>
                  <a:pt x="11815604" y="2327940"/>
                </a:cubicBezTo>
                <a:close/>
                <a:moveTo>
                  <a:pt x="11634629" y="2327940"/>
                </a:moveTo>
                <a:cubicBezTo>
                  <a:pt x="11645245" y="2327940"/>
                  <a:pt x="11653803" y="2331388"/>
                  <a:pt x="11660302" y="2338284"/>
                </a:cubicBezTo>
                <a:cubicBezTo>
                  <a:pt x="11666801" y="2345180"/>
                  <a:pt x="11670546" y="2355573"/>
                  <a:pt x="11671539" y="2369463"/>
                </a:cubicBezTo>
                <a:lnTo>
                  <a:pt x="11597869" y="2369463"/>
                </a:lnTo>
                <a:cubicBezTo>
                  <a:pt x="11599257" y="2355771"/>
                  <a:pt x="11603201" y="2345428"/>
                  <a:pt x="11609701" y="2338433"/>
                </a:cubicBezTo>
                <a:cubicBezTo>
                  <a:pt x="11616199" y="2331438"/>
                  <a:pt x="11624509" y="2327940"/>
                  <a:pt x="11634629" y="2327940"/>
                </a:cubicBezTo>
                <a:close/>
                <a:moveTo>
                  <a:pt x="11942703" y="2299961"/>
                </a:moveTo>
                <a:cubicBezTo>
                  <a:pt x="11936949" y="2299961"/>
                  <a:pt x="11932310" y="2301945"/>
                  <a:pt x="11928788" y="2305914"/>
                </a:cubicBezTo>
                <a:cubicBezTo>
                  <a:pt x="11925266" y="2309883"/>
                  <a:pt x="11923505" y="2315687"/>
                  <a:pt x="11923505" y="2323327"/>
                </a:cubicBezTo>
                <a:lnTo>
                  <a:pt x="11923505" y="2439562"/>
                </a:lnTo>
                <a:cubicBezTo>
                  <a:pt x="11923505" y="2447995"/>
                  <a:pt x="11925464" y="2454370"/>
                  <a:pt x="11929383" y="2458686"/>
                </a:cubicBezTo>
                <a:cubicBezTo>
                  <a:pt x="11933303" y="2463002"/>
                  <a:pt x="11938338" y="2465160"/>
                  <a:pt x="11944489" y="2465160"/>
                </a:cubicBezTo>
                <a:cubicBezTo>
                  <a:pt x="11950740" y="2465160"/>
                  <a:pt x="11955775" y="2463002"/>
                  <a:pt x="11959595" y="2458686"/>
                </a:cubicBezTo>
                <a:cubicBezTo>
                  <a:pt x="11963415" y="2454370"/>
                  <a:pt x="11965325" y="2447995"/>
                  <a:pt x="11965325" y="2439562"/>
                </a:cubicBezTo>
                <a:lnTo>
                  <a:pt x="11965325" y="2384644"/>
                </a:lnTo>
                <a:cubicBezTo>
                  <a:pt x="11965325" y="2367578"/>
                  <a:pt x="11967433" y="2354481"/>
                  <a:pt x="11971651" y="2345353"/>
                </a:cubicBezTo>
                <a:cubicBezTo>
                  <a:pt x="11975867" y="2336225"/>
                  <a:pt x="11984623" y="2331661"/>
                  <a:pt x="11997919" y="2331661"/>
                </a:cubicBezTo>
                <a:cubicBezTo>
                  <a:pt x="12004566" y="2331661"/>
                  <a:pt x="12009428" y="2333472"/>
                  <a:pt x="12012504" y="2337093"/>
                </a:cubicBezTo>
                <a:cubicBezTo>
                  <a:pt x="12015579" y="2340715"/>
                  <a:pt x="12017465" y="2345353"/>
                  <a:pt x="12018159" y="2351009"/>
                </a:cubicBezTo>
                <a:cubicBezTo>
                  <a:pt x="12018854" y="2356664"/>
                  <a:pt x="12019201" y="2364602"/>
                  <a:pt x="12019201" y="2374821"/>
                </a:cubicBezTo>
                <a:lnTo>
                  <a:pt x="12019201" y="2439562"/>
                </a:lnTo>
                <a:cubicBezTo>
                  <a:pt x="12019201" y="2448094"/>
                  <a:pt x="12021111" y="2454494"/>
                  <a:pt x="12024931" y="2458760"/>
                </a:cubicBezTo>
                <a:cubicBezTo>
                  <a:pt x="12028751" y="2463027"/>
                  <a:pt x="12033737" y="2465160"/>
                  <a:pt x="12039888" y="2465160"/>
                </a:cubicBezTo>
                <a:cubicBezTo>
                  <a:pt x="12046238" y="2465160"/>
                  <a:pt x="12051348" y="2463027"/>
                  <a:pt x="12055217" y="2458760"/>
                </a:cubicBezTo>
                <a:cubicBezTo>
                  <a:pt x="12059087" y="2454494"/>
                  <a:pt x="12061022" y="2448094"/>
                  <a:pt x="12061022" y="2439562"/>
                </a:cubicBezTo>
                <a:lnTo>
                  <a:pt x="12061022" y="2385537"/>
                </a:lnTo>
                <a:cubicBezTo>
                  <a:pt x="12061022" y="2368174"/>
                  <a:pt x="12062510" y="2356069"/>
                  <a:pt x="12065487" y="2349223"/>
                </a:cubicBezTo>
                <a:cubicBezTo>
                  <a:pt x="12068165" y="2343865"/>
                  <a:pt x="12071911" y="2339599"/>
                  <a:pt x="12076723" y="2336424"/>
                </a:cubicBezTo>
                <a:cubicBezTo>
                  <a:pt x="12081535" y="2333249"/>
                  <a:pt x="12086620" y="2331661"/>
                  <a:pt x="12091978" y="2331661"/>
                </a:cubicBezTo>
                <a:cubicBezTo>
                  <a:pt x="12098625" y="2331661"/>
                  <a:pt x="12103587" y="2333447"/>
                  <a:pt x="12106861" y="2337019"/>
                </a:cubicBezTo>
                <a:cubicBezTo>
                  <a:pt x="12110135" y="2340591"/>
                  <a:pt x="12112144" y="2345006"/>
                  <a:pt x="12112888" y="2350265"/>
                </a:cubicBezTo>
                <a:cubicBezTo>
                  <a:pt x="12113633" y="2355523"/>
                  <a:pt x="12114005" y="2362518"/>
                  <a:pt x="12114005" y="2371249"/>
                </a:cubicBezTo>
                <a:lnTo>
                  <a:pt x="12114005" y="2439562"/>
                </a:lnTo>
                <a:cubicBezTo>
                  <a:pt x="12114005" y="2447995"/>
                  <a:pt x="12115964" y="2454370"/>
                  <a:pt x="12119883" y="2458686"/>
                </a:cubicBezTo>
                <a:cubicBezTo>
                  <a:pt x="12123803" y="2463002"/>
                  <a:pt x="12128838" y="2465160"/>
                  <a:pt x="12134989" y="2465160"/>
                </a:cubicBezTo>
                <a:cubicBezTo>
                  <a:pt x="12141339" y="2465160"/>
                  <a:pt x="12146449" y="2463027"/>
                  <a:pt x="12150319" y="2458760"/>
                </a:cubicBezTo>
                <a:cubicBezTo>
                  <a:pt x="12154188" y="2454494"/>
                  <a:pt x="12156123" y="2448094"/>
                  <a:pt x="12156123" y="2439562"/>
                </a:cubicBezTo>
                <a:lnTo>
                  <a:pt x="12156123" y="2360236"/>
                </a:lnTo>
                <a:cubicBezTo>
                  <a:pt x="12156123" y="2344460"/>
                  <a:pt x="12154387" y="2332901"/>
                  <a:pt x="12150914" y="2325559"/>
                </a:cubicBezTo>
                <a:cubicBezTo>
                  <a:pt x="12146945" y="2317423"/>
                  <a:pt x="12140943" y="2311172"/>
                  <a:pt x="12132906" y="2306807"/>
                </a:cubicBezTo>
                <a:cubicBezTo>
                  <a:pt x="12124869" y="2302441"/>
                  <a:pt x="12115294" y="2300258"/>
                  <a:pt x="12104182" y="2300258"/>
                </a:cubicBezTo>
                <a:cubicBezTo>
                  <a:pt x="12094657" y="2300258"/>
                  <a:pt x="12085975" y="2302268"/>
                  <a:pt x="12078137" y="2306286"/>
                </a:cubicBezTo>
                <a:cubicBezTo>
                  <a:pt x="12070299" y="2310304"/>
                  <a:pt x="12062957" y="2316481"/>
                  <a:pt x="12056111" y="2324815"/>
                </a:cubicBezTo>
                <a:cubicBezTo>
                  <a:pt x="12051348" y="2316580"/>
                  <a:pt x="12045296" y="2310428"/>
                  <a:pt x="12037953" y="2306360"/>
                </a:cubicBezTo>
                <a:cubicBezTo>
                  <a:pt x="12030611" y="2302292"/>
                  <a:pt x="12021830" y="2300258"/>
                  <a:pt x="12011611" y="2300258"/>
                </a:cubicBezTo>
                <a:cubicBezTo>
                  <a:pt x="12001788" y="2300258"/>
                  <a:pt x="11992859" y="2302243"/>
                  <a:pt x="11984822" y="2306211"/>
                </a:cubicBezTo>
                <a:cubicBezTo>
                  <a:pt x="11976785" y="2310180"/>
                  <a:pt x="11969245" y="2316381"/>
                  <a:pt x="11962200" y="2324815"/>
                </a:cubicBezTo>
                <a:lnTo>
                  <a:pt x="11962200" y="2320945"/>
                </a:lnTo>
                <a:cubicBezTo>
                  <a:pt x="11962200" y="2314397"/>
                  <a:pt x="11960339" y="2309262"/>
                  <a:pt x="11956619" y="2305542"/>
                </a:cubicBezTo>
                <a:cubicBezTo>
                  <a:pt x="11952898" y="2301821"/>
                  <a:pt x="11948260" y="2299961"/>
                  <a:pt x="11942703" y="2299961"/>
                </a:cubicBezTo>
                <a:close/>
                <a:moveTo>
                  <a:pt x="10771129" y="2299961"/>
                </a:moveTo>
                <a:cubicBezTo>
                  <a:pt x="10765374" y="2299961"/>
                  <a:pt x="10760735" y="2301945"/>
                  <a:pt x="10757213" y="2305914"/>
                </a:cubicBezTo>
                <a:cubicBezTo>
                  <a:pt x="10753691" y="2309883"/>
                  <a:pt x="10751929" y="2315687"/>
                  <a:pt x="10751929" y="2323327"/>
                </a:cubicBezTo>
                <a:lnTo>
                  <a:pt x="10751929" y="2439562"/>
                </a:lnTo>
                <a:cubicBezTo>
                  <a:pt x="10751929" y="2447995"/>
                  <a:pt x="10753889" y="2454370"/>
                  <a:pt x="10757808" y="2458686"/>
                </a:cubicBezTo>
                <a:cubicBezTo>
                  <a:pt x="10761727" y="2463002"/>
                  <a:pt x="10766763" y="2465160"/>
                  <a:pt x="10772914" y="2465160"/>
                </a:cubicBezTo>
                <a:cubicBezTo>
                  <a:pt x="10779165" y="2465160"/>
                  <a:pt x="10784201" y="2463002"/>
                  <a:pt x="10788021" y="2458686"/>
                </a:cubicBezTo>
                <a:cubicBezTo>
                  <a:pt x="10791840" y="2454370"/>
                  <a:pt x="10793750" y="2447995"/>
                  <a:pt x="10793750" y="2439562"/>
                </a:cubicBezTo>
                <a:lnTo>
                  <a:pt x="10793750" y="2384644"/>
                </a:lnTo>
                <a:cubicBezTo>
                  <a:pt x="10793750" y="2367578"/>
                  <a:pt x="10795859" y="2354481"/>
                  <a:pt x="10800075" y="2345353"/>
                </a:cubicBezTo>
                <a:cubicBezTo>
                  <a:pt x="10804292" y="2336225"/>
                  <a:pt x="10813048" y="2331661"/>
                  <a:pt x="10826344" y="2331661"/>
                </a:cubicBezTo>
                <a:cubicBezTo>
                  <a:pt x="10832991" y="2331661"/>
                  <a:pt x="10837853" y="2333472"/>
                  <a:pt x="10840929" y="2337093"/>
                </a:cubicBezTo>
                <a:cubicBezTo>
                  <a:pt x="10844005" y="2340715"/>
                  <a:pt x="10845889" y="2345353"/>
                  <a:pt x="10846584" y="2351009"/>
                </a:cubicBezTo>
                <a:cubicBezTo>
                  <a:pt x="10847279" y="2356664"/>
                  <a:pt x="10847626" y="2364602"/>
                  <a:pt x="10847626" y="2374821"/>
                </a:cubicBezTo>
                <a:lnTo>
                  <a:pt x="10847626" y="2439562"/>
                </a:lnTo>
                <a:cubicBezTo>
                  <a:pt x="10847626" y="2448094"/>
                  <a:pt x="10849536" y="2454494"/>
                  <a:pt x="10853356" y="2458760"/>
                </a:cubicBezTo>
                <a:cubicBezTo>
                  <a:pt x="10857176" y="2463027"/>
                  <a:pt x="10862161" y="2465160"/>
                  <a:pt x="10868313" y="2465160"/>
                </a:cubicBezTo>
                <a:cubicBezTo>
                  <a:pt x="10874663" y="2465160"/>
                  <a:pt x="10879773" y="2463027"/>
                  <a:pt x="10883643" y="2458760"/>
                </a:cubicBezTo>
                <a:cubicBezTo>
                  <a:pt x="10887512" y="2454494"/>
                  <a:pt x="10889447" y="2448094"/>
                  <a:pt x="10889447" y="2439562"/>
                </a:cubicBezTo>
                <a:lnTo>
                  <a:pt x="10889447" y="2385537"/>
                </a:lnTo>
                <a:cubicBezTo>
                  <a:pt x="10889447" y="2368174"/>
                  <a:pt x="10890935" y="2356069"/>
                  <a:pt x="10893911" y="2349223"/>
                </a:cubicBezTo>
                <a:cubicBezTo>
                  <a:pt x="10896591" y="2343865"/>
                  <a:pt x="10900336" y="2339599"/>
                  <a:pt x="10905148" y="2336424"/>
                </a:cubicBezTo>
                <a:cubicBezTo>
                  <a:pt x="10909960" y="2333249"/>
                  <a:pt x="10915045" y="2331661"/>
                  <a:pt x="10920403" y="2331661"/>
                </a:cubicBezTo>
                <a:cubicBezTo>
                  <a:pt x="10927051" y="2331661"/>
                  <a:pt x="10932011" y="2333447"/>
                  <a:pt x="10935286" y="2337019"/>
                </a:cubicBezTo>
                <a:cubicBezTo>
                  <a:pt x="10938560" y="2340591"/>
                  <a:pt x="10940569" y="2345006"/>
                  <a:pt x="10941313" y="2350265"/>
                </a:cubicBezTo>
                <a:cubicBezTo>
                  <a:pt x="10942057" y="2355523"/>
                  <a:pt x="10942429" y="2362518"/>
                  <a:pt x="10942429" y="2371249"/>
                </a:cubicBezTo>
                <a:lnTo>
                  <a:pt x="10942429" y="2439562"/>
                </a:lnTo>
                <a:cubicBezTo>
                  <a:pt x="10942429" y="2447995"/>
                  <a:pt x="10944389" y="2454370"/>
                  <a:pt x="10948308" y="2458686"/>
                </a:cubicBezTo>
                <a:cubicBezTo>
                  <a:pt x="10952227" y="2463002"/>
                  <a:pt x="10957263" y="2465160"/>
                  <a:pt x="10963414" y="2465160"/>
                </a:cubicBezTo>
                <a:cubicBezTo>
                  <a:pt x="10969764" y="2465160"/>
                  <a:pt x="10974874" y="2463027"/>
                  <a:pt x="10978744" y="2458760"/>
                </a:cubicBezTo>
                <a:cubicBezTo>
                  <a:pt x="10982613" y="2454494"/>
                  <a:pt x="10984548" y="2448094"/>
                  <a:pt x="10984548" y="2439562"/>
                </a:cubicBezTo>
                <a:lnTo>
                  <a:pt x="10984548" y="2360236"/>
                </a:lnTo>
                <a:cubicBezTo>
                  <a:pt x="10984548" y="2344460"/>
                  <a:pt x="10982812" y="2332901"/>
                  <a:pt x="10979339" y="2325559"/>
                </a:cubicBezTo>
                <a:cubicBezTo>
                  <a:pt x="10975370" y="2317423"/>
                  <a:pt x="10969367" y="2311172"/>
                  <a:pt x="10961331" y="2306807"/>
                </a:cubicBezTo>
                <a:cubicBezTo>
                  <a:pt x="10953294" y="2302441"/>
                  <a:pt x="10943719" y="2300258"/>
                  <a:pt x="10932607" y="2300258"/>
                </a:cubicBezTo>
                <a:cubicBezTo>
                  <a:pt x="10923082" y="2300258"/>
                  <a:pt x="10914400" y="2302268"/>
                  <a:pt x="10906562" y="2306286"/>
                </a:cubicBezTo>
                <a:cubicBezTo>
                  <a:pt x="10898724" y="2310304"/>
                  <a:pt x="10891381" y="2316481"/>
                  <a:pt x="10884535" y="2324815"/>
                </a:cubicBezTo>
                <a:cubicBezTo>
                  <a:pt x="10879773" y="2316580"/>
                  <a:pt x="10873721" y="2310428"/>
                  <a:pt x="10866379" y="2306360"/>
                </a:cubicBezTo>
                <a:cubicBezTo>
                  <a:pt x="10859036" y="2302292"/>
                  <a:pt x="10850255" y="2300258"/>
                  <a:pt x="10840036" y="2300258"/>
                </a:cubicBezTo>
                <a:cubicBezTo>
                  <a:pt x="10830213" y="2300258"/>
                  <a:pt x="10821283" y="2302243"/>
                  <a:pt x="10813247" y="2306211"/>
                </a:cubicBezTo>
                <a:cubicBezTo>
                  <a:pt x="10805210" y="2310180"/>
                  <a:pt x="10797669" y="2316381"/>
                  <a:pt x="10790625" y="2324815"/>
                </a:cubicBezTo>
                <a:lnTo>
                  <a:pt x="10790625" y="2320945"/>
                </a:lnTo>
                <a:cubicBezTo>
                  <a:pt x="10790625" y="2314397"/>
                  <a:pt x="10788765" y="2309262"/>
                  <a:pt x="10785044" y="2305542"/>
                </a:cubicBezTo>
                <a:cubicBezTo>
                  <a:pt x="10781323" y="2301821"/>
                  <a:pt x="10776685" y="2299961"/>
                  <a:pt x="10771129" y="2299961"/>
                </a:cubicBezTo>
                <a:close/>
                <a:moveTo>
                  <a:pt x="10688677" y="2299961"/>
                </a:moveTo>
                <a:cubicBezTo>
                  <a:pt x="10682725" y="2299961"/>
                  <a:pt x="10677887" y="2301995"/>
                  <a:pt x="10674167" y="2306063"/>
                </a:cubicBezTo>
                <a:cubicBezTo>
                  <a:pt x="10670446" y="2310131"/>
                  <a:pt x="10668586" y="2316183"/>
                  <a:pt x="10668586" y="2324220"/>
                </a:cubicBezTo>
                <a:lnTo>
                  <a:pt x="10668586" y="2440454"/>
                </a:lnTo>
                <a:cubicBezTo>
                  <a:pt x="10668586" y="2448392"/>
                  <a:pt x="10670446" y="2454494"/>
                  <a:pt x="10674167" y="2458760"/>
                </a:cubicBezTo>
                <a:cubicBezTo>
                  <a:pt x="10677887" y="2463027"/>
                  <a:pt x="10682725" y="2465160"/>
                  <a:pt x="10688677" y="2465160"/>
                </a:cubicBezTo>
                <a:cubicBezTo>
                  <a:pt x="10694631" y="2465160"/>
                  <a:pt x="10699542" y="2463076"/>
                  <a:pt x="10703411" y="2458909"/>
                </a:cubicBezTo>
                <a:cubicBezTo>
                  <a:pt x="10707281" y="2454742"/>
                  <a:pt x="10709216" y="2448590"/>
                  <a:pt x="10709216" y="2440454"/>
                </a:cubicBezTo>
                <a:lnTo>
                  <a:pt x="10709216" y="2323029"/>
                </a:lnTo>
                <a:cubicBezTo>
                  <a:pt x="10709216" y="2315786"/>
                  <a:pt x="10707281" y="2310131"/>
                  <a:pt x="10703411" y="2306063"/>
                </a:cubicBezTo>
                <a:cubicBezTo>
                  <a:pt x="10699542" y="2301995"/>
                  <a:pt x="10694631" y="2299961"/>
                  <a:pt x="10688677" y="2299961"/>
                </a:cubicBezTo>
                <a:close/>
                <a:moveTo>
                  <a:pt x="10563067" y="2299961"/>
                </a:moveTo>
                <a:cubicBezTo>
                  <a:pt x="10549672" y="2299961"/>
                  <a:pt x="10538237" y="2302119"/>
                  <a:pt x="10528762" y="2306435"/>
                </a:cubicBezTo>
                <a:cubicBezTo>
                  <a:pt x="10519286" y="2310751"/>
                  <a:pt x="10512118" y="2316530"/>
                  <a:pt x="10507256" y="2323773"/>
                </a:cubicBezTo>
                <a:cubicBezTo>
                  <a:pt x="10502394" y="2331016"/>
                  <a:pt x="10499963" y="2338706"/>
                  <a:pt x="10499963" y="2346842"/>
                </a:cubicBezTo>
                <a:cubicBezTo>
                  <a:pt x="10499963" y="2355970"/>
                  <a:pt x="10502593" y="2363659"/>
                  <a:pt x="10507851" y="2369910"/>
                </a:cubicBezTo>
                <a:cubicBezTo>
                  <a:pt x="10513110" y="2376161"/>
                  <a:pt x="10520130" y="2381196"/>
                  <a:pt x="10528911" y="2385016"/>
                </a:cubicBezTo>
                <a:cubicBezTo>
                  <a:pt x="10537691" y="2388836"/>
                  <a:pt x="10549077" y="2392482"/>
                  <a:pt x="10563067" y="2395955"/>
                </a:cubicBezTo>
                <a:cubicBezTo>
                  <a:pt x="10575469" y="2398931"/>
                  <a:pt x="10584374" y="2402057"/>
                  <a:pt x="10589781" y="2405331"/>
                </a:cubicBezTo>
                <a:cubicBezTo>
                  <a:pt x="10595189" y="2408605"/>
                  <a:pt x="10597893" y="2413814"/>
                  <a:pt x="10597893" y="2420958"/>
                </a:cubicBezTo>
                <a:cubicBezTo>
                  <a:pt x="10597893" y="2425621"/>
                  <a:pt x="10595288" y="2429764"/>
                  <a:pt x="10590079" y="2433385"/>
                </a:cubicBezTo>
                <a:cubicBezTo>
                  <a:pt x="10584870" y="2437007"/>
                  <a:pt x="10578197" y="2438817"/>
                  <a:pt x="10570061" y="2438817"/>
                </a:cubicBezTo>
                <a:cubicBezTo>
                  <a:pt x="10560041" y="2438817"/>
                  <a:pt x="10552128" y="2437031"/>
                  <a:pt x="10546323" y="2433460"/>
                </a:cubicBezTo>
                <a:cubicBezTo>
                  <a:pt x="10540519" y="2429888"/>
                  <a:pt x="10535533" y="2424480"/>
                  <a:pt x="10531366" y="2417237"/>
                </a:cubicBezTo>
                <a:cubicBezTo>
                  <a:pt x="10529283" y="2413467"/>
                  <a:pt x="10527100" y="2410540"/>
                  <a:pt x="10524818" y="2408456"/>
                </a:cubicBezTo>
                <a:cubicBezTo>
                  <a:pt x="10522536" y="2406373"/>
                  <a:pt x="10519261" y="2405331"/>
                  <a:pt x="10514995" y="2405331"/>
                </a:cubicBezTo>
                <a:cubicBezTo>
                  <a:pt x="10510133" y="2405331"/>
                  <a:pt x="10506115" y="2406919"/>
                  <a:pt x="10502940" y="2410094"/>
                </a:cubicBezTo>
                <a:cubicBezTo>
                  <a:pt x="10499765" y="2413268"/>
                  <a:pt x="10498177" y="2417088"/>
                  <a:pt x="10498177" y="2421553"/>
                </a:cubicBezTo>
                <a:cubicBezTo>
                  <a:pt x="10498177" y="2428300"/>
                  <a:pt x="10500658" y="2435022"/>
                  <a:pt x="10505619" y="2441720"/>
                </a:cubicBezTo>
                <a:cubicBezTo>
                  <a:pt x="10510580" y="2448417"/>
                  <a:pt x="10518269" y="2453998"/>
                  <a:pt x="10528687" y="2458463"/>
                </a:cubicBezTo>
                <a:cubicBezTo>
                  <a:pt x="10539105" y="2462928"/>
                  <a:pt x="10551607" y="2465160"/>
                  <a:pt x="10566192" y="2465160"/>
                </a:cubicBezTo>
                <a:cubicBezTo>
                  <a:pt x="10581472" y="2465160"/>
                  <a:pt x="10594445" y="2463101"/>
                  <a:pt x="10605111" y="2458984"/>
                </a:cubicBezTo>
                <a:cubicBezTo>
                  <a:pt x="10615777" y="2454866"/>
                  <a:pt x="10623838" y="2448814"/>
                  <a:pt x="10629295" y="2440827"/>
                </a:cubicBezTo>
                <a:cubicBezTo>
                  <a:pt x="10634752" y="2432839"/>
                  <a:pt x="10637481" y="2423240"/>
                  <a:pt x="10637481" y="2412028"/>
                </a:cubicBezTo>
                <a:cubicBezTo>
                  <a:pt x="10637481" y="2404587"/>
                  <a:pt x="10635422" y="2397964"/>
                  <a:pt x="10631305" y="2392160"/>
                </a:cubicBezTo>
                <a:cubicBezTo>
                  <a:pt x="10627187" y="2386355"/>
                  <a:pt x="10621134" y="2381320"/>
                  <a:pt x="10613147" y="2377054"/>
                </a:cubicBezTo>
                <a:cubicBezTo>
                  <a:pt x="10605160" y="2372787"/>
                  <a:pt x="10594866" y="2369116"/>
                  <a:pt x="10582265" y="2366040"/>
                </a:cubicBezTo>
                <a:cubicBezTo>
                  <a:pt x="10571649" y="2363461"/>
                  <a:pt x="10563315" y="2361278"/>
                  <a:pt x="10557263" y="2359492"/>
                </a:cubicBezTo>
                <a:cubicBezTo>
                  <a:pt x="10551210" y="2357706"/>
                  <a:pt x="10546398" y="2355449"/>
                  <a:pt x="10542826" y="2352720"/>
                </a:cubicBezTo>
                <a:cubicBezTo>
                  <a:pt x="10539254" y="2349992"/>
                  <a:pt x="10537468" y="2346494"/>
                  <a:pt x="10537468" y="2342228"/>
                </a:cubicBezTo>
                <a:cubicBezTo>
                  <a:pt x="10537468" y="2337565"/>
                  <a:pt x="10539899" y="2333670"/>
                  <a:pt x="10544761" y="2330545"/>
                </a:cubicBezTo>
                <a:cubicBezTo>
                  <a:pt x="10549623" y="2327419"/>
                  <a:pt x="10555725" y="2325857"/>
                  <a:pt x="10563067" y="2325857"/>
                </a:cubicBezTo>
                <a:cubicBezTo>
                  <a:pt x="10570211" y="2325857"/>
                  <a:pt x="10575866" y="2327047"/>
                  <a:pt x="10580033" y="2329429"/>
                </a:cubicBezTo>
                <a:cubicBezTo>
                  <a:pt x="10584200" y="2331810"/>
                  <a:pt x="10587822" y="2334985"/>
                  <a:pt x="10590897" y="2338954"/>
                </a:cubicBezTo>
                <a:cubicBezTo>
                  <a:pt x="10594668" y="2343716"/>
                  <a:pt x="10598017" y="2347288"/>
                  <a:pt x="10600943" y="2349669"/>
                </a:cubicBezTo>
                <a:cubicBezTo>
                  <a:pt x="10603870" y="2352051"/>
                  <a:pt x="10607417" y="2353241"/>
                  <a:pt x="10611585" y="2353241"/>
                </a:cubicBezTo>
                <a:cubicBezTo>
                  <a:pt x="10617339" y="2353241"/>
                  <a:pt x="10621779" y="2351753"/>
                  <a:pt x="10624905" y="2348776"/>
                </a:cubicBezTo>
                <a:cubicBezTo>
                  <a:pt x="10628030" y="2345800"/>
                  <a:pt x="10629593" y="2341980"/>
                  <a:pt x="10629593" y="2337317"/>
                </a:cubicBezTo>
                <a:cubicBezTo>
                  <a:pt x="10629593" y="2333050"/>
                  <a:pt x="10628129" y="2328685"/>
                  <a:pt x="10625203" y="2324220"/>
                </a:cubicBezTo>
                <a:cubicBezTo>
                  <a:pt x="10622275" y="2319755"/>
                  <a:pt x="10618009" y="2315687"/>
                  <a:pt x="10612403" y="2312016"/>
                </a:cubicBezTo>
                <a:cubicBezTo>
                  <a:pt x="10606797" y="2308345"/>
                  <a:pt x="10599803" y="2305418"/>
                  <a:pt x="10591419" y="2303235"/>
                </a:cubicBezTo>
                <a:cubicBezTo>
                  <a:pt x="10583034" y="2301052"/>
                  <a:pt x="10573584" y="2299961"/>
                  <a:pt x="10563067" y="2299961"/>
                </a:cubicBezTo>
                <a:close/>
                <a:moveTo>
                  <a:pt x="9580503" y="2299961"/>
                </a:moveTo>
                <a:cubicBezTo>
                  <a:pt x="9574749" y="2299961"/>
                  <a:pt x="9570110" y="2301945"/>
                  <a:pt x="9566588" y="2305914"/>
                </a:cubicBezTo>
                <a:cubicBezTo>
                  <a:pt x="9563066" y="2309883"/>
                  <a:pt x="9561305" y="2315687"/>
                  <a:pt x="9561305" y="2323327"/>
                </a:cubicBezTo>
                <a:lnTo>
                  <a:pt x="9561305" y="2439562"/>
                </a:lnTo>
                <a:cubicBezTo>
                  <a:pt x="9561305" y="2447995"/>
                  <a:pt x="9563264" y="2454370"/>
                  <a:pt x="9567183" y="2458686"/>
                </a:cubicBezTo>
                <a:cubicBezTo>
                  <a:pt x="9571102" y="2463002"/>
                  <a:pt x="9576138" y="2465160"/>
                  <a:pt x="9582289" y="2465160"/>
                </a:cubicBezTo>
                <a:cubicBezTo>
                  <a:pt x="9588540" y="2465160"/>
                  <a:pt x="9593575" y="2463002"/>
                  <a:pt x="9597395" y="2458686"/>
                </a:cubicBezTo>
                <a:cubicBezTo>
                  <a:pt x="9601215" y="2454370"/>
                  <a:pt x="9603125" y="2447995"/>
                  <a:pt x="9603125" y="2439562"/>
                </a:cubicBezTo>
                <a:lnTo>
                  <a:pt x="9603125" y="2384644"/>
                </a:lnTo>
                <a:cubicBezTo>
                  <a:pt x="9603125" y="2367578"/>
                  <a:pt x="9605234" y="2354481"/>
                  <a:pt x="9609451" y="2345353"/>
                </a:cubicBezTo>
                <a:cubicBezTo>
                  <a:pt x="9613667" y="2336225"/>
                  <a:pt x="9622423" y="2331661"/>
                  <a:pt x="9635719" y="2331661"/>
                </a:cubicBezTo>
                <a:cubicBezTo>
                  <a:pt x="9642366" y="2331661"/>
                  <a:pt x="9647228" y="2333472"/>
                  <a:pt x="9650304" y="2337093"/>
                </a:cubicBezTo>
                <a:cubicBezTo>
                  <a:pt x="9653379" y="2340715"/>
                  <a:pt x="9655265" y="2345353"/>
                  <a:pt x="9655959" y="2351009"/>
                </a:cubicBezTo>
                <a:cubicBezTo>
                  <a:pt x="9656654" y="2356664"/>
                  <a:pt x="9657001" y="2364602"/>
                  <a:pt x="9657001" y="2374821"/>
                </a:cubicBezTo>
                <a:lnTo>
                  <a:pt x="9657001" y="2439562"/>
                </a:lnTo>
                <a:cubicBezTo>
                  <a:pt x="9657001" y="2448094"/>
                  <a:pt x="9658911" y="2454494"/>
                  <a:pt x="9662731" y="2458760"/>
                </a:cubicBezTo>
                <a:cubicBezTo>
                  <a:pt x="9666551" y="2463027"/>
                  <a:pt x="9671537" y="2465160"/>
                  <a:pt x="9677688" y="2465160"/>
                </a:cubicBezTo>
                <a:cubicBezTo>
                  <a:pt x="9684038" y="2465160"/>
                  <a:pt x="9689148" y="2463027"/>
                  <a:pt x="9693017" y="2458760"/>
                </a:cubicBezTo>
                <a:cubicBezTo>
                  <a:pt x="9696887" y="2454494"/>
                  <a:pt x="9698822" y="2448094"/>
                  <a:pt x="9698822" y="2439562"/>
                </a:cubicBezTo>
                <a:lnTo>
                  <a:pt x="9698822" y="2385537"/>
                </a:lnTo>
                <a:cubicBezTo>
                  <a:pt x="9698822" y="2368174"/>
                  <a:pt x="9700310" y="2356069"/>
                  <a:pt x="9703287" y="2349223"/>
                </a:cubicBezTo>
                <a:cubicBezTo>
                  <a:pt x="9705965" y="2343865"/>
                  <a:pt x="9709711" y="2339599"/>
                  <a:pt x="9714523" y="2336424"/>
                </a:cubicBezTo>
                <a:cubicBezTo>
                  <a:pt x="9719335" y="2333249"/>
                  <a:pt x="9724420" y="2331661"/>
                  <a:pt x="9729778" y="2331661"/>
                </a:cubicBezTo>
                <a:cubicBezTo>
                  <a:pt x="9736426" y="2331661"/>
                  <a:pt x="9741387" y="2333447"/>
                  <a:pt x="9744661" y="2337019"/>
                </a:cubicBezTo>
                <a:cubicBezTo>
                  <a:pt x="9747935" y="2340591"/>
                  <a:pt x="9749944" y="2345006"/>
                  <a:pt x="9750688" y="2350265"/>
                </a:cubicBezTo>
                <a:cubicBezTo>
                  <a:pt x="9751433" y="2355523"/>
                  <a:pt x="9751805" y="2362518"/>
                  <a:pt x="9751805" y="2371249"/>
                </a:cubicBezTo>
                <a:lnTo>
                  <a:pt x="9751805" y="2439562"/>
                </a:lnTo>
                <a:cubicBezTo>
                  <a:pt x="9751805" y="2447995"/>
                  <a:pt x="9753764" y="2454370"/>
                  <a:pt x="9757683" y="2458686"/>
                </a:cubicBezTo>
                <a:cubicBezTo>
                  <a:pt x="9761602" y="2463002"/>
                  <a:pt x="9766638" y="2465160"/>
                  <a:pt x="9772789" y="2465160"/>
                </a:cubicBezTo>
                <a:cubicBezTo>
                  <a:pt x="9779139" y="2465160"/>
                  <a:pt x="9784249" y="2463027"/>
                  <a:pt x="9788119" y="2458760"/>
                </a:cubicBezTo>
                <a:cubicBezTo>
                  <a:pt x="9791988" y="2454494"/>
                  <a:pt x="9793923" y="2448094"/>
                  <a:pt x="9793923" y="2439562"/>
                </a:cubicBezTo>
                <a:lnTo>
                  <a:pt x="9793923" y="2360236"/>
                </a:lnTo>
                <a:cubicBezTo>
                  <a:pt x="9793923" y="2344460"/>
                  <a:pt x="9792187" y="2332901"/>
                  <a:pt x="9788714" y="2325559"/>
                </a:cubicBezTo>
                <a:cubicBezTo>
                  <a:pt x="9784745" y="2317423"/>
                  <a:pt x="9778743" y="2311172"/>
                  <a:pt x="9770706" y="2306807"/>
                </a:cubicBezTo>
                <a:cubicBezTo>
                  <a:pt x="9762669" y="2302441"/>
                  <a:pt x="9753095" y="2300258"/>
                  <a:pt x="9741982" y="2300258"/>
                </a:cubicBezTo>
                <a:cubicBezTo>
                  <a:pt x="9732457" y="2300258"/>
                  <a:pt x="9723775" y="2302268"/>
                  <a:pt x="9715937" y="2306286"/>
                </a:cubicBezTo>
                <a:cubicBezTo>
                  <a:pt x="9708099" y="2310304"/>
                  <a:pt x="9700757" y="2316481"/>
                  <a:pt x="9693910" y="2324815"/>
                </a:cubicBezTo>
                <a:cubicBezTo>
                  <a:pt x="9689148" y="2316580"/>
                  <a:pt x="9683095" y="2310428"/>
                  <a:pt x="9675753" y="2306360"/>
                </a:cubicBezTo>
                <a:cubicBezTo>
                  <a:pt x="9668411" y="2302292"/>
                  <a:pt x="9659630" y="2300258"/>
                  <a:pt x="9649411" y="2300258"/>
                </a:cubicBezTo>
                <a:cubicBezTo>
                  <a:pt x="9639588" y="2300258"/>
                  <a:pt x="9630659" y="2302243"/>
                  <a:pt x="9622622" y="2306211"/>
                </a:cubicBezTo>
                <a:cubicBezTo>
                  <a:pt x="9614585" y="2310180"/>
                  <a:pt x="9607044" y="2316381"/>
                  <a:pt x="9600000" y="2324815"/>
                </a:cubicBezTo>
                <a:lnTo>
                  <a:pt x="9600000" y="2320945"/>
                </a:lnTo>
                <a:cubicBezTo>
                  <a:pt x="9600000" y="2314397"/>
                  <a:pt x="9598139" y="2309262"/>
                  <a:pt x="9594419" y="2305542"/>
                </a:cubicBezTo>
                <a:cubicBezTo>
                  <a:pt x="9590698" y="2301821"/>
                  <a:pt x="9586060" y="2299961"/>
                  <a:pt x="9580503" y="2299961"/>
                </a:cubicBezTo>
                <a:close/>
                <a:moveTo>
                  <a:pt x="9313803" y="2299961"/>
                </a:moveTo>
                <a:cubicBezTo>
                  <a:pt x="9308049" y="2299961"/>
                  <a:pt x="9303410" y="2301945"/>
                  <a:pt x="9299888" y="2305914"/>
                </a:cubicBezTo>
                <a:cubicBezTo>
                  <a:pt x="9296366" y="2309883"/>
                  <a:pt x="9294605" y="2315687"/>
                  <a:pt x="9294605" y="2323327"/>
                </a:cubicBezTo>
                <a:lnTo>
                  <a:pt x="9294605" y="2439562"/>
                </a:lnTo>
                <a:cubicBezTo>
                  <a:pt x="9294605" y="2447995"/>
                  <a:pt x="9296564" y="2454370"/>
                  <a:pt x="9300483" y="2458686"/>
                </a:cubicBezTo>
                <a:cubicBezTo>
                  <a:pt x="9304402" y="2463002"/>
                  <a:pt x="9309438" y="2465160"/>
                  <a:pt x="9315589" y="2465160"/>
                </a:cubicBezTo>
                <a:cubicBezTo>
                  <a:pt x="9321840" y="2465160"/>
                  <a:pt x="9326875" y="2463002"/>
                  <a:pt x="9330695" y="2458686"/>
                </a:cubicBezTo>
                <a:cubicBezTo>
                  <a:pt x="9334515" y="2454370"/>
                  <a:pt x="9336425" y="2447995"/>
                  <a:pt x="9336425" y="2439562"/>
                </a:cubicBezTo>
                <a:lnTo>
                  <a:pt x="9336425" y="2384644"/>
                </a:lnTo>
                <a:cubicBezTo>
                  <a:pt x="9336425" y="2367578"/>
                  <a:pt x="9338534" y="2354481"/>
                  <a:pt x="9342750" y="2345353"/>
                </a:cubicBezTo>
                <a:cubicBezTo>
                  <a:pt x="9346967" y="2336225"/>
                  <a:pt x="9355723" y="2331661"/>
                  <a:pt x="9369019" y="2331661"/>
                </a:cubicBezTo>
                <a:cubicBezTo>
                  <a:pt x="9375666" y="2331661"/>
                  <a:pt x="9380528" y="2333472"/>
                  <a:pt x="9383604" y="2337093"/>
                </a:cubicBezTo>
                <a:cubicBezTo>
                  <a:pt x="9386679" y="2340715"/>
                  <a:pt x="9388565" y="2345353"/>
                  <a:pt x="9389259" y="2351009"/>
                </a:cubicBezTo>
                <a:cubicBezTo>
                  <a:pt x="9389954" y="2356664"/>
                  <a:pt x="9390301" y="2364602"/>
                  <a:pt x="9390301" y="2374821"/>
                </a:cubicBezTo>
                <a:lnTo>
                  <a:pt x="9390301" y="2439562"/>
                </a:lnTo>
                <a:cubicBezTo>
                  <a:pt x="9390301" y="2448094"/>
                  <a:pt x="9392211" y="2454494"/>
                  <a:pt x="9396031" y="2458760"/>
                </a:cubicBezTo>
                <a:cubicBezTo>
                  <a:pt x="9399851" y="2463027"/>
                  <a:pt x="9404837" y="2465160"/>
                  <a:pt x="9410988" y="2465160"/>
                </a:cubicBezTo>
                <a:cubicBezTo>
                  <a:pt x="9417338" y="2465160"/>
                  <a:pt x="9422448" y="2463027"/>
                  <a:pt x="9426317" y="2458760"/>
                </a:cubicBezTo>
                <a:cubicBezTo>
                  <a:pt x="9430187" y="2454494"/>
                  <a:pt x="9432122" y="2448094"/>
                  <a:pt x="9432122" y="2439562"/>
                </a:cubicBezTo>
                <a:lnTo>
                  <a:pt x="9432122" y="2385537"/>
                </a:lnTo>
                <a:cubicBezTo>
                  <a:pt x="9432122" y="2368174"/>
                  <a:pt x="9433610" y="2356069"/>
                  <a:pt x="9436587" y="2349223"/>
                </a:cubicBezTo>
                <a:cubicBezTo>
                  <a:pt x="9439265" y="2343865"/>
                  <a:pt x="9443011" y="2339599"/>
                  <a:pt x="9447823" y="2336424"/>
                </a:cubicBezTo>
                <a:cubicBezTo>
                  <a:pt x="9452635" y="2333249"/>
                  <a:pt x="9457720" y="2331661"/>
                  <a:pt x="9463078" y="2331661"/>
                </a:cubicBezTo>
                <a:cubicBezTo>
                  <a:pt x="9469726" y="2331661"/>
                  <a:pt x="9474687" y="2333447"/>
                  <a:pt x="9477961" y="2337019"/>
                </a:cubicBezTo>
                <a:cubicBezTo>
                  <a:pt x="9481235" y="2340591"/>
                  <a:pt x="9483244" y="2345006"/>
                  <a:pt x="9483988" y="2350265"/>
                </a:cubicBezTo>
                <a:cubicBezTo>
                  <a:pt x="9484732" y="2355523"/>
                  <a:pt x="9485105" y="2362518"/>
                  <a:pt x="9485105" y="2371249"/>
                </a:cubicBezTo>
                <a:lnTo>
                  <a:pt x="9485105" y="2439562"/>
                </a:lnTo>
                <a:cubicBezTo>
                  <a:pt x="9485105" y="2447995"/>
                  <a:pt x="9487064" y="2454370"/>
                  <a:pt x="9490983" y="2458686"/>
                </a:cubicBezTo>
                <a:cubicBezTo>
                  <a:pt x="9494902" y="2463002"/>
                  <a:pt x="9499938" y="2465160"/>
                  <a:pt x="9506089" y="2465160"/>
                </a:cubicBezTo>
                <a:cubicBezTo>
                  <a:pt x="9512439" y="2465160"/>
                  <a:pt x="9517549" y="2463027"/>
                  <a:pt x="9521419" y="2458760"/>
                </a:cubicBezTo>
                <a:cubicBezTo>
                  <a:pt x="9525288" y="2454494"/>
                  <a:pt x="9527223" y="2448094"/>
                  <a:pt x="9527223" y="2439562"/>
                </a:cubicBezTo>
                <a:lnTo>
                  <a:pt x="9527223" y="2360236"/>
                </a:lnTo>
                <a:cubicBezTo>
                  <a:pt x="9527223" y="2344460"/>
                  <a:pt x="9525487" y="2332901"/>
                  <a:pt x="9522014" y="2325559"/>
                </a:cubicBezTo>
                <a:cubicBezTo>
                  <a:pt x="9518045" y="2317423"/>
                  <a:pt x="9512042" y="2311172"/>
                  <a:pt x="9504006" y="2306807"/>
                </a:cubicBezTo>
                <a:cubicBezTo>
                  <a:pt x="9495969" y="2302441"/>
                  <a:pt x="9486394" y="2300258"/>
                  <a:pt x="9475282" y="2300258"/>
                </a:cubicBezTo>
                <a:cubicBezTo>
                  <a:pt x="9465757" y="2300258"/>
                  <a:pt x="9457075" y="2302268"/>
                  <a:pt x="9449237" y="2306286"/>
                </a:cubicBezTo>
                <a:cubicBezTo>
                  <a:pt x="9441399" y="2310304"/>
                  <a:pt x="9434057" y="2316481"/>
                  <a:pt x="9427210" y="2324815"/>
                </a:cubicBezTo>
                <a:cubicBezTo>
                  <a:pt x="9422448" y="2316580"/>
                  <a:pt x="9416396" y="2310428"/>
                  <a:pt x="9409053" y="2306360"/>
                </a:cubicBezTo>
                <a:cubicBezTo>
                  <a:pt x="9401711" y="2302292"/>
                  <a:pt x="9392930" y="2300258"/>
                  <a:pt x="9382711" y="2300258"/>
                </a:cubicBezTo>
                <a:cubicBezTo>
                  <a:pt x="9372888" y="2300258"/>
                  <a:pt x="9363958" y="2302243"/>
                  <a:pt x="9355922" y="2306211"/>
                </a:cubicBezTo>
                <a:cubicBezTo>
                  <a:pt x="9347885" y="2310180"/>
                  <a:pt x="9340344" y="2316381"/>
                  <a:pt x="9333300" y="2324815"/>
                </a:cubicBezTo>
                <a:lnTo>
                  <a:pt x="9333300" y="2320945"/>
                </a:lnTo>
                <a:cubicBezTo>
                  <a:pt x="9333300" y="2314397"/>
                  <a:pt x="9331439" y="2309262"/>
                  <a:pt x="9327719" y="2305542"/>
                </a:cubicBezTo>
                <a:cubicBezTo>
                  <a:pt x="9323998" y="2301821"/>
                  <a:pt x="9319360" y="2299961"/>
                  <a:pt x="9313803" y="2299961"/>
                </a:cubicBezTo>
                <a:close/>
                <a:moveTo>
                  <a:pt x="8772962" y="2299961"/>
                </a:moveTo>
                <a:cubicBezTo>
                  <a:pt x="8766910" y="2299961"/>
                  <a:pt x="8762048" y="2301970"/>
                  <a:pt x="8758377" y="2305988"/>
                </a:cubicBezTo>
                <a:cubicBezTo>
                  <a:pt x="8754706" y="2310007"/>
                  <a:pt x="8752870" y="2316084"/>
                  <a:pt x="8752870" y="2324220"/>
                </a:cubicBezTo>
                <a:lnTo>
                  <a:pt x="8752870" y="2404736"/>
                </a:lnTo>
                <a:cubicBezTo>
                  <a:pt x="8752870" y="2420908"/>
                  <a:pt x="8755400" y="2433311"/>
                  <a:pt x="8760460" y="2441943"/>
                </a:cubicBezTo>
                <a:cubicBezTo>
                  <a:pt x="8764727" y="2449087"/>
                  <a:pt x="8770754" y="2454692"/>
                  <a:pt x="8778543" y="2458760"/>
                </a:cubicBezTo>
                <a:cubicBezTo>
                  <a:pt x="8786332" y="2462828"/>
                  <a:pt x="8795137" y="2464862"/>
                  <a:pt x="8804960" y="2464862"/>
                </a:cubicBezTo>
                <a:cubicBezTo>
                  <a:pt x="8813096" y="2464862"/>
                  <a:pt x="8820339" y="2463845"/>
                  <a:pt x="8826689" y="2461811"/>
                </a:cubicBezTo>
                <a:cubicBezTo>
                  <a:pt x="8833039" y="2459777"/>
                  <a:pt x="8838893" y="2456677"/>
                  <a:pt x="8844251" y="2452510"/>
                </a:cubicBezTo>
                <a:cubicBezTo>
                  <a:pt x="8849608" y="2448342"/>
                  <a:pt x="8854718" y="2443183"/>
                  <a:pt x="8859580" y="2437031"/>
                </a:cubicBezTo>
                <a:lnTo>
                  <a:pt x="8859580" y="2442240"/>
                </a:lnTo>
                <a:cubicBezTo>
                  <a:pt x="8859580" y="2449483"/>
                  <a:pt x="8861391" y="2455114"/>
                  <a:pt x="8865012" y="2459132"/>
                </a:cubicBezTo>
                <a:cubicBezTo>
                  <a:pt x="8868634" y="2463151"/>
                  <a:pt x="8873222" y="2465160"/>
                  <a:pt x="8878779" y="2465160"/>
                </a:cubicBezTo>
                <a:cubicBezTo>
                  <a:pt x="8884335" y="2465160"/>
                  <a:pt x="8888874" y="2463225"/>
                  <a:pt x="8892397" y="2459356"/>
                </a:cubicBezTo>
                <a:cubicBezTo>
                  <a:pt x="8895919" y="2455486"/>
                  <a:pt x="8897680" y="2449682"/>
                  <a:pt x="8897680" y="2441943"/>
                </a:cubicBezTo>
                <a:lnTo>
                  <a:pt x="8897680" y="2324220"/>
                </a:lnTo>
                <a:cubicBezTo>
                  <a:pt x="8897680" y="2316084"/>
                  <a:pt x="8895844" y="2310007"/>
                  <a:pt x="8892173" y="2305988"/>
                </a:cubicBezTo>
                <a:cubicBezTo>
                  <a:pt x="8888502" y="2301970"/>
                  <a:pt x="8883640" y="2299961"/>
                  <a:pt x="8877588" y="2299961"/>
                </a:cubicBezTo>
                <a:cubicBezTo>
                  <a:pt x="8871536" y="2299961"/>
                  <a:pt x="8866624" y="2301995"/>
                  <a:pt x="8862854" y="2306063"/>
                </a:cubicBezTo>
                <a:cubicBezTo>
                  <a:pt x="8859084" y="2310131"/>
                  <a:pt x="8857199" y="2316183"/>
                  <a:pt x="8857199" y="2324220"/>
                </a:cubicBezTo>
                <a:lnTo>
                  <a:pt x="8857199" y="2373631"/>
                </a:lnTo>
                <a:cubicBezTo>
                  <a:pt x="8857199" y="2393078"/>
                  <a:pt x="8856058" y="2405678"/>
                  <a:pt x="8853776" y="2411433"/>
                </a:cubicBezTo>
                <a:cubicBezTo>
                  <a:pt x="8850997" y="2417981"/>
                  <a:pt x="8846582" y="2423290"/>
                  <a:pt x="8840530" y="2427358"/>
                </a:cubicBezTo>
                <a:cubicBezTo>
                  <a:pt x="8834478" y="2431426"/>
                  <a:pt x="8828028" y="2433460"/>
                  <a:pt x="8821182" y="2433460"/>
                </a:cubicBezTo>
                <a:cubicBezTo>
                  <a:pt x="8814138" y="2433460"/>
                  <a:pt x="8808557" y="2431649"/>
                  <a:pt x="8804439" y="2428027"/>
                </a:cubicBezTo>
                <a:cubicBezTo>
                  <a:pt x="8800321" y="2424406"/>
                  <a:pt x="8797469" y="2419395"/>
                  <a:pt x="8795881" y="2412996"/>
                </a:cubicBezTo>
                <a:cubicBezTo>
                  <a:pt x="8794294" y="2406596"/>
                  <a:pt x="8793500" y="2398683"/>
                  <a:pt x="8793500" y="2389258"/>
                </a:cubicBezTo>
                <a:lnTo>
                  <a:pt x="8793500" y="2324220"/>
                </a:lnTo>
                <a:cubicBezTo>
                  <a:pt x="8793500" y="2316183"/>
                  <a:pt x="8791615" y="2310131"/>
                  <a:pt x="8787845" y="2306063"/>
                </a:cubicBezTo>
                <a:cubicBezTo>
                  <a:pt x="8784074" y="2301995"/>
                  <a:pt x="8779113" y="2299961"/>
                  <a:pt x="8772962" y="2299961"/>
                </a:cubicBezTo>
                <a:close/>
                <a:moveTo>
                  <a:pt x="11816944" y="2299663"/>
                </a:moveTo>
                <a:cubicBezTo>
                  <a:pt x="11804740" y="2299663"/>
                  <a:pt x="11793627" y="2301623"/>
                  <a:pt x="11783606" y="2305542"/>
                </a:cubicBezTo>
                <a:cubicBezTo>
                  <a:pt x="11773585" y="2309461"/>
                  <a:pt x="11765151" y="2315092"/>
                  <a:pt x="11758305" y="2322434"/>
                </a:cubicBezTo>
                <a:cubicBezTo>
                  <a:pt x="11751459" y="2329776"/>
                  <a:pt x="11746250" y="2338582"/>
                  <a:pt x="11742679" y="2348851"/>
                </a:cubicBezTo>
                <a:cubicBezTo>
                  <a:pt x="11739107" y="2359120"/>
                  <a:pt x="11737321" y="2370257"/>
                  <a:pt x="11737321" y="2382263"/>
                </a:cubicBezTo>
                <a:cubicBezTo>
                  <a:pt x="11737321" y="2407762"/>
                  <a:pt x="11744563" y="2427953"/>
                  <a:pt x="11759049" y="2442836"/>
                </a:cubicBezTo>
                <a:cubicBezTo>
                  <a:pt x="11773535" y="2457719"/>
                  <a:pt x="11793825" y="2465160"/>
                  <a:pt x="11819920" y="2465160"/>
                </a:cubicBezTo>
                <a:cubicBezTo>
                  <a:pt x="11831330" y="2465160"/>
                  <a:pt x="11841426" y="2463672"/>
                  <a:pt x="11850207" y="2460695"/>
                </a:cubicBezTo>
                <a:cubicBezTo>
                  <a:pt x="11858987" y="2457719"/>
                  <a:pt x="11866280" y="2453973"/>
                  <a:pt x="11872085" y="2449459"/>
                </a:cubicBezTo>
                <a:cubicBezTo>
                  <a:pt x="11877889" y="2444944"/>
                  <a:pt x="11882229" y="2440231"/>
                  <a:pt x="11885107" y="2435320"/>
                </a:cubicBezTo>
                <a:cubicBezTo>
                  <a:pt x="11887984" y="2430409"/>
                  <a:pt x="11889423" y="2426117"/>
                  <a:pt x="11889423" y="2422446"/>
                </a:cubicBezTo>
                <a:cubicBezTo>
                  <a:pt x="11889423" y="2418279"/>
                  <a:pt x="11888133" y="2415054"/>
                  <a:pt x="11885553" y="2412772"/>
                </a:cubicBezTo>
                <a:cubicBezTo>
                  <a:pt x="11882973" y="2410490"/>
                  <a:pt x="11879600" y="2409349"/>
                  <a:pt x="11875433" y="2409349"/>
                </a:cubicBezTo>
                <a:cubicBezTo>
                  <a:pt x="11871563" y="2409349"/>
                  <a:pt x="11868587" y="2410242"/>
                  <a:pt x="11866503" y="2412028"/>
                </a:cubicBezTo>
                <a:cubicBezTo>
                  <a:pt x="11861443" y="2416791"/>
                  <a:pt x="11857326" y="2420561"/>
                  <a:pt x="11854151" y="2423339"/>
                </a:cubicBezTo>
                <a:cubicBezTo>
                  <a:pt x="11850975" y="2426117"/>
                  <a:pt x="11847503" y="2428722"/>
                  <a:pt x="11843733" y="2431153"/>
                </a:cubicBezTo>
                <a:cubicBezTo>
                  <a:pt x="11839962" y="2433584"/>
                  <a:pt x="11836068" y="2435369"/>
                  <a:pt x="11832050" y="2436511"/>
                </a:cubicBezTo>
                <a:cubicBezTo>
                  <a:pt x="11828031" y="2437652"/>
                  <a:pt x="11823591" y="2438222"/>
                  <a:pt x="11818729" y="2438222"/>
                </a:cubicBezTo>
                <a:cubicBezTo>
                  <a:pt x="11811487" y="2438222"/>
                  <a:pt x="11804864" y="2436436"/>
                  <a:pt x="11798861" y="2432864"/>
                </a:cubicBezTo>
                <a:cubicBezTo>
                  <a:pt x="11792858" y="2429292"/>
                  <a:pt x="11788046" y="2423984"/>
                  <a:pt x="11784425" y="2416940"/>
                </a:cubicBezTo>
                <a:cubicBezTo>
                  <a:pt x="11780803" y="2409895"/>
                  <a:pt x="11778943" y="2401759"/>
                  <a:pt x="11778844" y="2392532"/>
                </a:cubicBezTo>
                <a:lnTo>
                  <a:pt x="11858318" y="2392532"/>
                </a:lnTo>
                <a:cubicBezTo>
                  <a:pt x="11868934" y="2392532"/>
                  <a:pt x="11877169" y="2391019"/>
                  <a:pt x="11883023" y="2387993"/>
                </a:cubicBezTo>
                <a:cubicBezTo>
                  <a:pt x="11888877" y="2384966"/>
                  <a:pt x="11891804" y="2378344"/>
                  <a:pt x="11891804" y="2368124"/>
                </a:cubicBezTo>
                <a:cubicBezTo>
                  <a:pt x="11891804" y="2357111"/>
                  <a:pt x="11888977" y="2346296"/>
                  <a:pt x="11883321" y="2335679"/>
                </a:cubicBezTo>
                <a:cubicBezTo>
                  <a:pt x="11877665" y="2325063"/>
                  <a:pt x="11869157" y="2316406"/>
                  <a:pt x="11857797" y="2309709"/>
                </a:cubicBezTo>
                <a:cubicBezTo>
                  <a:pt x="11846436" y="2303012"/>
                  <a:pt x="11832819" y="2299663"/>
                  <a:pt x="11816944" y="2299663"/>
                </a:cubicBezTo>
                <a:close/>
                <a:moveTo>
                  <a:pt x="11635969" y="2299663"/>
                </a:moveTo>
                <a:cubicBezTo>
                  <a:pt x="11623765" y="2299663"/>
                  <a:pt x="11612652" y="2301623"/>
                  <a:pt x="11602631" y="2305542"/>
                </a:cubicBezTo>
                <a:cubicBezTo>
                  <a:pt x="11592610" y="2309461"/>
                  <a:pt x="11584177" y="2315092"/>
                  <a:pt x="11577330" y="2322434"/>
                </a:cubicBezTo>
                <a:cubicBezTo>
                  <a:pt x="11570484" y="2329776"/>
                  <a:pt x="11565275" y="2338582"/>
                  <a:pt x="11561703" y="2348851"/>
                </a:cubicBezTo>
                <a:cubicBezTo>
                  <a:pt x="11558131" y="2359120"/>
                  <a:pt x="11556345" y="2370257"/>
                  <a:pt x="11556345" y="2382263"/>
                </a:cubicBezTo>
                <a:cubicBezTo>
                  <a:pt x="11556345" y="2407762"/>
                  <a:pt x="11563589" y="2427953"/>
                  <a:pt x="11578075" y="2442836"/>
                </a:cubicBezTo>
                <a:cubicBezTo>
                  <a:pt x="11592561" y="2457719"/>
                  <a:pt x="11612851" y="2465160"/>
                  <a:pt x="11638945" y="2465160"/>
                </a:cubicBezTo>
                <a:cubicBezTo>
                  <a:pt x="11650355" y="2465160"/>
                  <a:pt x="11660451" y="2463672"/>
                  <a:pt x="11669232" y="2460695"/>
                </a:cubicBezTo>
                <a:cubicBezTo>
                  <a:pt x="11678013" y="2457719"/>
                  <a:pt x="11685305" y="2453973"/>
                  <a:pt x="11691109" y="2449459"/>
                </a:cubicBezTo>
                <a:cubicBezTo>
                  <a:pt x="11696914" y="2444944"/>
                  <a:pt x="11701255" y="2440231"/>
                  <a:pt x="11704132" y="2435320"/>
                </a:cubicBezTo>
                <a:cubicBezTo>
                  <a:pt x="11707009" y="2430409"/>
                  <a:pt x="11708448" y="2426117"/>
                  <a:pt x="11708448" y="2422446"/>
                </a:cubicBezTo>
                <a:cubicBezTo>
                  <a:pt x="11708448" y="2418279"/>
                  <a:pt x="11707158" y="2415054"/>
                  <a:pt x="11704579" y="2412772"/>
                </a:cubicBezTo>
                <a:cubicBezTo>
                  <a:pt x="11701999" y="2410490"/>
                  <a:pt x="11698625" y="2409349"/>
                  <a:pt x="11694458" y="2409349"/>
                </a:cubicBezTo>
                <a:cubicBezTo>
                  <a:pt x="11690589" y="2409349"/>
                  <a:pt x="11687612" y="2410242"/>
                  <a:pt x="11685529" y="2412028"/>
                </a:cubicBezTo>
                <a:cubicBezTo>
                  <a:pt x="11680468" y="2416791"/>
                  <a:pt x="11676351" y="2420561"/>
                  <a:pt x="11673176" y="2423339"/>
                </a:cubicBezTo>
                <a:cubicBezTo>
                  <a:pt x="11670001" y="2426117"/>
                  <a:pt x="11666528" y="2428722"/>
                  <a:pt x="11662758" y="2431153"/>
                </a:cubicBezTo>
                <a:cubicBezTo>
                  <a:pt x="11658987" y="2433584"/>
                  <a:pt x="11655093" y="2435369"/>
                  <a:pt x="11651075" y="2436511"/>
                </a:cubicBezTo>
                <a:cubicBezTo>
                  <a:pt x="11647056" y="2437652"/>
                  <a:pt x="11642616" y="2438222"/>
                  <a:pt x="11637755" y="2438222"/>
                </a:cubicBezTo>
                <a:cubicBezTo>
                  <a:pt x="11630511" y="2438222"/>
                  <a:pt x="11623889" y="2436436"/>
                  <a:pt x="11617886" y="2432864"/>
                </a:cubicBezTo>
                <a:cubicBezTo>
                  <a:pt x="11611883" y="2429292"/>
                  <a:pt x="11607071" y="2423984"/>
                  <a:pt x="11603450" y="2416940"/>
                </a:cubicBezTo>
                <a:cubicBezTo>
                  <a:pt x="11599828" y="2409895"/>
                  <a:pt x="11597968" y="2401759"/>
                  <a:pt x="11597869" y="2392532"/>
                </a:cubicBezTo>
                <a:lnTo>
                  <a:pt x="11677343" y="2392532"/>
                </a:lnTo>
                <a:cubicBezTo>
                  <a:pt x="11687959" y="2392532"/>
                  <a:pt x="11696194" y="2391019"/>
                  <a:pt x="11702048" y="2387993"/>
                </a:cubicBezTo>
                <a:cubicBezTo>
                  <a:pt x="11707902" y="2384966"/>
                  <a:pt x="11710829" y="2378344"/>
                  <a:pt x="11710829" y="2368124"/>
                </a:cubicBezTo>
                <a:cubicBezTo>
                  <a:pt x="11710829" y="2357111"/>
                  <a:pt x="11708001" y="2346296"/>
                  <a:pt x="11702346" y="2335679"/>
                </a:cubicBezTo>
                <a:cubicBezTo>
                  <a:pt x="11696691" y="2325063"/>
                  <a:pt x="11688183" y="2316406"/>
                  <a:pt x="11676822" y="2309709"/>
                </a:cubicBezTo>
                <a:cubicBezTo>
                  <a:pt x="11665461" y="2303012"/>
                  <a:pt x="11651843" y="2299663"/>
                  <a:pt x="11635969" y="2299663"/>
                </a:cubicBezTo>
                <a:close/>
                <a:moveTo>
                  <a:pt x="11367036" y="2299663"/>
                </a:moveTo>
                <a:cubicBezTo>
                  <a:pt x="11351062" y="2299663"/>
                  <a:pt x="11337717" y="2301846"/>
                  <a:pt x="11327001" y="2306211"/>
                </a:cubicBezTo>
                <a:cubicBezTo>
                  <a:pt x="11316286" y="2310577"/>
                  <a:pt x="11308398" y="2316133"/>
                  <a:pt x="11303338" y="2322880"/>
                </a:cubicBezTo>
                <a:cubicBezTo>
                  <a:pt x="11298277" y="2329627"/>
                  <a:pt x="11295747" y="2336572"/>
                  <a:pt x="11295747" y="2343716"/>
                </a:cubicBezTo>
                <a:cubicBezTo>
                  <a:pt x="11295747" y="2348280"/>
                  <a:pt x="11297409" y="2352026"/>
                  <a:pt x="11300733" y="2354953"/>
                </a:cubicBezTo>
                <a:cubicBezTo>
                  <a:pt x="11304057" y="2357880"/>
                  <a:pt x="11308001" y="2359343"/>
                  <a:pt x="11312565" y="2359343"/>
                </a:cubicBezTo>
                <a:cubicBezTo>
                  <a:pt x="11317625" y="2359343"/>
                  <a:pt x="11320924" y="2358425"/>
                  <a:pt x="11322462" y="2356590"/>
                </a:cubicBezTo>
                <a:cubicBezTo>
                  <a:pt x="11324000" y="2354754"/>
                  <a:pt x="11326629" y="2350959"/>
                  <a:pt x="11330350" y="2345204"/>
                </a:cubicBezTo>
                <a:cubicBezTo>
                  <a:pt x="11334071" y="2339450"/>
                  <a:pt x="11338536" y="2335134"/>
                  <a:pt x="11343745" y="2332256"/>
                </a:cubicBezTo>
                <a:cubicBezTo>
                  <a:pt x="11348953" y="2329379"/>
                  <a:pt x="11356717" y="2327940"/>
                  <a:pt x="11367036" y="2327940"/>
                </a:cubicBezTo>
                <a:cubicBezTo>
                  <a:pt x="11379041" y="2327940"/>
                  <a:pt x="11386954" y="2330446"/>
                  <a:pt x="11390774" y="2335456"/>
                </a:cubicBezTo>
                <a:cubicBezTo>
                  <a:pt x="11394594" y="2340467"/>
                  <a:pt x="11396752" y="2348330"/>
                  <a:pt x="11397248" y="2359045"/>
                </a:cubicBezTo>
                <a:cubicBezTo>
                  <a:pt x="11388715" y="2361526"/>
                  <a:pt x="11380803" y="2363634"/>
                  <a:pt x="11373510" y="2365371"/>
                </a:cubicBezTo>
                <a:cubicBezTo>
                  <a:pt x="11366218" y="2367107"/>
                  <a:pt x="11357461" y="2369017"/>
                  <a:pt x="11347242" y="2371101"/>
                </a:cubicBezTo>
                <a:cubicBezTo>
                  <a:pt x="11337023" y="2373184"/>
                  <a:pt x="11330623" y="2374524"/>
                  <a:pt x="11328043" y="2375119"/>
                </a:cubicBezTo>
                <a:cubicBezTo>
                  <a:pt x="11315740" y="2377798"/>
                  <a:pt x="11306067" y="2383056"/>
                  <a:pt x="11299022" y="2390895"/>
                </a:cubicBezTo>
                <a:cubicBezTo>
                  <a:pt x="11291977" y="2398733"/>
                  <a:pt x="11288455" y="2408208"/>
                  <a:pt x="11288455" y="2419321"/>
                </a:cubicBezTo>
                <a:cubicBezTo>
                  <a:pt x="11288455" y="2427556"/>
                  <a:pt x="11290588" y="2435196"/>
                  <a:pt x="11294855" y="2442240"/>
                </a:cubicBezTo>
                <a:cubicBezTo>
                  <a:pt x="11299121" y="2449285"/>
                  <a:pt x="11305198" y="2454866"/>
                  <a:pt x="11313086" y="2458984"/>
                </a:cubicBezTo>
                <a:cubicBezTo>
                  <a:pt x="11320974" y="2463101"/>
                  <a:pt x="11330127" y="2465160"/>
                  <a:pt x="11340545" y="2465160"/>
                </a:cubicBezTo>
                <a:cubicBezTo>
                  <a:pt x="11351955" y="2465160"/>
                  <a:pt x="11362249" y="2463250"/>
                  <a:pt x="11371427" y="2459430"/>
                </a:cubicBezTo>
                <a:cubicBezTo>
                  <a:pt x="11380604" y="2455610"/>
                  <a:pt x="11390105" y="2449880"/>
                  <a:pt x="11399927" y="2442240"/>
                </a:cubicBezTo>
                <a:cubicBezTo>
                  <a:pt x="11404491" y="2449682"/>
                  <a:pt x="11408807" y="2455362"/>
                  <a:pt x="11412875" y="2459281"/>
                </a:cubicBezTo>
                <a:cubicBezTo>
                  <a:pt x="11416943" y="2463200"/>
                  <a:pt x="11421061" y="2465160"/>
                  <a:pt x="11425228" y="2465160"/>
                </a:cubicBezTo>
                <a:cubicBezTo>
                  <a:pt x="11430189" y="2465160"/>
                  <a:pt x="11434629" y="2463448"/>
                  <a:pt x="11438548" y="2460025"/>
                </a:cubicBezTo>
                <a:cubicBezTo>
                  <a:pt x="11442467" y="2456602"/>
                  <a:pt x="11444427" y="2452807"/>
                  <a:pt x="11444427" y="2448640"/>
                </a:cubicBezTo>
                <a:cubicBezTo>
                  <a:pt x="11444427" y="2446259"/>
                  <a:pt x="11443162" y="2440926"/>
                  <a:pt x="11440632" y="2432641"/>
                </a:cubicBezTo>
                <a:cubicBezTo>
                  <a:pt x="11438102" y="2424356"/>
                  <a:pt x="11436837" y="2416394"/>
                  <a:pt x="11436837" y="2408754"/>
                </a:cubicBezTo>
                <a:cubicBezTo>
                  <a:pt x="11436936" y="2400618"/>
                  <a:pt x="11437010" y="2393226"/>
                  <a:pt x="11437060" y="2386579"/>
                </a:cubicBezTo>
                <a:cubicBezTo>
                  <a:pt x="11437109" y="2379931"/>
                  <a:pt x="11437134" y="2371845"/>
                  <a:pt x="11437134" y="2362320"/>
                </a:cubicBezTo>
                <a:cubicBezTo>
                  <a:pt x="11437134" y="2347238"/>
                  <a:pt x="11435026" y="2335134"/>
                  <a:pt x="11430809" y="2326006"/>
                </a:cubicBezTo>
                <a:cubicBezTo>
                  <a:pt x="11426592" y="2316878"/>
                  <a:pt x="11419374" y="2310205"/>
                  <a:pt x="11409155" y="2305988"/>
                </a:cubicBezTo>
                <a:cubicBezTo>
                  <a:pt x="11398935" y="2301771"/>
                  <a:pt x="11384895" y="2299663"/>
                  <a:pt x="11367036" y="2299663"/>
                </a:cubicBezTo>
                <a:close/>
                <a:moveTo>
                  <a:pt x="9900186" y="2299663"/>
                </a:moveTo>
                <a:cubicBezTo>
                  <a:pt x="9884212" y="2299663"/>
                  <a:pt x="9870867" y="2301846"/>
                  <a:pt x="9860151" y="2306211"/>
                </a:cubicBezTo>
                <a:cubicBezTo>
                  <a:pt x="9849436" y="2310577"/>
                  <a:pt x="9841548" y="2316133"/>
                  <a:pt x="9836488" y="2322880"/>
                </a:cubicBezTo>
                <a:cubicBezTo>
                  <a:pt x="9831428" y="2329627"/>
                  <a:pt x="9828897" y="2336572"/>
                  <a:pt x="9828897" y="2343716"/>
                </a:cubicBezTo>
                <a:cubicBezTo>
                  <a:pt x="9828897" y="2348280"/>
                  <a:pt x="9830559" y="2352026"/>
                  <a:pt x="9833883" y="2354953"/>
                </a:cubicBezTo>
                <a:cubicBezTo>
                  <a:pt x="9837207" y="2357880"/>
                  <a:pt x="9841151" y="2359343"/>
                  <a:pt x="9845715" y="2359343"/>
                </a:cubicBezTo>
                <a:cubicBezTo>
                  <a:pt x="9850775" y="2359343"/>
                  <a:pt x="9854074" y="2358425"/>
                  <a:pt x="9855612" y="2356590"/>
                </a:cubicBezTo>
                <a:cubicBezTo>
                  <a:pt x="9857150" y="2354754"/>
                  <a:pt x="9859779" y="2350959"/>
                  <a:pt x="9863500" y="2345204"/>
                </a:cubicBezTo>
                <a:cubicBezTo>
                  <a:pt x="9867221" y="2339450"/>
                  <a:pt x="9871686" y="2335134"/>
                  <a:pt x="9876895" y="2332256"/>
                </a:cubicBezTo>
                <a:cubicBezTo>
                  <a:pt x="9882104" y="2329379"/>
                  <a:pt x="9889867" y="2327940"/>
                  <a:pt x="9900186" y="2327940"/>
                </a:cubicBezTo>
                <a:cubicBezTo>
                  <a:pt x="9912192" y="2327940"/>
                  <a:pt x="9920104" y="2330446"/>
                  <a:pt x="9923924" y="2335456"/>
                </a:cubicBezTo>
                <a:cubicBezTo>
                  <a:pt x="9927744" y="2340467"/>
                  <a:pt x="9929902" y="2348330"/>
                  <a:pt x="9930398" y="2359045"/>
                </a:cubicBezTo>
                <a:cubicBezTo>
                  <a:pt x="9921865" y="2361526"/>
                  <a:pt x="9913953" y="2363634"/>
                  <a:pt x="9906660" y="2365371"/>
                </a:cubicBezTo>
                <a:cubicBezTo>
                  <a:pt x="9899368" y="2367107"/>
                  <a:pt x="9890612" y="2369017"/>
                  <a:pt x="9880392" y="2371101"/>
                </a:cubicBezTo>
                <a:cubicBezTo>
                  <a:pt x="9870173" y="2373184"/>
                  <a:pt x="9863773" y="2374524"/>
                  <a:pt x="9861193" y="2375119"/>
                </a:cubicBezTo>
                <a:cubicBezTo>
                  <a:pt x="9848890" y="2377798"/>
                  <a:pt x="9839216" y="2383056"/>
                  <a:pt x="9832172" y="2390895"/>
                </a:cubicBezTo>
                <a:cubicBezTo>
                  <a:pt x="9825127" y="2398733"/>
                  <a:pt x="9821605" y="2408208"/>
                  <a:pt x="9821605" y="2419321"/>
                </a:cubicBezTo>
                <a:cubicBezTo>
                  <a:pt x="9821605" y="2427556"/>
                  <a:pt x="9823738" y="2435196"/>
                  <a:pt x="9828005" y="2442240"/>
                </a:cubicBezTo>
                <a:cubicBezTo>
                  <a:pt x="9832271" y="2449285"/>
                  <a:pt x="9838348" y="2454866"/>
                  <a:pt x="9846236" y="2458984"/>
                </a:cubicBezTo>
                <a:cubicBezTo>
                  <a:pt x="9854124" y="2463101"/>
                  <a:pt x="9863277" y="2465160"/>
                  <a:pt x="9873695" y="2465160"/>
                </a:cubicBezTo>
                <a:cubicBezTo>
                  <a:pt x="9885105" y="2465160"/>
                  <a:pt x="9895399" y="2463250"/>
                  <a:pt x="9904577" y="2459430"/>
                </a:cubicBezTo>
                <a:cubicBezTo>
                  <a:pt x="9913754" y="2455610"/>
                  <a:pt x="9923255" y="2449880"/>
                  <a:pt x="9933077" y="2442240"/>
                </a:cubicBezTo>
                <a:cubicBezTo>
                  <a:pt x="9937641" y="2449682"/>
                  <a:pt x="9941957" y="2455362"/>
                  <a:pt x="9946025" y="2459281"/>
                </a:cubicBezTo>
                <a:cubicBezTo>
                  <a:pt x="9950093" y="2463200"/>
                  <a:pt x="9954211" y="2465160"/>
                  <a:pt x="9958378" y="2465160"/>
                </a:cubicBezTo>
                <a:cubicBezTo>
                  <a:pt x="9963339" y="2465160"/>
                  <a:pt x="9967779" y="2463448"/>
                  <a:pt x="9971698" y="2460025"/>
                </a:cubicBezTo>
                <a:cubicBezTo>
                  <a:pt x="9975617" y="2456602"/>
                  <a:pt x="9977577" y="2452807"/>
                  <a:pt x="9977577" y="2448640"/>
                </a:cubicBezTo>
                <a:cubicBezTo>
                  <a:pt x="9977577" y="2446259"/>
                  <a:pt x="9976312" y="2440926"/>
                  <a:pt x="9973782" y="2432641"/>
                </a:cubicBezTo>
                <a:cubicBezTo>
                  <a:pt x="9971252" y="2424356"/>
                  <a:pt x="9969987" y="2416394"/>
                  <a:pt x="9969987" y="2408754"/>
                </a:cubicBezTo>
                <a:cubicBezTo>
                  <a:pt x="9970086" y="2400618"/>
                  <a:pt x="9970160" y="2393226"/>
                  <a:pt x="9970210" y="2386579"/>
                </a:cubicBezTo>
                <a:cubicBezTo>
                  <a:pt x="9970259" y="2379931"/>
                  <a:pt x="9970284" y="2371845"/>
                  <a:pt x="9970284" y="2362320"/>
                </a:cubicBezTo>
                <a:cubicBezTo>
                  <a:pt x="9970284" y="2347238"/>
                  <a:pt x="9968176" y="2335134"/>
                  <a:pt x="9963959" y="2326006"/>
                </a:cubicBezTo>
                <a:cubicBezTo>
                  <a:pt x="9959742" y="2316878"/>
                  <a:pt x="9952524" y="2310205"/>
                  <a:pt x="9942305" y="2305988"/>
                </a:cubicBezTo>
                <a:cubicBezTo>
                  <a:pt x="9932085" y="2301771"/>
                  <a:pt x="9918046" y="2299663"/>
                  <a:pt x="9900186" y="2299663"/>
                </a:cubicBezTo>
                <a:close/>
                <a:moveTo>
                  <a:pt x="9185811" y="2299663"/>
                </a:moveTo>
                <a:cubicBezTo>
                  <a:pt x="9169837" y="2299663"/>
                  <a:pt x="9156492" y="2301846"/>
                  <a:pt x="9145776" y="2306211"/>
                </a:cubicBezTo>
                <a:cubicBezTo>
                  <a:pt x="9135061" y="2310577"/>
                  <a:pt x="9127173" y="2316133"/>
                  <a:pt x="9122113" y="2322880"/>
                </a:cubicBezTo>
                <a:cubicBezTo>
                  <a:pt x="9117053" y="2329627"/>
                  <a:pt x="9114523" y="2336572"/>
                  <a:pt x="9114523" y="2343716"/>
                </a:cubicBezTo>
                <a:cubicBezTo>
                  <a:pt x="9114523" y="2348280"/>
                  <a:pt x="9116184" y="2352026"/>
                  <a:pt x="9119508" y="2354953"/>
                </a:cubicBezTo>
                <a:cubicBezTo>
                  <a:pt x="9122832" y="2357880"/>
                  <a:pt x="9126776" y="2359343"/>
                  <a:pt x="9131340" y="2359343"/>
                </a:cubicBezTo>
                <a:cubicBezTo>
                  <a:pt x="9136400" y="2359343"/>
                  <a:pt x="9139699" y="2358425"/>
                  <a:pt x="9141237" y="2356590"/>
                </a:cubicBezTo>
                <a:cubicBezTo>
                  <a:pt x="9142775" y="2354754"/>
                  <a:pt x="9145404" y="2350959"/>
                  <a:pt x="9149125" y="2345204"/>
                </a:cubicBezTo>
                <a:cubicBezTo>
                  <a:pt x="9152846" y="2339450"/>
                  <a:pt x="9157311" y="2335134"/>
                  <a:pt x="9162520" y="2332256"/>
                </a:cubicBezTo>
                <a:cubicBezTo>
                  <a:pt x="9167729" y="2329379"/>
                  <a:pt x="9175492" y="2327940"/>
                  <a:pt x="9185811" y="2327940"/>
                </a:cubicBezTo>
                <a:cubicBezTo>
                  <a:pt x="9197817" y="2327940"/>
                  <a:pt x="9205729" y="2330446"/>
                  <a:pt x="9209549" y="2335456"/>
                </a:cubicBezTo>
                <a:cubicBezTo>
                  <a:pt x="9213369" y="2340467"/>
                  <a:pt x="9215527" y="2348330"/>
                  <a:pt x="9216023" y="2359045"/>
                </a:cubicBezTo>
                <a:cubicBezTo>
                  <a:pt x="9207490" y="2361526"/>
                  <a:pt x="9199578" y="2363634"/>
                  <a:pt x="9192285" y="2365371"/>
                </a:cubicBezTo>
                <a:cubicBezTo>
                  <a:pt x="9184993" y="2367107"/>
                  <a:pt x="9176237" y="2369017"/>
                  <a:pt x="9166017" y="2371101"/>
                </a:cubicBezTo>
                <a:cubicBezTo>
                  <a:pt x="9155797" y="2373184"/>
                  <a:pt x="9149398" y="2374524"/>
                  <a:pt x="9146818" y="2375119"/>
                </a:cubicBezTo>
                <a:cubicBezTo>
                  <a:pt x="9134515" y="2377798"/>
                  <a:pt x="9124841" y="2383056"/>
                  <a:pt x="9117797" y="2390895"/>
                </a:cubicBezTo>
                <a:cubicBezTo>
                  <a:pt x="9110752" y="2398733"/>
                  <a:pt x="9107230" y="2408208"/>
                  <a:pt x="9107230" y="2419321"/>
                </a:cubicBezTo>
                <a:cubicBezTo>
                  <a:pt x="9107230" y="2427556"/>
                  <a:pt x="9109363" y="2435196"/>
                  <a:pt x="9113629" y="2442240"/>
                </a:cubicBezTo>
                <a:cubicBezTo>
                  <a:pt x="9117896" y="2449285"/>
                  <a:pt x="9123973" y="2454866"/>
                  <a:pt x="9131861" y="2458984"/>
                </a:cubicBezTo>
                <a:cubicBezTo>
                  <a:pt x="9139749" y="2463101"/>
                  <a:pt x="9148902" y="2465160"/>
                  <a:pt x="9159320" y="2465160"/>
                </a:cubicBezTo>
                <a:cubicBezTo>
                  <a:pt x="9170730" y="2465160"/>
                  <a:pt x="9181024" y="2463250"/>
                  <a:pt x="9190202" y="2459430"/>
                </a:cubicBezTo>
                <a:cubicBezTo>
                  <a:pt x="9199379" y="2455610"/>
                  <a:pt x="9208879" y="2449880"/>
                  <a:pt x="9218702" y="2442240"/>
                </a:cubicBezTo>
                <a:cubicBezTo>
                  <a:pt x="9223266" y="2449682"/>
                  <a:pt x="9227582" y="2455362"/>
                  <a:pt x="9231650" y="2459281"/>
                </a:cubicBezTo>
                <a:cubicBezTo>
                  <a:pt x="9235718" y="2463200"/>
                  <a:pt x="9239836" y="2465160"/>
                  <a:pt x="9244003" y="2465160"/>
                </a:cubicBezTo>
                <a:cubicBezTo>
                  <a:pt x="9248964" y="2465160"/>
                  <a:pt x="9253404" y="2463448"/>
                  <a:pt x="9257323" y="2460025"/>
                </a:cubicBezTo>
                <a:cubicBezTo>
                  <a:pt x="9261242" y="2456602"/>
                  <a:pt x="9263202" y="2452807"/>
                  <a:pt x="9263202" y="2448640"/>
                </a:cubicBezTo>
                <a:cubicBezTo>
                  <a:pt x="9263202" y="2446259"/>
                  <a:pt x="9261937" y="2440926"/>
                  <a:pt x="9259407" y="2432641"/>
                </a:cubicBezTo>
                <a:cubicBezTo>
                  <a:pt x="9256877" y="2424356"/>
                  <a:pt x="9255612" y="2416394"/>
                  <a:pt x="9255612" y="2408754"/>
                </a:cubicBezTo>
                <a:cubicBezTo>
                  <a:pt x="9255711" y="2400618"/>
                  <a:pt x="9255785" y="2393226"/>
                  <a:pt x="9255835" y="2386579"/>
                </a:cubicBezTo>
                <a:cubicBezTo>
                  <a:pt x="9255884" y="2379931"/>
                  <a:pt x="9255909" y="2371845"/>
                  <a:pt x="9255909" y="2362320"/>
                </a:cubicBezTo>
                <a:cubicBezTo>
                  <a:pt x="9255909" y="2347238"/>
                  <a:pt x="9253801" y="2335134"/>
                  <a:pt x="9249584" y="2326006"/>
                </a:cubicBezTo>
                <a:cubicBezTo>
                  <a:pt x="9245367" y="2316878"/>
                  <a:pt x="9238149" y="2310205"/>
                  <a:pt x="9227929" y="2305988"/>
                </a:cubicBezTo>
                <a:cubicBezTo>
                  <a:pt x="9217710" y="2301771"/>
                  <a:pt x="9203671" y="2299663"/>
                  <a:pt x="9185811" y="2299663"/>
                </a:cubicBezTo>
                <a:close/>
                <a:moveTo>
                  <a:pt x="10374799" y="2286120"/>
                </a:moveTo>
                <a:lnTo>
                  <a:pt x="10407690" y="2376161"/>
                </a:lnTo>
                <a:lnTo>
                  <a:pt x="10342503" y="2376161"/>
                </a:lnTo>
                <a:close/>
                <a:moveTo>
                  <a:pt x="8525312" y="2243257"/>
                </a:moveTo>
                <a:cubicBezTo>
                  <a:pt x="8516878" y="2243257"/>
                  <a:pt x="8510181" y="2244919"/>
                  <a:pt x="8505220" y="2248243"/>
                </a:cubicBezTo>
                <a:cubicBezTo>
                  <a:pt x="8500259" y="2251567"/>
                  <a:pt x="8497779" y="2257991"/>
                  <a:pt x="8497779" y="2267516"/>
                </a:cubicBezTo>
                <a:lnTo>
                  <a:pt x="8497779" y="2440157"/>
                </a:lnTo>
                <a:cubicBezTo>
                  <a:pt x="8497779" y="2448590"/>
                  <a:pt x="8499664" y="2454866"/>
                  <a:pt x="8503434" y="2458984"/>
                </a:cubicBezTo>
                <a:cubicBezTo>
                  <a:pt x="8507205" y="2463101"/>
                  <a:pt x="8512066" y="2465160"/>
                  <a:pt x="8518019" y="2465160"/>
                </a:cubicBezTo>
                <a:cubicBezTo>
                  <a:pt x="8524171" y="2465160"/>
                  <a:pt x="8529107" y="2463076"/>
                  <a:pt x="8532828" y="2458909"/>
                </a:cubicBezTo>
                <a:cubicBezTo>
                  <a:pt x="8536549" y="2454742"/>
                  <a:pt x="8538409" y="2448491"/>
                  <a:pt x="8538409" y="2440157"/>
                </a:cubicBezTo>
                <a:lnTo>
                  <a:pt x="8538409" y="2289543"/>
                </a:lnTo>
                <a:lnTo>
                  <a:pt x="8573383" y="2428548"/>
                </a:lnTo>
                <a:cubicBezTo>
                  <a:pt x="8574574" y="2433112"/>
                  <a:pt x="8575740" y="2437503"/>
                  <a:pt x="8576881" y="2441720"/>
                </a:cubicBezTo>
                <a:cubicBezTo>
                  <a:pt x="8578022" y="2445936"/>
                  <a:pt x="8579585" y="2449781"/>
                  <a:pt x="8581569" y="2453254"/>
                </a:cubicBezTo>
                <a:cubicBezTo>
                  <a:pt x="8583553" y="2456726"/>
                  <a:pt x="8586331" y="2459579"/>
                  <a:pt x="8589903" y="2461811"/>
                </a:cubicBezTo>
                <a:cubicBezTo>
                  <a:pt x="8593475" y="2464044"/>
                  <a:pt x="8597841" y="2465160"/>
                  <a:pt x="8603000" y="2465160"/>
                </a:cubicBezTo>
                <a:cubicBezTo>
                  <a:pt x="8609846" y="2465160"/>
                  <a:pt x="8615204" y="2463424"/>
                  <a:pt x="8619074" y="2459951"/>
                </a:cubicBezTo>
                <a:cubicBezTo>
                  <a:pt x="8622943" y="2456478"/>
                  <a:pt x="8625597" y="2452634"/>
                  <a:pt x="8627036" y="2448417"/>
                </a:cubicBezTo>
                <a:cubicBezTo>
                  <a:pt x="8628475" y="2444200"/>
                  <a:pt x="8630335" y="2437577"/>
                  <a:pt x="8632617" y="2428548"/>
                </a:cubicBezTo>
                <a:lnTo>
                  <a:pt x="8667592" y="2289543"/>
                </a:lnTo>
                <a:lnTo>
                  <a:pt x="8667592" y="2440157"/>
                </a:lnTo>
                <a:cubicBezTo>
                  <a:pt x="8667592" y="2448491"/>
                  <a:pt x="8669477" y="2454742"/>
                  <a:pt x="8673247" y="2458909"/>
                </a:cubicBezTo>
                <a:cubicBezTo>
                  <a:pt x="8677017" y="2463076"/>
                  <a:pt x="8681830" y="2465160"/>
                  <a:pt x="8687683" y="2465160"/>
                </a:cubicBezTo>
                <a:cubicBezTo>
                  <a:pt x="8693934" y="2465160"/>
                  <a:pt x="8698920" y="2463076"/>
                  <a:pt x="8702641" y="2458909"/>
                </a:cubicBezTo>
                <a:cubicBezTo>
                  <a:pt x="8706361" y="2454742"/>
                  <a:pt x="8708222" y="2448491"/>
                  <a:pt x="8708222" y="2440157"/>
                </a:cubicBezTo>
                <a:lnTo>
                  <a:pt x="8708222" y="2267516"/>
                </a:lnTo>
                <a:cubicBezTo>
                  <a:pt x="8708222" y="2257991"/>
                  <a:pt x="8705741" y="2251567"/>
                  <a:pt x="8700780" y="2248243"/>
                </a:cubicBezTo>
                <a:cubicBezTo>
                  <a:pt x="8695819" y="2244919"/>
                  <a:pt x="8689122" y="2243257"/>
                  <a:pt x="8680689" y="2243257"/>
                </a:cubicBezTo>
                <a:lnTo>
                  <a:pt x="8666996" y="2243257"/>
                </a:lnTo>
                <a:cubicBezTo>
                  <a:pt x="8658761" y="2243257"/>
                  <a:pt x="8652783" y="2244001"/>
                  <a:pt x="8649063" y="2245490"/>
                </a:cubicBezTo>
                <a:cubicBezTo>
                  <a:pt x="8645342" y="2246978"/>
                  <a:pt x="8642589" y="2249657"/>
                  <a:pt x="8640803" y="2253526"/>
                </a:cubicBezTo>
                <a:cubicBezTo>
                  <a:pt x="8639017" y="2257396"/>
                  <a:pt x="8636983" y="2263696"/>
                  <a:pt x="8634701" y="2272428"/>
                </a:cubicBezTo>
                <a:lnTo>
                  <a:pt x="8603000" y="2391937"/>
                </a:lnTo>
                <a:lnTo>
                  <a:pt x="8571300" y="2272428"/>
                </a:lnTo>
                <a:cubicBezTo>
                  <a:pt x="8569018" y="2263696"/>
                  <a:pt x="8566984" y="2257396"/>
                  <a:pt x="8565198" y="2253526"/>
                </a:cubicBezTo>
                <a:cubicBezTo>
                  <a:pt x="8563412" y="2249657"/>
                  <a:pt x="8560659" y="2246978"/>
                  <a:pt x="8556938" y="2245490"/>
                </a:cubicBezTo>
                <a:cubicBezTo>
                  <a:pt x="8553217" y="2244001"/>
                  <a:pt x="8547239" y="2243257"/>
                  <a:pt x="8539004" y="2243257"/>
                </a:cubicBezTo>
                <a:close/>
                <a:moveTo>
                  <a:pt x="10689124" y="2241322"/>
                </a:moveTo>
                <a:cubicBezTo>
                  <a:pt x="10683667" y="2241322"/>
                  <a:pt x="10678880" y="2243183"/>
                  <a:pt x="10674762" y="2246903"/>
                </a:cubicBezTo>
                <a:cubicBezTo>
                  <a:pt x="10670645" y="2250624"/>
                  <a:pt x="10668586" y="2255362"/>
                  <a:pt x="10668586" y="2261117"/>
                </a:cubicBezTo>
                <a:cubicBezTo>
                  <a:pt x="10668586" y="2267467"/>
                  <a:pt x="10670595" y="2272378"/>
                  <a:pt x="10674613" y="2275851"/>
                </a:cubicBezTo>
                <a:cubicBezTo>
                  <a:pt x="10678632" y="2279323"/>
                  <a:pt x="10683469" y="2281060"/>
                  <a:pt x="10689124" y="2281060"/>
                </a:cubicBezTo>
                <a:cubicBezTo>
                  <a:pt x="10694581" y="2281060"/>
                  <a:pt x="10699294" y="2279298"/>
                  <a:pt x="10703263" y="2275776"/>
                </a:cubicBezTo>
                <a:cubicBezTo>
                  <a:pt x="10707231" y="2272254"/>
                  <a:pt x="10709216" y="2267367"/>
                  <a:pt x="10709216" y="2261117"/>
                </a:cubicBezTo>
                <a:cubicBezTo>
                  <a:pt x="10709216" y="2254667"/>
                  <a:pt x="10707182" y="2249756"/>
                  <a:pt x="10703114" y="2246383"/>
                </a:cubicBezTo>
                <a:cubicBezTo>
                  <a:pt x="10699046" y="2243009"/>
                  <a:pt x="10694383" y="2241322"/>
                  <a:pt x="10689124" y="2241322"/>
                </a:cubicBezTo>
                <a:close/>
                <a:moveTo>
                  <a:pt x="11498303" y="2239536"/>
                </a:moveTo>
                <a:cubicBezTo>
                  <a:pt x="11492151" y="2239536"/>
                  <a:pt x="11487265" y="2241620"/>
                  <a:pt x="11483643" y="2245787"/>
                </a:cubicBezTo>
                <a:cubicBezTo>
                  <a:pt x="11480021" y="2249954"/>
                  <a:pt x="11478211" y="2256106"/>
                  <a:pt x="11478211" y="2264242"/>
                </a:cubicBezTo>
                <a:lnTo>
                  <a:pt x="11478211" y="2440454"/>
                </a:lnTo>
                <a:cubicBezTo>
                  <a:pt x="11478211" y="2448392"/>
                  <a:pt x="11480071" y="2454494"/>
                  <a:pt x="11483792" y="2458760"/>
                </a:cubicBezTo>
                <a:cubicBezTo>
                  <a:pt x="11487513" y="2463027"/>
                  <a:pt x="11492349" y="2465160"/>
                  <a:pt x="11498303" y="2465160"/>
                </a:cubicBezTo>
                <a:cubicBezTo>
                  <a:pt x="11504355" y="2465160"/>
                  <a:pt x="11509291" y="2463101"/>
                  <a:pt x="11513111" y="2458984"/>
                </a:cubicBezTo>
                <a:cubicBezTo>
                  <a:pt x="11516931" y="2454866"/>
                  <a:pt x="11518841" y="2448690"/>
                  <a:pt x="11518841" y="2440454"/>
                </a:cubicBezTo>
                <a:lnTo>
                  <a:pt x="11518841" y="2264242"/>
                </a:lnTo>
                <a:cubicBezTo>
                  <a:pt x="11518841" y="2256007"/>
                  <a:pt x="11516956" y="2249830"/>
                  <a:pt x="11513185" y="2245713"/>
                </a:cubicBezTo>
                <a:cubicBezTo>
                  <a:pt x="11509415" y="2241595"/>
                  <a:pt x="11504454" y="2239536"/>
                  <a:pt x="11498303" y="2239536"/>
                </a:cubicBezTo>
                <a:close/>
                <a:moveTo>
                  <a:pt x="11178620" y="2239536"/>
                </a:moveTo>
                <a:cubicBezTo>
                  <a:pt x="11161852" y="2239536"/>
                  <a:pt x="11147267" y="2242042"/>
                  <a:pt x="11134864" y="2247052"/>
                </a:cubicBezTo>
                <a:cubicBezTo>
                  <a:pt x="11122462" y="2252063"/>
                  <a:pt x="11112987" y="2259231"/>
                  <a:pt x="11106438" y="2268558"/>
                </a:cubicBezTo>
                <a:cubicBezTo>
                  <a:pt x="11099890" y="2277885"/>
                  <a:pt x="11096615" y="2288551"/>
                  <a:pt x="11096615" y="2300556"/>
                </a:cubicBezTo>
                <a:cubicBezTo>
                  <a:pt x="11096615" y="2313157"/>
                  <a:pt x="11099716" y="2323699"/>
                  <a:pt x="11105917" y="2332182"/>
                </a:cubicBezTo>
                <a:cubicBezTo>
                  <a:pt x="11112118" y="2340665"/>
                  <a:pt x="11120503" y="2347362"/>
                  <a:pt x="11131069" y="2352274"/>
                </a:cubicBezTo>
                <a:cubicBezTo>
                  <a:pt x="11141636" y="2357185"/>
                  <a:pt x="11154757" y="2361476"/>
                  <a:pt x="11170434" y="2365147"/>
                </a:cubicBezTo>
                <a:cubicBezTo>
                  <a:pt x="11182142" y="2367826"/>
                  <a:pt x="11191493" y="2370356"/>
                  <a:pt x="11198488" y="2372738"/>
                </a:cubicBezTo>
                <a:cubicBezTo>
                  <a:pt x="11205483" y="2375119"/>
                  <a:pt x="11211189" y="2378567"/>
                  <a:pt x="11215603" y="2383081"/>
                </a:cubicBezTo>
                <a:cubicBezTo>
                  <a:pt x="11220019" y="2387596"/>
                  <a:pt x="11222227" y="2393474"/>
                  <a:pt x="11222227" y="2400717"/>
                </a:cubicBezTo>
                <a:cubicBezTo>
                  <a:pt x="11222227" y="2409845"/>
                  <a:pt x="11218134" y="2417461"/>
                  <a:pt x="11209948" y="2423562"/>
                </a:cubicBezTo>
                <a:cubicBezTo>
                  <a:pt x="11201763" y="2429664"/>
                  <a:pt x="11191121" y="2432715"/>
                  <a:pt x="11178025" y="2432715"/>
                </a:cubicBezTo>
                <a:cubicBezTo>
                  <a:pt x="11168499" y="2432715"/>
                  <a:pt x="11160810" y="2431202"/>
                  <a:pt x="11154956" y="2428176"/>
                </a:cubicBezTo>
                <a:cubicBezTo>
                  <a:pt x="11149102" y="2425150"/>
                  <a:pt x="11144563" y="2421305"/>
                  <a:pt x="11141338" y="2416642"/>
                </a:cubicBezTo>
                <a:cubicBezTo>
                  <a:pt x="11138114" y="2411979"/>
                  <a:pt x="11135112" y="2406174"/>
                  <a:pt x="11132334" y="2399229"/>
                </a:cubicBezTo>
                <a:cubicBezTo>
                  <a:pt x="11130052" y="2393375"/>
                  <a:pt x="11127299" y="2388960"/>
                  <a:pt x="11124074" y="2385983"/>
                </a:cubicBezTo>
                <a:cubicBezTo>
                  <a:pt x="11120850" y="2383007"/>
                  <a:pt x="11116906" y="2381519"/>
                  <a:pt x="11112243" y="2381519"/>
                </a:cubicBezTo>
                <a:cubicBezTo>
                  <a:pt x="11106488" y="2381519"/>
                  <a:pt x="11101750" y="2383428"/>
                  <a:pt x="11098029" y="2387248"/>
                </a:cubicBezTo>
                <a:cubicBezTo>
                  <a:pt x="11094309" y="2391068"/>
                  <a:pt x="11092448" y="2395657"/>
                  <a:pt x="11092448" y="2401015"/>
                </a:cubicBezTo>
                <a:cubicBezTo>
                  <a:pt x="11092448" y="2410242"/>
                  <a:pt x="11095549" y="2419743"/>
                  <a:pt x="11101750" y="2429516"/>
                </a:cubicBezTo>
                <a:cubicBezTo>
                  <a:pt x="11107951" y="2439289"/>
                  <a:pt x="11116013" y="2447102"/>
                  <a:pt x="11125935" y="2452956"/>
                </a:cubicBezTo>
                <a:cubicBezTo>
                  <a:pt x="11139925" y="2461092"/>
                  <a:pt x="11157685" y="2465160"/>
                  <a:pt x="11179215" y="2465160"/>
                </a:cubicBezTo>
                <a:cubicBezTo>
                  <a:pt x="11197173" y="2465160"/>
                  <a:pt x="11212701" y="2462183"/>
                  <a:pt x="11225798" y="2456230"/>
                </a:cubicBezTo>
                <a:cubicBezTo>
                  <a:pt x="11238895" y="2450277"/>
                  <a:pt x="11248842" y="2442042"/>
                  <a:pt x="11255638" y="2431525"/>
                </a:cubicBezTo>
                <a:cubicBezTo>
                  <a:pt x="11262435" y="2421008"/>
                  <a:pt x="11265833" y="2409151"/>
                  <a:pt x="11265833" y="2395955"/>
                </a:cubicBezTo>
                <a:cubicBezTo>
                  <a:pt x="11265833" y="2384942"/>
                  <a:pt x="11263873" y="2375640"/>
                  <a:pt x="11259955" y="2368050"/>
                </a:cubicBezTo>
                <a:cubicBezTo>
                  <a:pt x="11256035" y="2360459"/>
                  <a:pt x="11250578" y="2354184"/>
                  <a:pt x="11243583" y="2349223"/>
                </a:cubicBezTo>
                <a:cubicBezTo>
                  <a:pt x="11236588" y="2344262"/>
                  <a:pt x="11228105" y="2340045"/>
                  <a:pt x="11218134" y="2336572"/>
                </a:cubicBezTo>
                <a:cubicBezTo>
                  <a:pt x="11208162" y="2333100"/>
                  <a:pt x="11197025" y="2329925"/>
                  <a:pt x="11184722" y="2327047"/>
                </a:cubicBezTo>
                <a:cubicBezTo>
                  <a:pt x="11174899" y="2324567"/>
                  <a:pt x="11167855" y="2322682"/>
                  <a:pt x="11163588" y="2321392"/>
                </a:cubicBezTo>
                <a:cubicBezTo>
                  <a:pt x="11159321" y="2320102"/>
                  <a:pt x="11155105" y="2318316"/>
                  <a:pt x="11150938" y="2316034"/>
                </a:cubicBezTo>
                <a:cubicBezTo>
                  <a:pt x="11146771" y="2313752"/>
                  <a:pt x="11143496" y="2311024"/>
                  <a:pt x="11141115" y="2307849"/>
                </a:cubicBezTo>
                <a:cubicBezTo>
                  <a:pt x="11138734" y="2304674"/>
                  <a:pt x="11137543" y="2300903"/>
                  <a:pt x="11137543" y="2296538"/>
                </a:cubicBezTo>
                <a:cubicBezTo>
                  <a:pt x="11137543" y="2289493"/>
                  <a:pt x="11141041" y="2283466"/>
                  <a:pt x="11148036" y="2278455"/>
                </a:cubicBezTo>
                <a:cubicBezTo>
                  <a:pt x="11155031" y="2273445"/>
                  <a:pt x="11164233" y="2270939"/>
                  <a:pt x="11175643" y="2270939"/>
                </a:cubicBezTo>
                <a:cubicBezTo>
                  <a:pt x="11187946" y="2270939"/>
                  <a:pt x="11196876" y="2273246"/>
                  <a:pt x="11202432" y="2277860"/>
                </a:cubicBezTo>
                <a:cubicBezTo>
                  <a:pt x="11207988" y="2282473"/>
                  <a:pt x="11212751" y="2288898"/>
                  <a:pt x="11216720" y="2297133"/>
                </a:cubicBezTo>
                <a:cubicBezTo>
                  <a:pt x="11219795" y="2302888"/>
                  <a:pt x="11222648" y="2307030"/>
                  <a:pt x="11225277" y="2309560"/>
                </a:cubicBezTo>
                <a:cubicBezTo>
                  <a:pt x="11227907" y="2312090"/>
                  <a:pt x="11231751" y="2313355"/>
                  <a:pt x="11236811" y="2313355"/>
                </a:cubicBezTo>
                <a:cubicBezTo>
                  <a:pt x="11242368" y="2313355"/>
                  <a:pt x="11247006" y="2311247"/>
                  <a:pt x="11250727" y="2307030"/>
                </a:cubicBezTo>
                <a:cubicBezTo>
                  <a:pt x="11254448" y="2302813"/>
                  <a:pt x="11256308" y="2298076"/>
                  <a:pt x="11256308" y="2292817"/>
                </a:cubicBezTo>
                <a:cubicBezTo>
                  <a:pt x="11256308" y="2287062"/>
                  <a:pt x="11254820" y="2281159"/>
                  <a:pt x="11251843" y="2275106"/>
                </a:cubicBezTo>
                <a:cubicBezTo>
                  <a:pt x="11248867" y="2269054"/>
                  <a:pt x="11244154" y="2263275"/>
                  <a:pt x="11237705" y="2257768"/>
                </a:cubicBezTo>
                <a:cubicBezTo>
                  <a:pt x="11231255" y="2252261"/>
                  <a:pt x="11223144" y="2247846"/>
                  <a:pt x="11213371" y="2244522"/>
                </a:cubicBezTo>
                <a:cubicBezTo>
                  <a:pt x="11203598" y="2241198"/>
                  <a:pt x="11192014" y="2239536"/>
                  <a:pt x="11178620" y="2239536"/>
                </a:cubicBezTo>
                <a:close/>
                <a:moveTo>
                  <a:pt x="10375097" y="2239536"/>
                </a:moveTo>
                <a:cubicBezTo>
                  <a:pt x="10369044" y="2239536"/>
                  <a:pt x="10363959" y="2240702"/>
                  <a:pt x="10359842" y="2243034"/>
                </a:cubicBezTo>
                <a:cubicBezTo>
                  <a:pt x="10355724" y="2245366"/>
                  <a:pt x="10352401" y="2248417"/>
                  <a:pt x="10349870" y="2252187"/>
                </a:cubicBezTo>
                <a:cubicBezTo>
                  <a:pt x="10347340" y="2255957"/>
                  <a:pt x="10344959" y="2260695"/>
                  <a:pt x="10342727" y="2266400"/>
                </a:cubicBezTo>
                <a:cubicBezTo>
                  <a:pt x="10340494" y="2272105"/>
                  <a:pt x="10338584" y="2276992"/>
                  <a:pt x="10336997" y="2281060"/>
                </a:cubicBezTo>
                <a:lnTo>
                  <a:pt x="10281186" y="2422744"/>
                </a:lnTo>
                <a:cubicBezTo>
                  <a:pt x="10278904" y="2428399"/>
                  <a:pt x="10277267" y="2432815"/>
                  <a:pt x="10276275" y="2435990"/>
                </a:cubicBezTo>
                <a:cubicBezTo>
                  <a:pt x="10275283" y="2439165"/>
                  <a:pt x="10274787" y="2442240"/>
                  <a:pt x="10274787" y="2445217"/>
                </a:cubicBezTo>
                <a:cubicBezTo>
                  <a:pt x="10274787" y="2450376"/>
                  <a:pt x="10276920" y="2454990"/>
                  <a:pt x="10281186" y="2459058"/>
                </a:cubicBezTo>
                <a:cubicBezTo>
                  <a:pt x="10285453" y="2463126"/>
                  <a:pt x="10290364" y="2465160"/>
                  <a:pt x="10295920" y="2465160"/>
                </a:cubicBezTo>
                <a:cubicBezTo>
                  <a:pt x="10302469" y="2465160"/>
                  <a:pt x="10307181" y="2463250"/>
                  <a:pt x="10310059" y="2459430"/>
                </a:cubicBezTo>
                <a:cubicBezTo>
                  <a:pt x="10312936" y="2455610"/>
                  <a:pt x="10316409" y="2448243"/>
                  <a:pt x="10320477" y="2437329"/>
                </a:cubicBezTo>
                <a:lnTo>
                  <a:pt x="10330895" y="2409349"/>
                </a:lnTo>
                <a:lnTo>
                  <a:pt x="10419596" y="2409349"/>
                </a:lnTo>
                <a:lnTo>
                  <a:pt x="10430014" y="2436734"/>
                </a:lnTo>
                <a:cubicBezTo>
                  <a:pt x="10431403" y="2440107"/>
                  <a:pt x="10433065" y="2444002"/>
                  <a:pt x="10435000" y="2448417"/>
                </a:cubicBezTo>
                <a:cubicBezTo>
                  <a:pt x="10436935" y="2452832"/>
                  <a:pt x="10438745" y="2456106"/>
                  <a:pt x="10440432" y="2458239"/>
                </a:cubicBezTo>
                <a:cubicBezTo>
                  <a:pt x="10442119" y="2460373"/>
                  <a:pt x="10444203" y="2462059"/>
                  <a:pt x="10446683" y="2463300"/>
                </a:cubicBezTo>
                <a:cubicBezTo>
                  <a:pt x="10449163" y="2464540"/>
                  <a:pt x="10452140" y="2465160"/>
                  <a:pt x="10455613" y="2465160"/>
                </a:cubicBezTo>
                <a:cubicBezTo>
                  <a:pt x="10461566" y="2465160"/>
                  <a:pt x="10466651" y="2463052"/>
                  <a:pt x="10470868" y="2458835"/>
                </a:cubicBezTo>
                <a:cubicBezTo>
                  <a:pt x="10475084" y="2454618"/>
                  <a:pt x="10477193" y="2449979"/>
                  <a:pt x="10477193" y="2444919"/>
                </a:cubicBezTo>
                <a:cubicBezTo>
                  <a:pt x="10477193" y="2440058"/>
                  <a:pt x="10474960" y="2432269"/>
                  <a:pt x="10470496" y="2421553"/>
                </a:cubicBezTo>
                <a:lnTo>
                  <a:pt x="10413494" y="2280762"/>
                </a:lnTo>
                <a:cubicBezTo>
                  <a:pt x="10410815" y="2273717"/>
                  <a:pt x="10408608" y="2268087"/>
                  <a:pt x="10406872" y="2263870"/>
                </a:cubicBezTo>
                <a:cubicBezTo>
                  <a:pt x="10405135" y="2259653"/>
                  <a:pt x="10403002" y="2255709"/>
                  <a:pt x="10400472" y="2252038"/>
                </a:cubicBezTo>
                <a:cubicBezTo>
                  <a:pt x="10397942" y="2248367"/>
                  <a:pt x="10394618" y="2245366"/>
                  <a:pt x="10390501" y="2243034"/>
                </a:cubicBezTo>
                <a:cubicBezTo>
                  <a:pt x="10386383" y="2240702"/>
                  <a:pt x="10381248" y="2239536"/>
                  <a:pt x="10375097" y="2239536"/>
                </a:cubicBezTo>
                <a:close/>
                <a:moveTo>
                  <a:pt x="10141883" y="2239536"/>
                </a:moveTo>
                <a:cubicBezTo>
                  <a:pt x="10135732" y="2239536"/>
                  <a:pt x="10130994" y="2241670"/>
                  <a:pt x="10127670" y="2245936"/>
                </a:cubicBezTo>
                <a:cubicBezTo>
                  <a:pt x="10124346" y="2250203"/>
                  <a:pt x="10122684" y="2256503"/>
                  <a:pt x="10122684" y="2264837"/>
                </a:cubicBezTo>
                <a:lnTo>
                  <a:pt x="10122684" y="2324815"/>
                </a:lnTo>
                <a:cubicBezTo>
                  <a:pt x="10115045" y="2316481"/>
                  <a:pt x="10107206" y="2310304"/>
                  <a:pt x="10099169" y="2306286"/>
                </a:cubicBezTo>
                <a:cubicBezTo>
                  <a:pt x="10091133" y="2302268"/>
                  <a:pt x="10081261" y="2300258"/>
                  <a:pt x="10069553" y="2300258"/>
                </a:cubicBezTo>
                <a:cubicBezTo>
                  <a:pt x="10049312" y="2300258"/>
                  <a:pt x="10032991" y="2307353"/>
                  <a:pt x="10020588" y="2321541"/>
                </a:cubicBezTo>
                <a:cubicBezTo>
                  <a:pt x="10008186" y="2335729"/>
                  <a:pt x="10001985" y="2355523"/>
                  <a:pt x="10001985" y="2380923"/>
                </a:cubicBezTo>
                <a:cubicBezTo>
                  <a:pt x="10001985" y="2392929"/>
                  <a:pt x="10003547" y="2404091"/>
                  <a:pt x="10006673" y="2414410"/>
                </a:cubicBezTo>
                <a:cubicBezTo>
                  <a:pt x="10009798" y="2424728"/>
                  <a:pt x="10014387" y="2433708"/>
                  <a:pt x="10020439" y="2441347"/>
                </a:cubicBezTo>
                <a:cubicBezTo>
                  <a:pt x="10026492" y="2448987"/>
                  <a:pt x="10033660" y="2454866"/>
                  <a:pt x="10041945" y="2458984"/>
                </a:cubicBezTo>
                <a:cubicBezTo>
                  <a:pt x="10050230" y="2463101"/>
                  <a:pt x="10059234" y="2465160"/>
                  <a:pt x="10068957" y="2465160"/>
                </a:cubicBezTo>
                <a:cubicBezTo>
                  <a:pt x="10076299" y="2465160"/>
                  <a:pt x="10083071" y="2464143"/>
                  <a:pt x="10089272" y="2462109"/>
                </a:cubicBezTo>
                <a:cubicBezTo>
                  <a:pt x="10095474" y="2460075"/>
                  <a:pt x="10101228" y="2457098"/>
                  <a:pt x="10106536" y="2453179"/>
                </a:cubicBezTo>
                <a:cubicBezTo>
                  <a:pt x="10111845" y="2449260"/>
                  <a:pt x="10117227" y="2444175"/>
                  <a:pt x="10122684" y="2437924"/>
                </a:cubicBezTo>
                <a:lnTo>
                  <a:pt x="10122684" y="2441943"/>
                </a:lnTo>
                <a:cubicBezTo>
                  <a:pt x="10122684" y="2449384"/>
                  <a:pt x="10124495" y="2455114"/>
                  <a:pt x="10128117" y="2459132"/>
                </a:cubicBezTo>
                <a:cubicBezTo>
                  <a:pt x="10131738" y="2463151"/>
                  <a:pt x="10136327" y="2465160"/>
                  <a:pt x="10141883" y="2465160"/>
                </a:cubicBezTo>
                <a:cubicBezTo>
                  <a:pt x="10147539" y="2465160"/>
                  <a:pt x="10152152" y="2463225"/>
                  <a:pt x="10155724" y="2459356"/>
                </a:cubicBezTo>
                <a:cubicBezTo>
                  <a:pt x="10159296" y="2455486"/>
                  <a:pt x="10161082" y="2449682"/>
                  <a:pt x="10161082" y="2441943"/>
                </a:cubicBezTo>
                <a:lnTo>
                  <a:pt x="10161082" y="2262754"/>
                </a:lnTo>
                <a:cubicBezTo>
                  <a:pt x="10161082" y="2255114"/>
                  <a:pt x="10159420" y="2249334"/>
                  <a:pt x="10156096" y="2245415"/>
                </a:cubicBezTo>
                <a:cubicBezTo>
                  <a:pt x="10152772" y="2241496"/>
                  <a:pt x="10148035" y="2239536"/>
                  <a:pt x="10141883" y="2239536"/>
                </a:cubicBezTo>
                <a:close/>
                <a:moveTo>
                  <a:pt x="8954235" y="2239536"/>
                </a:moveTo>
                <a:cubicBezTo>
                  <a:pt x="8947885" y="2239536"/>
                  <a:pt x="8942948" y="2241595"/>
                  <a:pt x="8939426" y="2245713"/>
                </a:cubicBezTo>
                <a:cubicBezTo>
                  <a:pt x="8935904" y="2249830"/>
                  <a:pt x="8934143" y="2256007"/>
                  <a:pt x="8934143" y="2264242"/>
                </a:cubicBezTo>
                <a:lnTo>
                  <a:pt x="8934143" y="2440454"/>
                </a:lnTo>
                <a:cubicBezTo>
                  <a:pt x="8934143" y="2456925"/>
                  <a:pt x="8940840" y="2465160"/>
                  <a:pt x="8954235" y="2465160"/>
                </a:cubicBezTo>
                <a:cubicBezTo>
                  <a:pt x="8960684" y="2465160"/>
                  <a:pt x="8965719" y="2463052"/>
                  <a:pt x="8969341" y="2458835"/>
                </a:cubicBezTo>
                <a:cubicBezTo>
                  <a:pt x="8972962" y="2454618"/>
                  <a:pt x="8974773" y="2448491"/>
                  <a:pt x="8974773" y="2440454"/>
                </a:cubicBezTo>
                <a:lnTo>
                  <a:pt x="8974773" y="2386728"/>
                </a:lnTo>
                <a:cubicBezTo>
                  <a:pt x="8974773" y="2371249"/>
                  <a:pt x="8975864" y="2360484"/>
                  <a:pt x="8978047" y="2354432"/>
                </a:cubicBezTo>
                <a:cubicBezTo>
                  <a:pt x="8980924" y="2347288"/>
                  <a:pt x="8985265" y="2341657"/>
                  <a:pt x="8991070" y="2337540"/>
                </a:cubicBezTo>
                <a:cubicBezTo>
                  <a:pt x="8996874" y="2333422"/>
                  <a:pt x="9003397" y="2331363"/>
                  <a:pt x="9010640" y="2331363"/>
                </a:cubicBezTo>
                <a:cubicBezTo>
                  <a:pt x="9021455" y="2331363"/>
                  <a:pt x="9028797" y="2334861"/>
                  <a:pt x="9032667" y="2341856"/>
                </a:cubicBezTo>
                <a:cubicBezTo>
                  <a:pt x="9036537" y="2348851"/>
                  <a:pt x="9038471" y="2358847"/>
                  <a:pt x="9038471" y="2371845"/>
                </a:cubicBezTo>
                <a:lnTo>
                  <a:pt x="9038471" y="2440454"/>
                </a:lnTo>
                <a:cubicBezTo>
                  <a:pt x="9038471" y="2456925"/>
                  <a:pt x="9045169" y="2465160"/>
                  <a:pt x="9058563" y="2465160"/>
                </a:cubicBezTo>
                <a:cubicBezTo>
                  <a:pt x="9064715" y="2465160"/>
                  <a:pt x="9069651" y="2463076"/>
                  <a:pt x="9073372" y="2458909"/>
                </a:cubicBezTo>
                <a:cubicBezTo>
                  <a:pt x="9077092" y="2454742"/>
                  <a:pt x="9078953" y="2448590"/>
                  <a:pt x="9078953" y="2440454"/>
                </a:cubicBezTo>
                <a:lnTo>
                  <a:pt x="9078953" y="2362617"/>
                </a:lnTo>
                <a:cubicBezTo>
                  <a:pt x="9078953" y="2354779"/>
                  <a:pt x="9078457" y="2347859"/>
                  <a:pt x="9077464" y="2341856"/>
                </a:cubicBezTo>
                <a:cubicBezTo>
                  <a:pt x="9076472" y="2335853"/>
                  <a:pt x="9074537" y="2330421"/>
                  <a:pt x="9071660" y="2325559"/>
                </a:cubicBezTo>
                <a:cubicBezTo>
                  <a:pt x="9067096" y="2317225"/>
                  <a:pt x="9060820" y="2310875"/>
                  <a:pt x="9052833" y="2306509"/>
                </a:cubicBezTo>
                <a:cubicBezTo>
                  <a:pt x="9044846" y="2302144"/>
                  <a:pt x="9035693" y="2299961"/>
                  <a:pt x="9025375" y="2299961"/>
                </a:cubicBezTo>
                <a:cubicBezTo>
                  <a:pt x="9018528" y="2299961"/>
                  <a:pt x="9012129" y="2300829"/>
                  <a:pt x="9006176" y="2302565"/>
                </a:cubicBezTo>
                <a:cubicBezTo>
                  <a:pt x="9000223" y="2304302"/>
                  <a:pt x="8994790" y="2306906"/>
                  <a:pt x="8989879" y="2310379"/>
                </a:cubicBezTo>
                <a:cubicBezTo>
                  <a:pt x="8984968" y="2313851"/>
                  <a:pt x="8979932" y="2318564"/>
                  <a:pt x="8974773" y="2324517"/>
                </a:cubicBezTo>
                <a:lnTo>
                  <a:pt x="8974773" y="2264242"/>
                </a:lnTo>
                <a:cubicBezTo>
                  <a:pt x="8974773" y="2256106"/>
                  <a:pt x="8972962" y="2249954"/>
                  <a:pt x="8969341" y="2245787"/>
                </a:cubicBezTo>
                <a:cubicBezTo>
                  <a:pt x="8965719" y="2241620"/>
                  <a:pt x="8960684" y="2239536"/>
                  <a:pt x="8954235" y="2239536"/>
                </a:cubicBezTo>
                <a:close/>
                <a:moveTo>
                  <a:pt x="10476002" y="2048888"/>
                </a:moveTo>
                <a:cubicBezTo>
                  <a:pt x="10469751" y="2048888"/>
                  <a:pt x="10464493" y="2051070"/>
                  <a:pt x="10460227" y="2055436"/>
                </a:cubicBezTo>
                <a:cubicBezTo>
                  <a:pt x="10455960" y="2059802"/>
                  <a:pt x="10453827" y="2065011"/>
                  <a:pt x="10453827" y="2071063"/>
                </a:cubicBezTo>
                <a:cubicBezTo>
                  <a:pt x="10453827" y="2078207"/>
                  <a:pt x="10456059" y="2083763"/>
                  <a:pt x="10460524" y="2087732"/>
                </a:cubicBezTo>
                <a:cubicBezTo>
                  <a:pt x="10464989" y="2091701"/>
                  <a:pt x="10470297" y="2093685"/>
                  <a:pt x="10476449" y="2093685"/>
                </a:cubicBezTo>
                <a:cubicBezTo>
                  <a:pt x="10482402" y="2093685"/>
                  <a:pt x="10487586" y="2091676"/>
                  <a:pt x="10492001" y="2087657"/>
                </a:cubicBezTo>
                <a:cubicBezTo>
                  <a:pt x="10496417" y="2083639"/>
                  <a:pt x="10498624" y="2078108"/>
                  <a:pt x="10498624" y="2071063"/>
                </a:cubicBezTo>
                <a:cubicBezTo>
                  <a:pt x="10498624" y="2064912"/>
                  <a:pt x="10496417" y="2059678"/>
                  <a:pt x="10492001" y="2055362"/>
                </a:cubicBezTo>
                <a:cubicBezTo>
                  <a:pt x="10487586" y="2051046"/>
                  <a:pt x="10482253" y="2048888"/>
                  <a:pt x="10476002" y="2048888"/>
                </a:cubicBezTo>
                <a:close/>
                <a:moveTo>
                  <a:pt x="10176709" y="1958847"/>
                </a:moveTo>
                <a:cubicBezTo>
                  <a:pt x="10184249" y="1958847"/>
                  <a:pt x="10190847" y="1960955"/>
                  <a:pt x="10196503" y="1965172"/>
                </a:cubicBezTo>
                <a:cubicBezTo>
                  <a:pt x="10202159" y="1969389"/>
                  <a:pt x="10206524" y="1975367"/>
                  <a:pt x="10209600" y="1983106"/>
                </a:cubicBezTo>
                <a:cubicBezTo>
                  <a:pt x="10212676" y="1990845"/>
                  <a:pt x="10214213" y="2000072"/>
                  <a:pt x="10214213" y="2010788"/>
                </a:cubicBezTo>
                <a:cubicBezTo>
                  <a:pt x="10214213" y="2027357"/>
                  <a:pt x="10210518" y="2040082"/>
                  <a:pt x="10203126" y="2048962"/>
                </a:cubicBezTo>
                <a:cubicBezTo>
                  <a:pt x="10195734" y="2057842"/>
                  <a:pt x="10186929" y="2062282"/>
                  <a:pt x="10176709" y="2062282"/>
                </a:cubicBezTo>
                <a:cubicBezTo>
                  <a:pt x="10164703" y="2062282"/>
                  <a:pt x="10155005" y="2057941"/>
                  <a:pt x="10147613" y="2049260"/>
                </a:cubicBezTo>
                <a:cubicBezTo>
                  <a:pt x="10140221" y="2040578"/>
                  <a:pt x="10136525" y="2028151"/>
                  <a:pt x="10136525" y="2011978"/>
                </a:cubicBezTo>
                <a:cubicBezTo>
                  <a:pt x="10136525" y="2000965"/>
                  <a:pt x="10138262" y="1991465"/>
                  <a:pt x="10141734" y="1983478"/>
                </a:cubicBezTo>
                <a:cubicBezTo>
                  <a:pt x="10145207" y="1975491"/>
                  <a:pt x="10149969" y="1969389"/>
                  <a:pt x="10156022" y="1965172"/>
                </a:cubicBezTo>
                <a:cubicBezTo>
                  <a:pt x="10162074" y="1960955"/>
                  <a:pt x="10168970" y="1958847"/>
                  <a:pt x="10176709" y="1958847"/>
                </a:cubicBezTo>
                <a:close/>
                <a:moveTo>
                  <a:pt x="9881136" y="1958847"/>
                </a:moveTo>
                <a:cubicBezTo>
                  <a:pt x="9888280" y="1958847"/>
                  <a:pt x="9894853" y="1960905"/>
                  <a:pt x="9900856" y="1965023"/>
                </a:cubicBezTo>
                <a:cubicBezTo>
                  <a:pt x="9906859" y="1969141"/>
                  <a:pt x="9911621" y="1975094"/>
                  <a:pt x="9915143" y="1982882"/>
                </a:cubicBezTo>
                <a:cubicBezTo>
                  <a:pt x="9918666" y="1990671"/>
                  <a:pt x="9920427" y="1999973"/>
                  <a:pt x="9920427" y="2010788"/>
                </a:cubicBezTo>
                <a:cubicBezTo>
                  <a:pt x="9920427" y="2022297"/>
                  <a:pt x="9918666" y="2031896"/>
                  <a:pt x="9915143" y="2039586"/>
                </a:cubicBezTo>
                <a:cubicBezTo>
                  <a:pt x="9911621" y="2047275"/>
                  <a:pt x="9906908" y="2052980"/>
                  <a:pt x="9901005" y="2056701"/>
                </a:cubicBezTo>
                <a:cubicBezTo>
                  <a:pt x="9895101" y="2060422"/>
                  <a:pt x="9888578" y="2062282"/>
                  <a:pt x="9881434" y="2062282"/>
                </a:cubicBezTo>
                <a:cubicBezTo>
                  <a:pt x="9874389" y="2062282"/>
                  <a:pt x="9867891" y="2060323"/>
                  <a:pt x="9861937" y="2056403"/>
                </a:cubicBezTo>
                <a:cubicBezTo>
                  <a:pt x="9855984" y="2052484"/>
                  <a:pt x="9851296" y="2046655"/>
                  <a:pt x="9847873" y="2038916"/>
                </a:cubicBezTo>
                <a:cubicBezTo>
                  <a:pt x="9844450" y="2031177"/>
                  <a:pt x="9842739" y="2021801"/>
                  <a:pt x="9842739" y="2010788"/>
                </a:cubicBezTo>
                <a:cubicBezTo>
                  <a:pt x="9842739" y="2000370"/>
                  <a:pt x="9844351" y="1991217"/>
                  <a:pt x="9847575" y="1983329"/>
                </a:cubicBezTo>
                <a:cubicBezTo>
                  <a:pt x="9850800" y="1975441"/>
                  <a:pt x="9855339" y="1969389"/>
                  <a:pt x="9861193" y="1965172"/>
                </a:cubicBezTo>
                <a:cubicBezTo>
                  <a:pt x="9867047" y="1960955"/>
                  <a:pt x="9873695" y="1958847"/>
                  <a:pt x="9881136" y="1958847"/>
                </a:cubicBezTo>
                <a:close/>
                <a:moveTo>
                  <a:pt x="9701054" y="1956465"/>
                </a:moveTo>
                <a:cubicBezTo>
                  <a:pt x="9711671" y="1956465"/>
                  <a:pt x="9720228" y="1959913"/>
                  <a:pt x="9726727" y="1966809"/>
                </a:cubicBezTo>
                <a:cubicBezTo>
                  <a:pt x="9733226" y="1973705"/>
                  <a:pt x="9736971" y="1984098"/>
                  <a:pt x="9737963" y="1997988"/>
                </a:cubicBezTo>
                <a:lnTo>
                  <a:pt x="9664294" y="1997988"/>
                </a:lnTo>
                <a:cubicBezTo>
                  <a:pt x="9665683" y="1984296"/>
                  <a:pt x="9669627" y="1973953"/>
                  <a:pt x="9676125" y="1966958"/>
                </a:cubicBezTo>
                <a:cubicBezTo>
                  <a:pt x="9682624" y="1959963"/>
                  <a:pt x="9690934" y="1956465"/>
                  <a:pt x="9701054" y="1956465"/>
                </a:cubicBezTo>
                <a:close/>
                <a:moveTo>
                  <a:pt x="9234329" y="1956465"/>
                </a:moveTo>
                <a:cubicBezTo>
                  <a:pt x="9244946" y="1956465"/>
                  <a:pt x="9253503" y="1959913"/>
                  <a:pt x="9260002" y="1966809"/>
                </a:cubicBezTo>
                <a:cubicBezTo>
                  <a:pt x="9266501" y="1973705"/>
                  <a:pt x="9270246" y="1984098"/>
                  <a:pt x="9271239" y="1997988"/>
                </a:cubicBezTo>
                <a:lnTo>
                  <a:pt x="9197569" y="1997988"/>
                </a:lnTo>
                <a:cubicBezTo>
                  <a:pt x="9198958" y="1984296"/>
                  <a:pt x="9202902" y="1973953"/>
                  <a:pt x="9209400" y="1966958"/>
                </a:cubicBezTo>
                <a:cubicBezTo>
                  <a:pt x="9215899" y="1959963"/>
                  <a:pt x="9224209" y="1956465"/>
                  <a:pt x="9234329" y="1956465"/>
                </a:cubicBezTo>
                <a:close/>
                <a:moveTo>
                  <a:pt x="8891429" y="1956465"/>
                </a:moveTo>
                <a:cubicBezTo>
                  <a:pt x="8902046" y="1956465"/>
                  <a:pt x="8910603" y="1959913"/>
                  <a:pt x="8917102" y="1966809"/>
                </a:cubicBezTo>
                <a:cubicBezTo>
                  <a:pt x="8923601" y="1973705"/>
                  <a:pt x="8927346" y="1984098"/>
                  <a:pt x="8928339" y="1997988"/>
                </a:cubicBezTo>
                <a:lnTo>
                  <a:pt x="8854669" y="1997988"/>
                </a:lnTo>
                <a:cubicBezTo>
                  <a:pt x="8856058" y="1984296"/>
                  <a:pt x="8860002" y="1973953"/>
                  <a:pt x="8866500" y="1966958"/>
                </a:cubicBezTo>
                <a:cubicBezTo>
                  <a:pt x="8872999" y="1959963"/>
                  <a:pt x="8881309" y="1956465"/>
                  <a:pt x="8891429" y="1956465"/>
                </a:cubicBezTo>
                <a:close/>
                <a:moveTo>
                  <a:pt x="10476449" y="1928486"/>
                </a:moveTo>
                <a:cubicBezTo>
                  <a:pt x="10470198" y="1928486"/>
                  <a:pt x="10464865" y="1930420"/>
                  <a:pt x="10460450" y="1934290"/>
                </a:cubicBezTo>
                <a:cubicBezTo>
                  <a:pt x="10456034" y="1938160"/>
                  <a:pt x="10453827" y="1943617"/>
                  <a:pt x="10453827" y="1950661"/>
                </a:cubicBezTo>
                <a:cubicBezTo>
                  <a:pt x="10453827" y="1956614"/>
                  <a:pt x="10456010" y="1961823"/>
                  <a:pt x="10460375" y="1966288"/>
                </a:cubicBezTo>
                <a:cubicBezTo>
                  <a:pt x="10464741" y="1970753"/>
                  <a:pt x="10469950" y="1972985"/>
                  <a:pt x="10476002" y="1972985"/>
                </a:cubicBezTo>
                <a:cubicBezTo>
                  <a:pt x="10481558" y="1972985"/>
                  <a:pt x="10486718" y="1970654"/>
                  <a:pt x="10491480" y="1965990"/>
                </a:cubicBezTo>
                <a:cubicBezTo>
                  <a:pt x="10496243" y="1961327"/>
                  <a:pt x="10498624" y="1956217"/>
                  <a:pt x="10498624" y="1950661"/>
                </a:cubicBezTo>
                <a:cubicBezTo>
                  <a:pt x="10498624" y="1943716"/>
                  <a:pt x="10496441" y="1938284"/>
                  <a:pt x="10492076" y="1934364"/>
                </a:cubicBezTo>
                <a:cubicBezTo>
                  <a:pt x="10487710" y="1930445"/>
                  <a:pt x="10482501" y="1928486"/>
                  <a:pt x="10476449" y="1928486"/>
                </a:cubicBezTo>
                <a:close/>
                <a:moveTo>
                  <a:pt x="10293985" y="1928486"/>
                </a:moveTo>
                <a:cubicBezTo>
                  <a:pt x="10290612" y="1928486"/>
                  <a:pt x="10287363" y="1929379"/>
                  <a:pt x="10284237" y="1931165"/>
                </a:cubicBezTo>
                <a:cubicBezTo>
                  <a:pt x="10281112" y="1932951"/>
                  <a:pt x="10278656" y="1935332"/>
                  <a:pt x="10276870" y="1938308"/>
                </a:cubicBezTo>
                <a:cubicBezTo>
                  <a:pt x="10275084" y="1941285"/>
                  <a:pt x="10274191" y="1944510"/>
                  <a:pt x="10274191" y="1947982"/>
                </a:cubicBezTo>
                <a:cubicBezTo>
                  <a:pt x="10274191" y="1951256"/>
                  <a:pt x="10275729" y="1956515"/>
                  <a:pt x="10278805" y="1963758"/>
                </a:cubicBezTo>
                <a:lnTo>
                  <a:pt x="10328811" y="2089667"/>
                </a:lnTo>
                <a:lnTo>
                  <a:pt x="10325091" y="2098745"/>
                </a:lnTo>
                <a:cubicBezTo>
                  <a:pt x="10322312" y="2105393"/>
                  <a:pt x="10319857" y="2110428"/>
                  <a:pt x="10317723" y="2113851"/>
                </a:cubicBezTo>
                <a:cubicBezTo>
                  <a:pt x="10315590" y="2117274"/>
                  <a:pt x="10313184" y="2119680"/>
                  <a:pt x="10310505" y="2121069"/>
                </a:cubicBezTo>
                <a:cubicBezTo>
                  <a:pt x="10307827" y="2122458"/>
                  <a:pt x="10304155" y="2123153"/>
                  <a:pt x="10299492" y="2123153"/>
                </a:cubicBezTo>
                <a:cubicBezTo>
                  <a:pt x="10297607" y="2123153"/>
                  <a:pt x="10295375" y="2122855"/>
                  <a:pt x="10292795" y="2122260"/>
                </a:cubicBezTo>
                <a:cubicBezTo>
                  <a:pt x="10290711" y="2121665"/>
                  <a:pt x="10288578" y="2121367"/>
                  <a:pt x="10286395" y="2121367"/>
                </a:cubicBezTo>
                <a:cubicBezTo>
                  <a:pt x="10280839" y="2121367"/>
                  <a:pt x="10276647" y="2122632"/>
                  <a:pt x="10273819" y="2125162"/>
                </a:cubicBezTo>
                <a:cubicBezTo>
                  <a:pt x="10270991" y="2127692"/>
                  <a:pt x="10269578" y="2131289"/>
                  <a:pt x="10269578" y="2135952"/>
                </a:cubicBezTo>
                <a:cubicBezTo>
                  <a:pt x="10269578" y="2142798"/>
                  <a:pt x="10272554" y="2147511"/>
                  <a:pt x="10278507" y="2150091"/>
                </a:cubicBezTo>
                <a:cubicBezTo>
                  <a:pt x="10284460" y="2152671"/>
                  <a:pt x="10293390" y="2153960"/>
                  <a:pt x="10305296" y="2153960"/>
                </a:cubicBezTo>
                <a:cubicBezTo>
                  <a:pt x="10317500" y="2153960"/>
                  <a:pt x="10327199" y="2152100"/>
                  <a:pt x="10334392" y="2148379"/>
                </a:cubicBezTo>
                <a:cubicBezTo>
                  <a:pt x="10341586" y="2144659"/>
                  <a:pt x="10347365" y="2139326"/>
                  <a:pt x="10351731" y="2132380"/>
                </a:cubicBezTo>
                <a:cubicBezTo>
                  <a:pt x="10356096" y="2125435"/>
                  <a:pt x="10360561" y="2115860"/>
                  <a:pt x="10365125" y="2103656"/>
                </a:cubicBezTo>
                <a:lnTo>
                  <a:pt x="10418108" y="1964949"/>
                </a:lnTo>
                <a:cubicBezTo>
                  <a:pt x="10419398" y="1961377"/>
                  <a:pt x="10420489" y="1957854"/>
                  <a:pt x="10421382" y="1954382"/>
                </a:cubicBezTo>
                <a:cubicBezTo>
                  <a:pt x="10422275" y="1950909"/>
                  <a:pt x="10422920" y="1948230"/>
                  <a:pt x="10423317" y="1946345"/>
                </a:cubicBezTo>
                <a:cubicBezTo>
                  <a:pt x="10423317" y="1943269"/>
                  <a:pt x="10422548" y="1940342"/>
                  <a:pt x="10421010" y="1937564"/>
                </a:cubicBezTo>
                <a:cubicBezTo>
                  <a:pt x="10419472" y="1934786"/>
                  <a:pt x="10417289" y="1932578"/>
                  <a:pt x="10414462" y="1930941"/>
                </a:cubicBezTo>
                <a:cubicBezTo>
                  <a:pt x="10411634" y="1929304"/>
                  <a:pt x="10408682" y="1928486"/>
                  <a:pt x="10405607" y="1928486"/>
                </a:cubicBezTo>
                <a:cubicBezTo>
                  <a:pt x="10401340" y="1928486"/>
                  <a:pt x="10398041" y="1929230"/>
                  <a:pt x="10395709" y="1930718"/>
                </a:cubicBezTo>
                <a:cubicBezTo>
                  <a:pt x="10393378" y="1932206"/>
                  <a:pt x="10391170" y="1935084"/>
                  <a:pt x="10389087" y="1939350"/>
                </a:cubicBezTo>
                <a:cubicBezTo>
                  <a:pt x="10387003" y="1943617"/>
                  <a:pt x="10384671" y="1949520"/>
                  <a:pt x="10382092" y="1957061"/>
                </a:cubicBezTo>
                <a:lnTo>
                  <a:pt x="10349498" y="2050078"/>
                </a:lnTo>
                <a:lnTo>
                  <a:pt x="10315119" y="1950066"/>
                </a:lnTo>
                <a:cubicBezTo>
                  <a:pt x="10312837" y="1943120"/>
                  <a:pt x="10310208" y="1937787"/>
                  <a:pt x="10307231" y="1934067"/>
                </a:cubicBezTo>
                <a:cubicBezTo>
                  <a:pt x="10304255" y="1930346"/>
                  <a:pt x="10299839" y="1928486"/>
                  <a:pt x="10293985" y="1928486"/>
                </a:cubicBezTo>
                <a:close/>
                <a:moveTo>
                  <a:pt x="9362321" y="1928486"/>
                </a:moveTo>
                <a:cubicBezTo>
                  <a:pt x="9356467" y="1928486"/>
                  <a:pt x="9351854" y="1930396"/>
                  <a:pt x="9348480" y="1934216"/>
                </a:cubicBezTo>
                <a:cubicBezTo>
                  <a:pt x="9345107" y="1938036"/>
                  <a:pt x="9343420" y="1943815"/>
                  <a:pt x="9343420" y="1951554"/>
                </a:cubicBezTo>
                <a:lnTo>
                  <a:pt x="9343420" y="2068979"/>
                </a:lnTo>
                <a:cubicBezTo>
                  <a:pt x="9343420" y="2076917"/>
                  <a:pt x="9345305" y="2083019"/>
                  <a:pt x="9349076" y="2087285"/>
                </a:cubicBezTo>
                <a:cubicBezTo>
                  <a:pt x="9352846" y="2091552"/>
                  <a:pt x="9357658" y="2093685"/>
                  <a:pt x="9363512" y="2093685"/>
                </a:cubicBezTo>
                <a:cubicBezTo>
                  <a:pt x="9369564" y="2093685"/>
                  <a:pt x="9374500" y="2091626"/>
                  <a:pt x="9378320" y="2087509"/>
                </a:cubicBezTo>
                <a:cubicBezTo>
                  <a:pt x="9382140" y="2083391"/>
                  <a:pt x="9384050" y="2077215"/>
                  <a:pt x="9384050" y="2068979"/>
                </a:cubicBezTo>
                <a:lnTo>
                  <a:pt x="9384050" y="2018080"/>
                </a:lnTo>
                <a:cubicBezTo>
                  <a:pt x="9384050" y="2001511"/>
                  <a:pt x="9385042" y="1990200"/>
                  <a:pt x="9387027" y="1984147"/>
                </a:cubicBezTo>
                <a:cubicBezTo>
                  <a:pt x="9389805" y="1976607"/>
                  <a:pt x="9394171" y="1970679"/>
                  <a:pt x="9400124" y="1966362"/>
                </a:cubicBezTo>
                <a:cubicBezTo>
                  <a:pt x="9406077" y="1962046"/>
                  <a:pt x="9412675" y="1959888"/>
                  <a:pt x="9419918" y="1959888"/>
                </a:cubicBezTo>
                <a:cubicBezTo>
                  <a:pt x="9431030" y="1959888"/>
                  <a:pt x="9438447" y="1963436"/>
                  <a:pt x="9442168" y="1970530"/>
                </a:cubicBezTo>
                <a:cubicBezTo>
                  <a:pt x="9445888" y="1977624"/>
                  <a:pt x="9447749" y="1987868"/>
                  <a:pt x="9447749" y="2001263"/>
                </a:cubicBezTo>
                <a:lnTo>
                  <a:pt x="9447749" y="2068979"/>
                </a:lnTo>
                <a:cubicBezTo>
                  <a:pt x="9447749" y="2076917"/>
                  <a:pt x="9449634" y="2083019"/>
                  <a:pt x="9453404" y="2087285"/>
                </a:cubicBezTo>
                <a:cubicBezTo>
                  <a:pt x="9457175" y="2091552"/>
                  <a:pt x="9462086" y="2093685"/>
                  <a:pt x="9468138" y="2093685"/>
                </a:cubicBezTo>
                <a:cubicBezTo>
                  <a:pt x="9474091" y="2093685"/>
                  <a:pt x="9478928" y="2091601"/>
                  <a:pt x="9482649" y="2087434"/>
                </a:cubicBezTo>
                <a:cubicBezTo>
                  <a:pt x="9486369" y="2083267"/>
                  <a:pt x="9488230" y="2077115"/>
                  <a:pt x="9488230" y="2068979"/>
                </a:cubicBezTo>
                <a:lnTo>
                  <a:pt x="9488230" y="1993375"/>
                </a:lnTo>
                <a:cubicBezTo>
                  <a:pt x="9488230" y="1984445"/>
                  <a:pt x="9487833" y="1977103"/>
                  <a:pt x="9487039" y="1971348"/>
                </a:cubicBezTo>
                <a:cubicBezTo>
                  <a:pt x="9486245" y="1965594"/>
                  <a:pt x="9484509" y="1960236"/>
                  <a:pt x="9481830" y="1955275"/>
                </a:cubicBezTo>
                <a:cubicBezTo>
                  <a:pt x="9477663" y="1946742"/>
                  <a:pt x="9471363" y="1940144"/>
                  <a:pt x="9462929" y="1935481"/>
                </a:cubicBezTo>
                <a:cubicBezTo>
                  <a:pt x="9454495" y="1930817"/>
                  <a:pt x="9444921" y="1928486"/>
                  <a:pt x="9434205" y="1928486"/>
                </a:cubicBezTo>
                <a:cubicBezTo>
                  <a:pt x="9423192" y="1928486"/>
                  <a:pt x="9413444" y="1930693"/>
                  <a:pt x="9404961" y="1935109"/>
                </a:cubicBezTo>
                <a:cubicBezTo>
                  <a:pt x="9396477" y="1939524"/>
                  <a:pt x="9388664" y="1946444"/>
                  <a:pt x="9381520" y="1955870"/>
                </a:cubicBezTo>
                <a:lnTo>
                  <a:pt x="9381520" y="1950959"/>
                </a:lnTo>
                <a:cubicBezTo>
                  <a:pt x="9381520" y="1946097"/>
                  <a:pt x="9380652" y="1941979"/>
                  <a:pt x="9378916" y="1938606"/>
                </a:cubicBezTo>
                <a:cubicBezTo>
                  <a:pt x="9377179" y="1935233"/>
                  <a:pt x="9374873" y="1932703"/>
                  <a:pt x="9371995" y="1931016"/>
                </a:cubicBezTo>
                <a:cubicBezTo>
                  <a:pt x="9369118" y="1929329"/>
                  <a:pt x="9365893" y="1928486"/>
                  <a:pt x="9362321" y="1928486"/>
                </a:cubicBezTo>
                <a:close/>
                <a:moveTo>
                  <a:pt x="9058117" y="1928486"/>
                </a:moveTo>
                <a:cubicBezTo>
                  <a:pt x="9044722" y="1928486"/>
                  <a:pt x="9033287" y="1930644"/>
                  <a:pt x="9023812" y="1934960"/>
                </a:cubicBezTo>
                <a:cubicBezTo>
                  <a:pt x="9014336" y="1939276"/>
                  <a:pt x="9007168" y="1945055"/>
                  <a:pt x="9002306" y="1952298"/>
                </a:cubicBezTo>
                <a:cubicBezTo>
                  <a:pt x="8997444" y="1959541"/>
                  <a:pt x="8995014" y="1967231"/>
                  <a:pt x="8995014" y="1975367"/>
                </a:cubicBezTo>
                <a:cubicBezTo>
                  <a:pt x="8995014" y="1984495"/>
                  <a:pt x="8997643" y="1992184"/>
                  <a:pt x="9002901" y="1998435"/>
                </a:cubicBezTo>
                <a:cubicBezTo>
                  <a:pt x="9008160" y="2004686"/>
                  <a:pt x="9015180" y="2009721"/>
                  <a:pt x="9023961" y="2013541"/>
                </a:cubicBezTo>
                <a:cubicBezTo>
                  <a:pt x="9032741" y="2017361"/>
                  <a:pt x="9044127" y="2021007"/>
                  <a:pt x="9058117" y="2024480"/>
                </a:cubicBezTo>
                <a:cubicBezTo>
                  <a:pt x="9070519" y="2027456"/>
                  <a:pt x="9079424" y="2030582"/>
                  <a:pt x="9084831" y="2033856"/>
                </a:cubicBezTo>
                <a:cubicBezTo>
                  <a:pt x="9090239" y="2037130"/>
                  <a:pt x="9092942" y="2042339"/>
                  <a:pt x="9092942" y="2049483"/>
                </a:cubicBezTo>
                <a:cubicBezTo>
                  <a:pt x="9092942" y="2054146"/>
                  <a:pt x="9090338" y="2058289"/>
                  <a:pt x="9085129" y="2061910"/>
                </a:cubicBezTo>
                <a:cubicBezTo>
                  <a:pt x="9079920" y="2065532"/>
                  <a:pt x="9073247" y="2067342"/>
                  <a:pt x="9065112" y="2067342"/>
                </a:cubicBezTo>
                <a:cubicBezTo>
                  <a:pt x="9055091" y="2067342"/>
                  <a:pt x="9047178" y="2065556"/>
                  <a:pt x="9041373" y="2061985"/>
                </a:cubicBezTo>
                <a:cubicBezTo>
                  <a:pt x="9035569" y="2058413"/>
                  <a:pt x="9030583" y="2053005"/>
                  <a:pt x="9026416" y="2045762"/>
                </a:cubicBezTo>
                <a:cubicBezTo>
                  <a:pt x="9024333" y="2041992"/>
                  <a:pt x="9022150" y="2039065"/>
                  <a:pt x="9019868" y="2036981"/>
                </a:cubicBezTo>
                <a:cubicBezTo>
                  <a:pt x="9017586" y="2034898"/>
                  <a:pt x="9014312" y="2033856"/>
                  <a:pt x="9010045" y="2033856"/>
                </a:cubicBezTo>
                <a:cubicBezTo>
                  <a:pt x="9005183" y="2033856"/>
                  <a:pt x="9001165" y="2035444"/>
                  <a:pt x="8997990" y="2038619"/>
                </a:cubicBezTo>
                <a:cubicBezTo>
                  <a:pt x="8994815" y="2041794"/>
                  <a:pt x="8993228" y="2045613"/>
                  <a:pt x="8993228" y="2050078"/>
                </a:cubicBezTo>
                <a:cubicBezTo>
                  <a:pt x="8993228" y="2056825"/>
                  <a:pt x="8995708" y="2063547"/>
                  <a:pt x="9000669" y="2070245"/>
                </a:cubicBezTo>
                <a:cubicBezTo>
                  <a:pt x="9005630" y="2076942"/>
                  <a:pt x="9013319" y="2082523"/>
                  <a:pt x="9023737" y="2086988"/>
                </a:cubicBezTo>
                <a:cubicBezTo>
                  <a:pt x="9034155" y="2091453"/>
                  <a:pt x="9046657" y="2093685"/>
                  <a:pt x="9061242" y="2093685"/>
                </a:cubicBezTo>
                <a:cubicBezTo>
                  <a:pt x="9076522" y="2093685"/>
                  <a:pt x="9089495" y="2091626"/>
                  <a:pt x="9100161" y="2087509"/>
                </a:cubicBezTo>
                <a:cubicBezTo>
                  <a:pt x="9110827" y="2083391"/>
                  <a:pt x="9118888" y="2077339"/>
                  <a:pt x="9124345" y="2069352"/>
                </a:cubicBezTo>
                <a:cubicBezTo>
                  <a:pt x="9129802" y="2061364"/>
                  <a:pt x="9132531" y="2051765"/>
                  <a:pt x="9132531" y="2040553"/>
                </a:cubicBezTo>
                <a:cubicBezTo>
                  <a:pt x="9132531" y="2033112"/>
                  <a:pt x="9130472" y="2026489"/>
                  <a:pt x="9126354" y="2020685"/>
                </a:cubicBezTo>
                <a:cubicBezTo>
                  <a:pt x="9122237" y="2014880"/>
                  <a:pt x="9116184" y="2009845"/>
                  <a:pt x="9108197" y="2005579"/>
                </a:cubicBezTo>
                <a:cubicBezTo>
                  <a:pt x="9100210" y="2001312"/>
                  <a:pt x="9089916" y="1997641"/>
                  <a:pt x="9077315" y="1994565"/>
                </a:cubicBezTo>
                <a:cubicBezTo>
                  <a:pt x="9066699" y="1991986"/>
                  <a:pt x="9058365" y="1989803"/>
                  <a:pt x="9052312" y="1988017"/>
                </a:cubicBezTo>
                <a:cubicBezTo>
                  <a:pt x="9046260" y="1986231"/>
                  <a:pt x="9041448" y="1983974"/>
                  <a:pt x="9037876" y="1981245"/>
                </a:cubicBezTo>
                <a:cubicBezTo>
                  <a:pt x="9034304" y="1978517"/>
                  <a:pt x="9032518" y="1975019"/>
                  <a:pt x="9032518" y="1970753"/>
                </a:cubicBezTo>
                <a:cubicBezTo>
                  <a:pt x="9032518" y="1966090"/>
                  <a:pt x="9034949" y="1962195"/>
                  <a:pt x="9039811" y="1959070"/>
                </a:cubicBezTo>
                <a:cubicBezTo>
                  <a:pt x="9044673" y="1955945"/>
                  <a:pt x="9050775" y="1954382"/>
                  <a:pt x="9058117" y="1954382"/>
                </a:cubicBezTo>
                <a:cubicBezTo>
                  <a:pt x="9065260" y="1954382"/>
                  <a:pt x="9070916" y="1955572"/>
                  <a:pt x="9075083" y="1957954"/>
                </a:cubicBezTo>
                <a:cubicBezTo>
                  <a:pt x="9079250" y="1960335"/>
                  <a:pt x="9082872" y="1963510"/>
                  <a:pt x="9085948" y="1967479"/>
                </a:cubicBezTo>
                <a:cubicBezTo>
                  <a:pt x="9089718" y="1972241"/>
                  <a:pt x="9093066" y="1975813"/>
                  <a:pt x="9095993" y="1978194"/>
                </a:cubicBezTo>
                <a:cubicBezTo>
                  <a:pt x="9098920" y="1980576"/>
                  <a:pt x="9102467" y="1981766"/>
                  <a:pt x="9106635" y="1981766"/>
                </a:cubicBezTo>
                <a:cubicBezTo>
                  <a:pt x="9112389" y="1981766"/>
                  <a:pt x="9116829" y="1980278"/>
                  <a:pt x="9119955" y="1977301"/>
                </a:cubicBezTo>
                <a:cubicBezTo>
                  <a:pt x="9123080" y="1974325"/>
                  <a:pt x="9124643" y="1970505"/>
                  <a:pt x="9124643" y="1965842"/>
                </a:cubicBezTo>
                <a:cubicBezTo>
                  <a:pt x="9124643" y="1961575"/>
                  <a:pt x="9123179" y="1957210"/>
                  <a:pt x="9120252" y="1952745"/>
                </a:cubicBezTo>
                <a:cubicBezTo>
                  <a:pt x="9117325" y="1948280"/>
                  <a:pt x="9113059" y="1944212"/>
                  <a:pt x="9107453" y="1940541"/>
                </a:cubicBezTo>
                <a:cubicBezTo>
                  <a:pt x="9101847" y="1936870"/>
                  <a:pt x="9094852" y="1933943"/>
                  <a:pt x="9086468" y="1931760"/>
                </a:cubicBezTo>
                <a:cubicBezTo>
                  <a:pt x="9078084" y="1929577"/>
                  <a:pt x="9068634" y="1928486"/>
                  <a:pt x="9058117" y="1928486"/>
                </a:cubicBezTo>
                <a:close/>
                <a:moveTo>
                  <a:pt x="8716407" y="1928486"/>
                </a:moveTo>
                <a:cubicBezTo>
                  <a:pt x="8703211" y="1928486"/>
                  <a:pt x="8696613" y="1937614"/>
                  <a:pt x="8696613" y="1955870"/>
                </a:cubicBezTo>
                <a:lnTo>
                  <a:pt x="8696613" y="2068979"/>
                </a:lnTo>
                <a:cubicBezTo>
                  <a:pt x="8696613" y="2077115"/>
                  <a:pt x="8698498" y="2083267"/>
                  <a:pt x="8702269" y="2087434"/>
                </a:cubicBezTo>
                <a:cubicBezTo>
                  <a:pt x="8706039" y="2091601"/>
                  <a:pt x="8710851" y="2093685"/>
                  <a:pt x="8716705" y="2093685"/>
                </a:cubicBezTo>
                <a:cubicBezTo>
                  <a:pt x="8722658" y="2093685"/>
                  <a:pt x="8727569" y="2091626"/>
                  <a:pt x="8731439" y="2087509"/>
                </a:cubicBezTo>
                <a:cubicBezTo>
                  <a:pt x="8735308" y="2083391"/>
                  <a:pt x="8737243" y="2077215"/>
                  <a:pt x="8737243" y="2068979"/>
                </a:cubicBezTo>
                <a:lnTo>
                  <a:pt x="8737243" y="2035047"/>
                </a:lnTo>
                <a:cubicBezTo>
                  <a:pt x="8737243" y="2022843"/>
                  <a:pt x="8737640" y="2012499"/>
                  <a:pt x="8738434" y="2004016"/>
                </a:cubicBezTo>
                <a:cubicBezTo>
                  <a:pt x="8739228" y="1995533"/>
                  <a:pt x="8740666" y="1988215"/>
                  <a:pt x="8742750" y="1982064"/>
                </a:cubicBezTo>
                <a:cubicBezTo>
                  <a:pt x="8744833" y="1975912"/>
                  <a:pt x="8747760" y="1971274"/>
                  <a:pt x="8751531" y="1968148"/>
                </a:cubicBezTo>
                <a:cubicBezTo>
                  <a:pt x="8755301" y="1965023"/>
                  <a:pt x="8760163" y="1963460"/>
                  <a:pt x="8766116" y="1963460"/>
                </a:cubicBezTo>
                <a:cubicBezTo>
                  <a:pt x="8770481" y="1963460"/>
                  <a:pt x="8775517" y="1964378"/>
                  <a:pt x="8781222" y="1966214"/>
                </a:cubicBezTo>
                <a:cubicBezTo>
                  <a:pt x="8786927" y="1968049"/>
                  <a:pt x="8790524" y="1968967"/>
                  <a:pt x="8792012" y="1968967"/>
                </a:cubicBezTo>
                <a:cubicBezTo>
                  <a:pt x="8795981" y="1968967"/>
                  <a:pt x="8799677" y="1967355"/>
                  <a:pt x="8803100" y="1964130"/>
                </a:cubicBezTo>
                <a:cubicBezTo>
                  <a:pt x="8806523" y="1960905"/>
                  <a:pt x="8808234" y="1956813"/>
                  <a:pt x="8808234" y="1951852"/>
                </a:cubicBezTo>
                <a:cubicBezTo>
                  <a:pt x="8808234" y="1944807"/>
                  <a:pt x="8804216" y="1939152"/>
                  <a:pt x="8796179" y="1934885"/>
                </a:cubicBezTo>
                <a:cubicBezTo>
                  <a:pt x="8788142" y="1930619"/>
                  <a:pt x="8779858" y="1928486"/>
                  <a:pt x="8771325" y="1928486"/>
                </a:cubicBezTo>
                <a:cubicBezTo>
                  <a:pt x="8762792" y="1928486"/>
                  <a:pt x="8755971" y="1930619"/>
                  <a:pt x="8750861" y="1934885"/>
                </a:cubicBezTo>
                <a:cubicBezTo>
                  <a:pt x="8745751" y="1939152"/>
                  <a:pt x="8740765" y="1945452"/>
                  <a:pt x="8735904" y="1953787"/>
                </a:cubicBezTo>
                <a:cubicBezTo>
                  <a:pt x="8735606" y="1945452"/>
                  <a:pt x="8733969" y="1939152"/>
                  <a:pt x="8730992" y="1934885"/>
                </a:cubicBezTo>
                <a:cubicBezTo>
                  <a:pt x="8728016" y="1930619"/>
                  <a:pt x="8723154" y="1928486"/>
                  <a:pt x="8716407" y="1928486"/>
                </a:cubicBezTo>
                <a:close/>
                <a:moveTo>
                  <a:pt x="9702394" y="1928188"/>
                </a:moveTo>
                <a:cubicBezTo>
                  <a:pt x="9690190" y="1928188"/>
                  <a:pt x="9679077" y="1930148"/>
                  <a:pt x="9669056" y="1934067"/>
                </a:cubicBezTo>
                <a:cubicBezTo>
                  <a:pt x="9659035" y="1937986"/>
                  <a:pt x="9650601" y="1943617"/>
                  <a:pt x="9643755" y="1950959"/>
                </a:cubicBezTo>
                <a:cubicBezTo>
                  <a:pt x="9636909" y="1958301"/>
                  <a:pt x="9631700" y="1967107"/>
                  <a:pt x="9628128" y="1977376"/>
                </a:cubicBezTo>
                <a:cubicBezTo>
                  <a:pt x="9624557" y="1987645"/>
                  <a:pt x="9622771" y="1998782"/>
                  <a:pt x="9622771" y="2010788"/>
                </a:cubicBezTo>
                <a:cubicBezTo>
                  <a:pt x="9622771" y="2036287"/>
                  <a:pt x="9630013" y="2056478"/>
                  <a:pt x="9644499" y="2071361"/>
                </a:cubicBezTo>
                <a:cubicBezTo>
                  <a:pt x="9658985" y="2086244"/>
                  <a:pt x="9679276" y="2093685"/>
                  <a:pt x="9705370" y="2093685"/>
                </a:cubicBezTo>
                <a:cubicBezTo>
                  <a:pt x="9716780" y="2093685"/>
                  <a:pt x="9726876" y="2092197"/>
                  <a:pt x="9735657" y="2089220"/>
                </a:cubicBezTo>
                <a:cubicBezTo>
                  <a:pt x="9744438" y="2086244"/>
                  <a:pt x="9751730" y="2082498"/>
                  <a:pt x="9757535" y="2077984"/>
                </a:cubicBezTo>
                <a:cubicBezTo>
                  <a:pt x="9763339" y="2073469"/>
                  <a:pt x="9767680" y="2068756"/>
                  <a:pt x="9770557" y="2063845"/>
                </a:cubicBezTo>
                <a:cubicBezTo>
                  <a:pt x="9773434" y="2058934"/>
                  <a:pt x="9774873" y="2054642"/>
                  <a:pt x="9774873" y="2050971"/>
                </a:cubicBezTo>
                <a:cubicBezTo>
                  <a:pt x="9774873" y="2046804"/>
                  <a:pt x="9773583" y="2043579"/>
                  <a:pt x="9771003" y="2041297"/>
                </a:cubicBezTo>
                <a:cubicBezTo>
                  <a:pt x="9768424" y="2039015"/>
                  <a:pt x="9765050" y="2037874"/>
                  <a:pt x="9760883" y="2037874"/>
                </a:cubicBezTo>
                <a:cubicBezTo>
                  <a:pt x="9757013" y="2037874"/>
                  <a:pt x="9754037" y="2038767"/>
                  <a:pt x="9751953" y="2040553"/>
                </a:cubicBezTo>
                <a:cubicBezTo>
                  <a:pt x="9746893" y="2045316"/>
                  <a:pt x="9742776" y="2049086"/>
                  <a:pt x="9739601" y="2051864"/>
                </a:cubicBezTo>
                <a:cubicBezTo>
                  <a:pt x="9736426" y="2054642"/>
                  <a:pt x="9732953" y="2057247"/>
                  <a:pt x="9729183" y="2059678"/>
                </a:cubicBezTo>
                <a:cubicBezTo>
                  <a:pt x="9725412" y="2062109"/>
                  <a:pt x="9721518" y="2063895"/>
                  <a:pt x="9717500" y="2065036"/>
                </a:cubicBezTo>
                <a:cubicBezTo>
                  <a:pt x="9713481" y="2066177"/>
                  <a:pt x="9709041" y="2066747"/>
                  <a:pt x="9704180" y="2066747"/>
                </a:cubicBezTo>
                <a:cubicBezTo>
                  <a:pt x="9696937" y="2066747"/>
                  <a:pt x="9690314" y="2064961"/>
                  <a:pt x="9684311" y="2061389"/>
                </a:cubicBezTo>
                <a:cubicBezTo>
                  <a:pt x="9678308" y="2057817"/>
                  <a:pt x="9673496" y="2052509"/>
                  <a:pt x="9669875" y="2045465"/>
                </a:cubicBezTo>
                <a:cubicBezTo>
                  <a:pt x="9666253" y="2038420"/>
                  <a:pt x="9664393" y="2030284"/>
                  <a:pt x="9664294" y="2021057"/>
                </a:cubicBezTo>
                <a:lnTo>
                  <a:pt x="9743768" y="2021057"/>
                </a:lnTo>
                <a:cubicBezTo>
                  <a:pt x="9754384" y="2021057"/>
                  <a:pt x="9762619" y="2019544"/>
                  <a:pt x="9768473" y="2016518"/>
                </a:cubicBezTo>
                <a:cubicBezTo>
                  <a:pt x="9774327" y="2013491"/>
                  <a:pt x="9777254" y="2006869"/>
                  <a:pt x="9777254" y="1996649"/>
                </a:cubicBezTo>
                <a:cubicBezTo>
                  <a:pt x="9777254" y="1985636"/>
                  <a:pt x="9774427" y="1974821"/>
                  <a:pt x="9768771" y="1964204"/>
                </a:cubicBezTo>
                <a:cubicBezTo>
                  <a:pt x="9763115" y="1953588"/>
                  <a:pt x="9754607" y="1944931"/>
                  <a:pt x="9743247" y="1938234"/>
                </a:cubicBezTo>
                <a:cubicBezTo>
                  <a:pt x="9731887" y="1931537"/>
                  <a:pt x="9718269" y="1928188"/>
                  <a:pt x="9702394" y="1928188"/>
                </a:cubicBezTo>
                <a:close/>
                <a:moveTo>
                  <a:pt x="9235669" y="1928188"/>
                </a:moveTo>
                <a:cubicBezTo>
                  <a:pt x="9223465" y="1928188"/>
                  <a:pt x="9212352" y="1930148"/>
                  <a:pt x="9202331" y="1934067"/>
                </a:cubicBezTo>
                <a:cubicBezTo>
                  <a:pt x="9192310" y="1937986"/>
                  <a:pt x="9183876" y="1943617"/>
                  <a:pt x="9177030" y="1950959"/>
                </a:cubicBezTo>
                <a:cubicBezTo>
                  <a:pt x="9170184" y="1958301"/>
                  <a:pt x="9164975" y="1967107"/>
                  <a:pt x="9161403" y="1977376"/>
                </a:cubicBezTo>
                <a:cubicBezTo>
                  <a:pt x="9157831" y="1987645"/>
                  <a:pt x="9156045" y="1998782"/>
                  <a:pt x="9156045" y="2010788"/>
                </a:cubicBezTo>
                <a:cubicBezTo>
                  <a:pt x="9156045" y="2036287"/>
                  <a:pt x="9163288" y="2056478"/>
                  <a:pt x="9177774" y="2071361"/>
                </a:cubicBezTo>
                <a:cubicBezTo>
                  <a:pt x="9192260" y="2086244"/>
                  <a:pt x="9212551" y="2093685"/>
                  <a:pt x="9238645" y="2093685"/>
                </a:cubicBezTo>
                <a:cubicBezTo>
                  <a:pt x="9250055" y="2093685"/>
                  <a:pt x="9260151" y="2092197"/>
                  <a:pt x="9268932" y="2089220"/>
                </a:cubicBezTo>
                <a:cubicBezTo>
                  <a:pt x="9277713" y="2086244"/>
                  <a:pt x="9285005" y="2082498"/>
                  <a:pt x="9290809" y="2077984"/>
                </a:cubicBezTo>
                <a:cubicBezTo>
                  <a:pt x="9296614" y="2073469"/>
                  <a:pt x="9300955" y="2068756"/>
                  <a:pt x="9303832" y="2063845"/>
                </a:cubicBezTo>
                <a:cubicBezTo>
                  <a:pt x="9306709" y="2058934"/>
                  <a:pt x="9308148" y="2054642"/>
                  <a:pt x="9308148" y="2050971"/>
                </a:cubicBezTo>
                <a:cubicBezTo>
                  <a:pt x="9308148" y="2046804"/>
                  <a:pt x="9306858" y="2043579"/>
                  <a:pt x="9304278" y="2041297"/>
                </a:cubicBezTo>
                <a:cubicBezTo>
                  <a:pt x="9301699" y="2039015"/>
                  <a:pt x="9298325" y="2037874"/>
                  <a:pt x="9294158" y="2037874"/>
                </a:cubicBezTo>
                <a:cubicBezTo>
                  <a:pt x="9290289" y="2037874"/>
                  <a:pt x="9287312" y="2038767"/>
                  <a:pt x="9285228" y="2040553"/>
                </a:cubicBezTo>
                <a:cubicBezTo>
                  <a:pt x="9280168" y="2045316"/>
                  <a:pt x="9276051" y="2049086"/>
                  <a:pt x="9272876" y="2051864"/>
                </a:cubicBezTo>
                <a:cubicBezTo>
                  <a:pt x="9269701" y="2054642"/>
                  <a:pt x="9266228" y="2057247"/>
                  <a:pt x="9262458" y="2059678"/>
                </a:cubicBezTo>
                <a:cubicBezTo>
                  <a:pt x="9258687" y="2062109"/>
                  <a:pt x="9254793" y="2063895"/>
                  <a:pt x="9250775" y="2065036"/>
                </a:cubicBezTo>
                <a:cubicBezTo>
                  <a:pt x="9246756" y="2066177"/>
                  <a:pt x="9242316" y="2066747"/>
                  <a:pt x="9237455" y="2066747"/>
                </a:cubicBezTo>
                <a:cubicBezTo>
                  <a:pt x="9230212" y="2066747"/>
                  <a:pt x="9223589" y="2064961"/>
                  <a:pt x="9217586" y="2061389"/>
                </a:cubicBezTo>
                <a:cubicBezTo>
                  <a:pt x="9211583" y="2057817"/>
                  <a:pt x="9206771" y="2052509"/>
                  <a:pt x="9203150" y="2045465"/>
                </a:cubicBezTo>
                <a:cubicBezTo>
                  <a:pt x="9199528" y="2038420"/>
                  <a:pt x="9197668" y="2030284"/>
                  <a:pt x="9197569" y="2021057"/>
                </a:cubicBezTo>
                <a:lnTo>
                  <a:pt x="9277043" y="2021057"/>
                </a:lnTo>
                <a:cubicBezTo>
                  <a:pt x="9287659" y="2021057"/>
                  <a:pt x="9295894" y="2019544"/>
                  <a:pt x="9301748" y="2016518"/>
                </a:cubicBezTo>
                <a:cubicBezTo>
                  <a:pt x="9307602" y="2013491"/>
                  <a:pt x="9310529" y="2006869"/>
                  <a:pt x="9310529" y="1996649"/>
                </a:cubicBezTo>
                <a:cubicBezTo>
                  <a:pt x="9310529" y="1985636"/>
                  <a:pt x="9307701" y="1974821"/>
                  <a:pt x="9302046" y="1964204"/>
                </a:cubicBezTo>
                <a:cubicBezTo>
                  <a:pt x="9296391" y="1953588"/>
                  <a:pt x="9287882" y="1944931"/>
                  <a:pt x="9276522" y="1938234"/>
                </a:cubicBezTo>
                <a:cubicBezTo>
                  <a:pt x="9265161" y="1931537"/>
                  <a:pt x="9251544" y="1928188"/>
                  <a:pt x="9235669" y="1928188"/>
                </a:cubicBezTo>
                <a:close/>
                <a:moveTo>
                  <a:pt x="8892769" y="1928188"/>
                </a:moveTo>
                <a:cubicBezTo>
                  <a:pt x="8880565" y="1928188"/>
                  <a:pt x="8869452" y="1930148"/>
                  <a:pt x="8859431" y="1934067"/>
                </a:cubicBezTo>
                <a:cubicBezTo>
                  <a:pt x="8849410" y="1937986"/>
                  <a:pt x="8840976" y="1943617"/>
                  <a:pt x="8834130" y="1950959"/>
                </a:cubicBezTo>
                <a:cubicBezTo>
                  <a:pt x="8827284" y="1958301"/>
                  <a:pt x="8822075" y="1967107"/>
                  <a:pt x="8818503" y="1977376"/>
                </a:cubicBezTo>
                <a:cubicBezTo>
                  <a:pt x="8814931" y="1987645"/>
                  <a:pt x="8813146" y="1998782"/>
                  <a:pt x="8813146" y="2010788"/>
                </a:cubicBezTo>
                <a:cubicBezTo>
                  <a:pt x="8813146" y="2036287"/>
                  <a:pt x="8820389" y="2056478"/>
                  <a:pt x="8834874" y="2071361"/>
                </a:cubicBezTo>
                <a:cubicBezTo>
                  <a:pt x="8849360" y="2086244"/>
                  <a:pt x="8869651" y="2093685"/>
                  <a:pt x="8895745" y="2093685"/>
                </a:cubicBezTo>
                <a:cubicBezTo>
                  <a:pt x="8907155" y="2093685"/>
                  <a:pt x="8917251" y="2092197"/>
                  <a:pt x="8926032" y="2089220"/>
                </a:cubicBezTo>
                <a:cubicBezTo>
                  <a:pt x="8934813" y="2086244"/>
                  <a:pt x="8942105" y="2082498"/>
                  <a:pt x="8947909" y="2077984"/>
                </a:cubicBezTo>
                <a:cubicBezTo>
                  <a:pt x="8953714" y="2073469"/>
                  <a:pt x="8958055" y="2068756"/>
                  <a:pt x="8960932" y="2063845"/>
                </a:cubicBezTo>
                <a:cubicBezTo>
                  <a:pt x="8963809" y="2058934"/>
                  <a:pt x="8965248" y="2054642"/>
                  <a:pt x="8965248" y="2050971"/>
                </a:cubicBezTo>
                <a:cubicBezTo>
                  <a:pt x="8965248" y="2046804"/>
                  <a:pt x="8963958" y="2043579"/>
                  <a:pt x="8961378" y="2041297"/>
                </a:cubicBezTo>
                <a:cubicBezTo>
                  <a:pt x="8958799" y="2039015"/>
                  <a:pt x="8955425" y="2037874"/>
                  <a:pt x="8951258" y="2037874"/>
                </a:cubicBezTo>
                <a:cubicBezTo>
                  <a:pt x="8947389" y="2037874"/>
                  <a:pt x="8944412" y="2038767"/>
                  <a:pt x="8942328" y="2040553"/>
                </a:cubicBezTo>
                <a:cubicBezTo>
                  <a:pt x="8937268" y="2045316"/>
                  <a:pt x="8933151" y="2049086"/>
                  <a:pt x="8929976" y="2051864"/>
                </a:cubicBezTo>
                <a:cubicBezTo>
                  <a:pt x="8926801" y="2054642"/>
                  <a:pt x="8923328" y="2057247"/>
                  <a:pt x="8919558" y="2059678"/>
                </a:cubicBezTo>
                <a:cubicBezTo>
                  <a:pt x="8915787" y="2062109"/>
                  <a:pt x="8911893" y="2063895"/>
                  <a:pt x="8907875" y="2065036"/>
                </a:cubicBezTo>
                <a:cubicBezTo>
                  <a:pt x="8903856" y="2066177"/>
                  <a:pt x="8899416" y="2066747"/>
                  <a:pt x="8894555" y="2066747"/>
                </a:cubicBezTo>
                <a:cubicBezTo>
                  <a:pt x="8887312" y="2066747"/>
                  <a:pt x="8880689" y="2064961"/>
                  <a:pt x="8874686" y="2061389"/>
                </a:cubicBezTo>
                <a:cubicBezTo>
                  <a:pt x="8868683" y="2057817"/>
                  <a:pt x="8863871" y="2052509"/>
                  <a:pt x="8860250" y="2045465"/>
                </a:cubicBezTo>
                <a:cubicBezTo>
                  <a:pt x="8856628" y="2038420"/>
                  <a:pt x="8854768" y="2030284"/>
                  <a:pt x="8854669" y="2021057"/>
                </a:cubicBezTo>
                <a:lnTo>
                  <a:pt x="8934143" y="2021057"/>
                </a:lnTo>
                <a:cubicBezTo>
                  <a:pt x="8944759" y="2021057"/>
                  <a:pt x="8952994" y="2019544"/>
                  <a:pt x="8958848" y="2016518"/>
                </a:cubicBezTo>
                <a:cubicBezTo>
                  <a:pt x="8964702" y="2013491"/>
                  <a:pt x="8967629" y="2006869"/>
                  <a:pt x="8967629" y="1996649"/>
                </a:cubicBezTo>
                <a:cubicBezTo>
                  <a:pt x="8967629" y="1985636"/>
                  <a:pt x="8964801" y="1974821"/>
                  <a:pt x="8959146" y="1964204"/>
                </a:cubicBezTo>
                <a:cubicBezTo>
                  <a:pt x="8953491" y="1953588"/>
                  <a:pt x="8944982" y="1944931"/>
                  <a:pt x="8933622" y="1938234"/>
                </a:cubicBezTo>
                <a:cubicBezTo>
                  <a:pt x="8922261" y="1931537"/>
                  <a:pt x="8908644" y="1928188"/>
                  <a:pt x="8892769" y="1928188"/>
                </a:cubicBezTo>
                <a:close/>
                <a:moveTo>
                  <a:pt x="8543915" y="1904971"/>
                </a:moveTo>
                <a:lnTo>
                  <a:pt x="8573681" y="1904971"/>
                </a:lnTo>
                <a:cubicBezTo>
                  <a:pt x="8593426" y="1904971"/>
                  <a:pt x="8606473" y="1908195"/>
                  <a:pt x="8612823" y="1914645"/>
                </a:cubicBezTo>
                <a:cubicBezTo>
                  <a:pt x="8618478" y="1920697"/>
                  <a:pt x="8621306" y="1928535"/>
                  <a:pt x="8621306" y="1938160"/>
                </a:cubicBezTo>
                <a:cubicBezTo>
                  <a:pt x="8621306" y="1946196"/>
                  <a:pt x="8619471" y="1952695"/>
                  <a:pt x="8615799" y="1957656"/>
                </a:cubicBezTo>
                <a:cubicBezTo>
                  <a:pt x="8612128" y="1962617"/>
                  <a:pt x="8606795" y="1966189"/>
                  <a:pt x="8599800" y="1968372"/>
                </a:cubicBezTo>
                <a:cubicBezTo>
                  <a:pt x="8592806" y="1970554"/>
                  <a:pt x="8584099" y="1971646"/>
                  <a:pt x="8573681" y="1971646"/>
                </a:cubicBezTo>
                <a:lnTo>
                  <a:pt x="8543915" y="1971646"/>
                </a:lnTo>
                <a:close/>
                <a:moveTo>
                  <a:pt x="9552524" y="1873270"/>
                </a:moveTo>
                <a:cubicBezTo>
                  <a:pt x="9548853" y="1873270"/>
                  <a:pt x="9545529" y="1874139"/>
                  <a:pt x="9542552" y="1875875"/>
                </a:cubicBezTo>
                <a:cubicBezTo>
                  <a:pt x="9539576" y="1877611"/>
                  <a:pt x="9537293" y="1879869"/>
                  <a:pt x="9535706" y="1882647"/>
                </a:cubicBezTo>
                <a:cubicBezTo>
                  <a:pt x="9534119" y="1885326"/>
                  <a:pt x="9533151" y="1888525"/>
                  <a:pt x="9532804" y="1892246"/>
                </a:cubicBezTo>
                <a:cubicBezTo>
                  <a:pt x="9532457" y="1895967"/>
                  <a:pt x="9532283" y="1901101"/>
                  <a:pt x="9532283" y="1907650"/>
                </a:cubicBezTo>
                <a:lnTo>
                  <a:pt x="9532283" y="1932058"/>
                </a:lnTo>
                <a:lnTo>
                  <a:pt x="9527818" y="1932058"/>
                </a:lnTo>
                <a:cubicBezTo>
                  <a:pt x="9521667" y="1932058"/>
                  <a:pt x="9516979" y="1933422"/>
                  <a:pt x="9513754" y="1936150"/>
                </a:cubicBezTo>
                <a:cubicBezTo>
                  <a:pt x="9510529" y="1938879"/>
                  <a:pt x="9508917" y="1942376"/>
                  <a:pt x="9508917" y="1946643"/>
                </a:cubicBezTo>
                <a:cubicBezTo>
                  <a:pt x="9508917" y="1950909"/>
                  <a:pt x="9510455" y="1954431"/>
                  <a:pt x="9513531" y="1957210"/>
                </a:cubicBezTo>
                <a:cubicBezTo>
                  <a:pt x="9516606" y="1959988"/>
                  <a:pt x="9521071" y="1961377"/>
                  <a:pt x="9526925" y="1961377"/>
                </a:cubicBezTo>
                <a:lnTo>
                  <a:pt x="9532283" y="1961377"/>
                </a:lnTo>
                <a:lnTo>
                  <a:pt x="9532283" y="2039363"/>
                </a:lnTo>
                <a:cubicBezTo>
                  <a:pt x="9532283" y="2051963"/>
                  <a:pt x="9533300" y="2062034"/>
                  <a:pt x="9535334" y="2069575"/>
                </a:cubicBezTo>
                <a:cubicBezTo>
                  <a:pt x="9537368" y="2077115"/>
                  <a:pt x="9541659" y="2083019"/>
                  <a:pt x="9548208" y="2087285"/>
                </a:cubicBezTo>
                <a:cubicBezTo>
                  <a:pt x="9554756" y="2091552"/>
                  <a:pt x="9564380" y="2093685"/>
                  <a:pt x="9577080" y="2093685"/>
                </a:cubicBezTo>
                <a:cubicBezTo>
                  <a:pt x="9590475" y="2093685"/>
                  <a:pt x="9600744" y="2091949"/>
                  <a:pt x="9607888" y="2088476"/>
                </a:cubicBezTo>
                <a:cubicBezTo>
                  <a:pt x="9615031" y="2085003"/>
                  <a:pt x="9618603" y="2079993"/>
                  <a:pt x="9618603" y="2073444"/>
                </a:cubicBezTo>
                <a:cubicBezTo>
                  <a:pt x="9618603" y="2069575"/>
                  <a:pt x="9617289" y="2066325"/>
                  <a:pt x="9614659" y="2063696"/>
                </a:cubicBezTo>
                <a:cubicBezTo>
                  <a:pt x="9612030" y="2061067"/>
                  <a:pt x="9609078" y="2059752"/>
                  <a:pt x="9605804" y="2059752"/>
                </a:cubicBezTo>
                <a:cubicBezTo>
                  <a:pt x="9603522" y="2059752"/>
                  <a:pt x="9600347" y="2060174"/>
                  <a:pt x="9596279" y="2061017"/>
                </a:cubicBezTo>
                <a:cubicBezTo>
                  <a:pt x="9592211" y="2061861"/>
                  <a:pt x="9588987" y="2062282"/>
                  <a:pt x="9586605" y="2062282"/>
                </a:cubicBezTo>
                <a:cubicBezTo>
                  <a:pt x="9582240" y="2062282"/>
                  <a:pt x="9579089" y="2061216"/>
                  <a:pt x="9577155" y="2059082"/>
                </a:cubicBezTo>
                <a:cubicBezTo>
                  <a:pt x="9575220" y="2056949"/>
                  <a:pt x="9574029" y="2054171"/>
                  <a:pt x="9573583" y="2050748"/>
                </a:cubicBezTo>
                <a:cubicBezTo>
                  <a:pt x="9573136" y="2047325"/>
                  <a:pt x="9572913" y="2042438"/>
                  <a:pt x="9572913" y="2036088"/>
                </a:cubicBezTo>
                <a:lnTo>
                  <a:pt x="9572913" y="1961377"/>
                </a:lnTo>
                <a:lnTo>
                  <a:pt x="9580503" y="1961377"/>
                </a:lnTo>
                <a:cubicBezTo>
                  <a:pt x="9588540" y="1961377"/>
                  <a:pt x="9594716" y="1960285"/>
                  <a:pt x="9599032" y="1958103"/>
                </a:cubicBezTo>
                <a:cubicBezTo>
                  <a:pt x="9603349" y="1955920"/>
                  <a:pt x="9605507" y="1952100"/>
                  <a:pt x="9605507" y="1946643"/>
                </a:cubicBezTo>
                <a:cubicBezTo>
                  <a:pt x="9605507" y="1942376"/>
                  <a:pt x="9603993" y="1938879"/>
                  <a:pt x="9600967" y="1936150"/>
                </a:cubicBezTo>
                <a:cubicBezTo>
                  <a:pt x="9597941" y="1933422"/>
                  <a:pt x="9593551" y="1932058"/>
                  <a:pt x="9587796" y="1932058"/>
                </a:cubicBezTo>
                <a:lnTo>
                  <a:pt x="9572913" y="1932058"/>
                </a:lnTo>
                <a:lnTo>
                  <a:pt x="9572913" y="1904376"/>
                </a:lnTo>
                <a:cubicBezTo>
                  <a:pt x="9572913" y="1897529"/>
                  <a:pt x="9572541" y="1892246"/>
                  <a:pt x="9571797" y="1888525"/>
                </a:cubicBezTo>
                <a:cubicBezTo>
                  <a:pt x="9571053" y="1884805"/>
                  <a:pt x="9569292" y="1881654"/>
                  <a:pt x="9566513" y="1879075"/>
                </a:cubicBezTo>
                <a:cubicBezTo>
                  <a:pt x="9562346" y="1875205"/>
                  <a:pt x="9557683" y="1873270"/>
                  <a:pt x="9552524" y="1873270"/>
                </a:cubicBezTo>
                <a:close/>
                <a:moveTo>
                  <a:pt x="8527693" y="1871782"/>
                </a:moveTo>
                <a:cubicBezTo>
                  <a:pt x="8517970" y="1871782"/>
                  <a:pt x="8510876" y="1873866"/>
                  <a:pt x="8506411" y="1878033"/>
                </a:cubicBezTo>
                <a:cubicBezTo>
                  <a:pt x="8501946" y="1882200"/>
                  <a:pt x="8499714" y="1889145"/>
                  <a:pt x="8499714" y="1898869"/>
                </a:cubicBezTo>
                <a:lnTo>
                  <a:pt x="8499714" y="2067045"/>
                </a:lnTo>
                <a:cubicBezTo>
                  <a:pt x="8499714" y="2075776"/>
                  <a:pt x="8501748" y="2082399"/>
                  <a:pt x="8505815" y="2086913"/>
                </a:cubicBezTo>
                <a:cubicBezTo>
                  <a:pt x="8509883" y="2091428"/>
                  <a:pt x="8515241" y="2093685"/>
                  <a:pt x="8521889" y="2093685"/>
                </a:cubicBezTo>
                <a:cubicBezTo>
                  <a:pt x="8528239" y="2093685"/>
                  <a:pt x="8533498" y="2091403"/>
                  <a:pt x="8537665" y="2086839"/>
                </a:cubicBezTo>
                <a:cubicBezTo>
                  <a:pt x="8541832" y="2082275"/>
                  <a:pt x="8543915" y="2075578"/>
                  <a:pt x="8543915" y="2066747"/>
                </a:cubicBezTo>
                <a:lnTo>
                  <a:pt x="8543915" y="2004983"/>
                </a:lnTo>
                <a:lnTo>
                  <a:pt x="8584397" y="2004983"/>
                </a:lnTo>
                <a:cubicBezTo>
                  <a:pt x="8611483" y="2004983"/>
                  <a:pt x="8631873" y="1999254"/>
                  <a:pt x="8645565" y="1987794"/>
                </a:cubicBezTo>
                <a:cubicBezTo>
                  <a:pt x="8659257" y="1976334"/>
                  <a:pt x="8666103" y="1959492"/>
                  <a:pt x="8666103" y="1937267"/>
                </a:cubicBezTo>
                <a:cubicBezTo>
                  <a:pt x="8666103" y="1926849"/>
                  <a:pt x="8664417" y="1917472"/>
                  <a:pt x="8661043" y="1909138"/>
                </a:cubicBezTo>
                <a:cubicBezTo>
                  <a:pt x="8657670" y="1900804"/>
                  <a:pt x="8652734" y="1893759"/>
                  <a:pt x="8646235" y="1888004"/>
                </a:cubicBezTo>
                <a:cubicBezTo>
                  <a:pt x="8639736" y="1882250"/>
                  <a:pt x="8632022" y="1878132"/>
                  <a:pt x="8623092" y="1875652"/>
                </a:cubicBezTo>
                <a:cubicBezTo>
                  <a:pt x="8614063" y="1873072"/>
                  <a:pt x="8601165" y="1871782"/>
                  <a:pt x="8584397" y="1871782"/>
                </a:cubicBezTo>
                <a:close/>
                <a:moveTo>
                  <a:pt x="10115094" y="1868062"/>
                </a:moveTo>
                <a:cubicBezTo>
                  <a:pt x="10109141" y="1868062"/>
                  <a:pt x="10104502" y="1870170"/>
                  <a:pt x="10101179" y="1874387"/>
                </a:cubicBezTo>
                <a:cubicBezTo>
                  <a:pt x="10097855" y="1878604"/>
                  <a:pt x="10096193" y="1884829"/>
                  <a:pt x="10096193" y="1893065"/>
                </a:cubicBezTo>
                <a:lnTo>
                  <a:pt x="10096193" y="2070468"/>
                </a:lnTo>
                <a:cubicBezTo>
                  <a:pt x="10096193" y="2078108"/>
                  <a:pt x="10097904" y="2083887"/>
                  <a:pt x="10101327" y="2087806"/>
                </a:cubicBezTo>
                <a:cubicBezTo>
                  <a:pt x="10104751" y="2091725"/>
                  <a:pt x="10109339" y="2093685"/>
                  <a:pt x="10115094" y="2093685"/>
                </a:cubicBezTo>
                <a:cubicBezTo>
                  <a:pt x="10120749" y="2093685"/>
                  <a:pt x="10125413" y="2091725"/>
                  <a:pt x="10129084" y="2087806"/>
                </a:cubicBezTo>
                <a:cubicBezTo>
                  <a:pt x="10132755" y="2083887"/>
                  <a:pt x="10134591" y="2078108"/>
                  <a:pt x="10134591" y="2070468"/>
                </a:cubicBezTo>
                <a:lnTo>
                  <a:pt x="10134591" y="2066449"/>
                </a:lnTo>
                <a:cubicBezTo>
                  <a:pt x="10139055" y="2071609"/>
                  <a:pt x="10142652" y="2075478"/>
                  <a:pt x="10145381" y="2078058"/>
                </a:cubicBezTo>
                <a:cubicBezTo>
                  <a:pt x="10148109" y="2080638"/>
                  <a:pt x="10151408" y="2083143"/>
                  <a:pt x="10155278" y="2085574"/>
                </a:cubicBezTo>
                <a:cubicBezTo>
                  <a:pt x="10159147" y="2088005"/>
                  <a:pt x="10163835" y="2089964"/>
                  <a:pt x="10169342" y="2091453"/>
                </a:cubicBezTo>
                <a:cubicBezTo>
                  <a:pt x="10174849" y="2092941"/>
                  <a:pt x="10180727" y="2093685"/>
                  <a:pt x="10186978" y="2093685"/>
                </a:cubicBezTo>
                <a:cubicBezTo>
                  <a:pt x="10197198" y="2093685"/>
                  <a:pt x="10206549" y="2091626"/>
                  <a:pt x="10215032" y="2087509"/>
                </a:cubicBezTo>
                <a:cubicBezTo>
                  <a:pt x="10223515" y="2083391"/>
                  <a:pt x="10230733" y="2077562"/>
                  <a:pt x="10236687" y="2070021"/>
                </a:cubicBezTo>
                <a:cubicBezTo>
                  <a:pt x="10242640" y="2062481"/>
                  <a:pt x="10247179" y="2053576"/>
                  <a:pt x="10250304" y="2043307"/>
                </a:cubicBezTo>
                <a:cubicBezTo>
                  <a:pt x="10253430" y="2033037"/>
                  <a:pt x="10254993" y="2021751"/>
                  <a:pt x="10254993" y="2009448"/>
                </a:cubicBezTo>
                <a:cubicBezTo>
                  <a:pt x="10254993" y="1992779"/>
                  <a:pt x="10252190" y="1978368"/>
                  <a:pt x="10246584" y="1966214"/>
                </a:cubicBezTo>
                <a:cubicBezTo>
                  <a:pt x="10240978" y="1954059"/>
                  <a:pt x="10233090" y="1944782"/>
                  <a:pt x="10222920" y="1938383"/>
                </a:cubicBezTo>
                <a:cubicBezTo>
                  <a:pt x="10212750" y="1931983"/>
                  <a:pt x="10200918" y="1928783"/>
                  <a:pt x="10187425" y="1928783"/>
                </a:cubicBezTo>
                <a:cubicBezTo>
                  <a:pt x="10175717" y="1928783"/>
                  <a:pt x="10165894" y="1930892"/>
                  <a:pt x="10157957" y="1935109"/>
                </a:cubicBezTo>
                <a:cubicBezTo>
                  <a:pt x="10150019" y="1939325"/>
                  <a:pt x="10142230" y="1945403"/>
                  <a:pt x="10134591" y="1953340"/>
                </a:cubicBezTo>
                <a:lnTo>
                  <a:pt x="10134591" y="1891279"/>
                </a:lnTo>
                <a:cubicBezTo>
                  <a:pt x="10134591" y="1883837"/>
                  <a:pt x="10132904" y="1878107"/>
                  <a:pt x="10129530" y="1874089"/>
                </a:cubicBezTo>
                <a:cubicBezTo>
                  <a:pt x="10126157" y="1870071"/>
                  <a:pt x="10121345" y="1868062"/>
                  <a:pt x="10115094" y="1868062"/>
                </a:cubicBezTo>
                <a:close/>
                <a:moveTo>
                  <a:pt x="9941858" y="1868062"/>
                </a:moveTo>
                <a:cubicBezTo>
                  <a:pt x="9935707" y="1868062"/>
                  <a:pt x="9930969" y="1870195"/>
                  <a:pt x="9927645" y="1874461"/>
                </a:cubicBezTo>
                <a:cubicBezTo>
                  <a:pt x="9924321" y="1878728"/>
                  <a:pt x="9922659" y="1885028"/>
                  <a:pt x="9922659" y="1893362"/>
                </a:cubicBezTo>
                <a:lnTo>
                  <a:pt x="9922659" y="1953340"/>
                </a:lnTo>
                <a:cubicBezTo>
                  <a:pt x="9915019" y="1945006"/>
                  <a:pt x="9907181" y="1938829"/>
                  <a:pt x="9899144" y="1934811"/>
                </a:cubicBezTo>
                <a:cubicBezTo>
                  <a:pt x="9891108" y="1930793"/>
                  <a:pt x="9881235" y="1928783"/>
                  <a:pt x="9869528" y="1928783"/>
                </a:cubicBezTo>
                <a:cubicBezTo>
                  <a:pt x="9849287" y="1928783"/>
                  <a:pt x="9832965" y="1935878"/>
                  <a:pt x="9820563" y="1950066"/>
                </a:cubicBezTo>
                <a:cubicBezTo>
                  <a:pt x="9808161" y="1964254"/>
                  <a:pt x="9801960" y="1984048"/>
                  <a:pt x="9801960" y="2009448"/>
                </a:cubicBezTo>
                <a:cubicBezTo>
                  <a:pt x="9801960" y="2021454"/>
                  <a:pt x="9803522" y="2032616"/>
                  <a:pt x="9806648" y="2042935"/>
                </a:cubicBezTo>
                <a:cubicBezTo>
                  <a:pt x="9809773" y="2053253"/>
                  <a:pt x="9814362" y="2062233"/>
                  <a:pt x="9820414" y="2069872"/>
                </a:cubicBezTo>
                <a:cubicBezTo>
                  <a:pt x="9826467" y="2077512"/>
                  <a:pt x="9833635" y="2083391"/>
                  <a:pt x="9841920" y="2087509"/>
                </a:cubicBezTo>
                <a:cubicBezTo>
                  <a:pt x="9850205" y="2091626"/>
                  <a:pt x="9859209" y="2093685"/>
                  <a:pt x="9868932" y="2093685"/>
                </a:cubicBezTo>
                <a:cubicBezTo>
                  <a:pt x="9876275" y="2093685"/>
                  <a:pt x="9883046" y="2092668"/>
                  <a:pt x="9889247" y="2090634"/>
                </a:cubicBezTo>
                <a:cubicBezTo>
                  <a:pt x="9895449" y="2088600"/>
                  <a:pt x="9901203" y="2085623"/>
                  <a:pt x="9906511" y="2081704"/>
                </a:cubicBezTo>
                <a:cubicBezTo>
                  <a:pt x="9911820" y="2077785"/>
                  <a:pt x="9917202" y="2072700"/>
                  <a:pt x="9922659" y="2066449"/>
                </a:cubicBezTo>
                <a:lnTo>
                  <a:pt x="9922659" y="2070468"/>
                </a:lnTo>
                <a:cubicBezTo>
                  <a:pt x="9922659" y="2077909"/>
                  <a:pt x="9924470" y="2083639"/>
                  <a:pt x="9928091" y="2087657"/>
                </a:cubicBezTo>
                <a:cubicBezTo>
                  <a:pt x="9931713" y="2091676"/>
                  <a:pt x="9936302" y="2093685"/>
                  <a:pt x="9941858" y="2093685"/>
                </a:cubicBezTo>
                <a:cubicBezTo>
                  <a:pt x="9947513" y="2093685"/>
                  <a:pt x="9952127" y="2091750"/>
                  <a:pt x="9955699" y="2087881"/>
                </a:cubicBezTo>
                <a:cubicBezTo>
                  <a:pt x="9959271" y="2084011"/>
                  <a:pt x="9961057" y="2078207"/>
                  <a:pt x="9961057" y="2070468"/>
                </a:cubicBezTo>
                <a:lnTo>
                  <a:pt x="9961057" y="1891279"/>
                </a:lnTo>
                <a:cubicBezTo>
                  <a:pt x="9961057" y="1883639"/>
                  <a:pt x="9959395" y="1877859"/>
                  <a:pt x="9956071" y="1873940"/>
                </a:cubicBezTo>
                <a:cubicBezTo>
                  <a:pt x="9952747" y="1870021"/>
                  <a:pt x="9948010" y="1868062"/>
                  <a:pt x="9941858" y="1868062"/>
                </a:cubicBezTo>
                <a:close/>
                <a:moveTo>
                  <a:pt x="2200157" y="559307"/>
                </a:moveTo>
                <a:cubicBezTo>
                  <a:pt x="2218240" y="559307"/>
                  <a:pt x="2233197" y="566172"/>
                  <a:pt x="2245029" y="579901"/>
                </a:cubicBezTo>
                <a:cubicBezTo>
                  <a:pt x="2256861" y="593631"/>
                  <a:pt x="2262777" y="614448"/>
                  <a:pt x="2262777" y="642353"/>
                </a:cubicBezTo>
                <a:cubicBezTo>
                  <a:pt x="2262777" y="673161"/>
                  <a:pt x="2256972" y="695373"/>
                  <a:pt x="2245364" y="708991"/>
                </a:cubicBezTo>
                <a:cubicBezTo>
                  <a:pt x="2233755" y="722609"/>
                  <a:pt x="2219244" y="729418"/>
                  <a:pt x="2201832" y="729418"/>
                </a:cubicBezTo>
                <a:cubicBezTo>
                  <a:pt x="2185535" y="729418"/>
                  <a:pt x="2171862" y="722665"/>
                  <a:pt x="2160810" y="709158"/>
                </a:cubicBezTo>
                <a:cubicBezTo>
                  <a:pt x="2149760" y="695652"/>
                  <a:pt x="2144235" y="674388"/>
                  <a:pt x="2144235" y="645367"/>
                </a:cubicBezTo>
                <a:cubicBezTo>
                  <a:pt x="2144235" y="614336"/>
                  <a:pt x="2149593" y="592235"/>
                  <a:pt x="2160309" y="579064"/>
                </a:cubicBezTo>
                <a:cubicBezTo>
                  <a:pt x="2171024" y="565893"/>
                  <a:pt x="2184307" y="559307"/>
                  <a:pt x="2200157" y="559307"/>
                </a:cubicBezTo>
                <a:close/>
                <a:moveTo>
                  <a:pt x="11374071" y="556293"/>
                </a:moveTo>
                <a:cubicBezTo>
                  <a:pt x="11391484" y="556293"/>
                  <a:pt x="11406218" y="563158"/>
                  <a:pt x="11418273" y="576887"/>
                </a:cubicBezTo>
                <a:cubicBezTo>
                  <a:pt x="11430328" y="590617"/>
                  <a:pt x="11436355" y="610430"/>
                  <a:pt x="11436355" y="636326"/>
                </a:cubicBezTo>
                <a:cubicBezTo>
                  <a:pt x="11436355" y="662222"/>
                  <a:pt x="11430607" y="681588"/>
                  <a:pt x="11419110" y="694424"/>
                </a:cubicBezTo>
                <a:cubicBezTo>
                  <a:pt x="11407613" y="707261"/>
                  <a:pt x="11393381" y="713679"/>
                  <a:pt x="11376415" y="713679"/>
                </a:cubicBezTo>
                <a:cubicBezTo>
                  <a:pt x="11358556" y="713679"/>
                  <a:pt x="11344156" y="707484"/>
                  <a:pt x="11333218" y="695094"/>
                </a:cubicBezTo>
                <a:cubicBezTo>
                  <a:pt x="11322279" y="682704"/>
                  <a:pt x="11316809" y="663673"/>
                  <a:pt x="11316809" y="638000"/>
                </a:cubicBezTo>
                <a:cubicBezTo>
                  <a:pt x="11316809" y="608755"/>
                  <a:pt x="11322000" y="587826"/>
                  <a:pt x="11332380" y="575213"/>
                </a:cubicBezTo>
                <a:cubicBezTo>
                  <a:pt x="11342761" y="562600"/>
                  <a:pt x="11356658" y="556293"/>
                  <a:pt x="11374071" y="556293"/>
                </a:cubicBezTo>
                <a:close/>
                <a:moveTo>
                  <a:pt x="10928926" y="551270"/>
                </a:moveTo>
                <a:cubicBezTo>
                  <a:pt x="10947678" y="551270"/>
                  <a:pt x="10963417" y="558805"/>
                  <a:pt x="10976142" y="573874"/>
                </a:cubicBezTo>
                <a:cubicBezTo>
                  <a:pt x="10988867" y="588943"/>
                  <a:pt x="10995229" y="611881"/>
                  <a:pt x="10995229" y="642688"/>
                </a:cubicBezTo>
                <a:cubicBezTo>
                  <a:pt x="10995229" y="675728"/>
                  <a:pt x="10988922" y="699726"/>
                  <a:pt x="10976309" y="714684"/>
                </a:cubicBezTo>
                <a:cubicBezTo>
                  <a:pt x="10963696" y="729641"/>
                  <a:pt x="10947567" y="737120"/>
                  <a:pt x="10927921" y="737120"/>
                </a:cubicBezTo>
                <a:cubicBezTo>
                  <a:pt x="10908499" y="737120"/>
                  <a:pt x="10892370" y="729529"/>
                  <a:pt x="10879534" y="714349"/>
                </a:cubicBezTo>
                <a:cubicBezTo>
                  <a:pt x="10866697" y="699168"/>
                  <a:pt x="10860279" y="675728"/>
                  <a:pt x="10860279" y="644028"/>
                </a:cubicBezTo>
                <a:cubicBezTo>
                  <a:pt x="10860279" y="612774"/>
                  <a:pt x="10866753" y="589501"/>
                  <a:pt x="10879701" y="574209"/>
                </a:cubicBezTo>
                <a:cubicBezTo>
                  <a:pt x="10892649" y="558917"/>
                  <a:pt x="10909057" y="551270"/>
                  <a:pt x="10928926" y="551270"/>
                </a:cubicBezTo>
                <a:close/>
                <a:moveTo>
                  <a:pt x="10243126" y="551270"/>
                </a:moveTo>
                <a:cubicBezTo>
                  <a:pt x="10261878" y="551270"/>
                  <a:pt x="10277617" y="558805"/>
                  <a:pt x="10290342" y="573874"/>
                </a:cubicBezTo>
                <a:cubicBezTo>
                  <a:pt x="10303067" y="588943"/>
                  <a:pt x="10309429" y="611881"/>
                  <a:pt x="10309429" y="642688"/>
                </a:cubicBezTo>
                <a:cubicBezTo>
                  <a:pt x="10309429" y="675728"/>
                  <a:pt x="10303122" y="699726"/>
                  <a:pt x="10290509" y="714684"/>
                </a:cubicBezTo>
                <a:cubicBezTo>
                  <a:pt x="10277896" y="729641"/>
                  <a:pt x="10261767" y="737120"/>
                  <a:pt x="10242121" y="737120"/>
                </a:cubicBezTo>
                <a:cubicBezTo>
                  <a:pt x="10222699" y="737120"/>
                  <a:pt x="10206570" y="729529"/>
                  <a:pt x="10193734" y="714349"/>
                </a:cubicBezTo>
                <a:cubicBezTo>
                  <a:pt x="10180897" y="699168"/>
                  <a:pt x="10174479" y="675728"/>
                  <a:pt x="10174479" y="644028"/>
                </a:cubicBezTo>
                <a:cubicBezTo>
                  <a:pt x="10174479" y="612774"/>
                  <a:pt x="10180953" y="589501"/>
                  <a:pt x="10193901" y="574209"/>
                </a:cubicBezTo>
                <a:cubicBezTo>
                  <a:pt x="10206849" y="558917"/>
                  <a:pt x="10223257" y="551270"/>
                  <a:pt x="10243126" y="551270"/>
                </a:cubicBezTo>
                <a:close/>
                <a:moveTo>
                  <a:pt x="9328727" y="551270"/>
                </a:moveTo>
                <a:cubicBezTo>
                  <a:pt x="9347478" y="551270"/>
                  <a:pt x="9363217" y="558805"/>
                  <a:pt x="9375942" y="573874"/>
                </a:cubicBezTo>
                <a:cubicBezTo>
                  <a:pt x="9388667" y="588943"/>
                  <a:pt x="9395029" y="611881"/>
                  <a:pt x="9395029" y="642688"/>
                </a:cubicBezTo>
                <a:cubicBezTo>
                  <a:pt x="9395029" y="675728"/>
                  <a:pt x="9388722" y="699726"/>
                  <a:pt x="9376110" y="714684"/>
                </a:cubicBezTo>
                <a:cubicBezTo>
                  <a:pt x="9363496" y="729641"/>
                  <a:pt x="9347367" y="737120"/>
                  <a:pt x="9327722" y="737120"/>
                </a:cubicBezTo>
                <a:cubicBezTo>
                  <a:pt x="9308299" y="737120"/>
                  <a:pt x="9292170" y="729529"/>
                  <a:pt x="9279334" y="714349"/>
                </a:cubicBezTo>
                <a:cubicBezTo>
                  <a:pt x="9266498" y="699168"/>
                  <a:pt x="9260080" y="675728"/>
                  <a:pt x="9260080" y="644028"/>
                </a:cubicBezTo>
                <a:cubicBezTo>
                  <a:pt x="9260080" y="612774"/>
                  <a:pt x="9266553" y="589501"/>
                  <a:pt x="9279501" y="574209"/>
                </a:cubicBezTo>
                <a:cubicBezTo>
                  <a:pt x="9292449" y="558917"/>
                  <a:pt x="9308857" y="551270"/>
                  <a:pt x="9328727" y="551270"/>
                </a:cubicBezTo>
                <a:close/>
                <a:moveTo>
                  <a:pt x="5566351" y="551270"/>
                </a:moveTo>
                <a:cubicBezTo>
                  <a:pt x="5585105" y="551270"/>
                  <a:pt x="5600842" y="558805"/>
                  <a:pt x="5613567" y="573874"/>
                </a:cubicBezTo>
                <a:cubicBezTo>
                  <a:pt x="5626292" y="588943"/>
                  <a:pt x="5632656" y="611881"/>
                  <a:pt x="5632656" y="642688"/>
                </a:cubicBezTo>
                <a:cubicBezTo>
                  <a:pt x="5632656" y="675728"/>
                  <a:pt x="5626348" y="699726"/>
                  <a:pt x="5613734" y="714684"/>
                </a:cubicBezTo>
                <a:cubicBezTo>
                  <a:pt x="5601122" y="729641"/>
                  <a:pt x="5584992" y="737120"/>
                  <a:pt x="5565348" y="737120"/>
                </a:cubicBezTo>
                <a:cubicBezTo>
                  <a:pt x="5545925" y="737120"/>
                  <a:pt x="5529797" y="729529"/>
                  <a:pt x="5516960" y="714349"/>
                </a:cubicBezTo>
                <a:cubicBezTo>
                  <a:pt x="5504123" y="699168"/>
                  <a:pt x="5497704" y="675728"/>
                  <a:pt x="5497704" y="644028"/>
                </a:cubicBezTo>
                <a:cubicBezTo>
                  <a:pt x="5497704" y="612774"/>
                  <a:pt x="5504178" y="589501"/>
                  <a:pt x="5517126" y="574209"/>
                </a:cubicBezTo>
                <a:cubicBezTo>
                  <a:pt x="5530075" y="558917"/>
                  <a:pt x="5546483" y="551270"/>
                  <a:pt x="5566351" y="551270"/>
                </a:cubicBezTo>
                <a:close/>
                <a:moveTo>
                  <a:pt x="4118552" y="551270"/>
                </a:moveTo>
                <a:cubicBezTo>
                  <a:pt x="4137304" y="551270"/>
                  <a:pt x="4153043" y="558805"/>
                  <a:pt x="4165768" y="573874"/>
                </a:cubicBezTo>
                <a:cubicBezTo>
                  <a:pt x="4178492" y="588943"/>
                  <a:pt x="4184855" y="611881"/>
                  <a:pt x="4184855" y="642688"/>
                </a:cubicBezTo>
                <a:cubicBezTo>
                  <a:pt x="4184855" y="675728"/>
                  <a:pt x="4178548" y="699726"/>
                  <a:pt x="4165935" y="714684"/>
                </a:cubicBezTo>
                <a:cubicBezTo>
                  <a:pt x="4153322" y="729641"/>
                  <a:pt x="4137193" y="737120"/>
                  <a:pt x="4117547" y="737120"/>
                </a:cubicBezTo>
                <a:cubicBezTo>
                  <a:pt x="4098125" y="737120"/>
                  <a:pt x="4081996" y="729529"/>
                  <a:pt x="4069159" y="714349"/>
                </a:cubicBezTo>
                <a:cubicBezTo>
                  <a:pt x="4056323" y="699168"/>
                  <a:pt x="4049905" y="675728"/>
                  <a:pt x="4049905" y="644028"/>
                </a:cubicBezTo>
                <a:cubicBezTo>
                  <a:pt x="4049905" y="612774"/>
                  <a:pt x="4056379" y="589501"/>
                  <a:pt x="4069327" y="574209"/>
                </a:cubicBezTo>
                <a:cubicBezTo>
                  <a:pt x="4082275" y="558917"/>
                  <a:pt x="4098683" y="551270"/>
                  <a:pt x="4118552" y="551270"/>
                </a:cubicBezTo>
                <a:close/>
                <a:moveTo>
                  <a:pt x="1756352" y="551270"/>
                </a:moveTo>
                <a:cubicBezTo>
                  <a:pt x="1775104" y="551270"/>
                  <a:pt x="1790843" y="558805"/>
                  <a:pt x="1803568" y="573874"/>
                </a:cubicBezTo>
                <a:cubicBezTo>
                  <a:pt x="1816293" y="588943"/>
                  <a:pt x="1822655" y="611881"/>
                  <a:pt x="1822655" y="642688"/>
                </a:cubicBezTo>
                <a:cubicBezTo>
                  <a:pt x="1822655" y="675728"/>
                  <a:pt x="1816348" y="699726"/>
                  <a:pt x="1803735" y="714684"/>
                </a:cubicBezTo>
                <a:cubicBezTo>
                  <a:pt x="1791122" y="729641"/>
                  <a:pt x="1774992" y="737120"/>
                  <a:pt x="1755347" y="737120"/>
                </a:cubicBezTo>
                <a:cubicBezTo>
                  <a:pt x="1735925" y="737120"/>
                  <a:pt x="1719796" y="729529"/>
                  <a:pt x="1706959" y="714349"/>
                </a:cubicBezTo>
                <a:cubicBezTo>
                  <a:pt x="1694123" y="699168"/>
                  <a:pt x="1687705" y="675728"/>
                  <a:pt x="1687705" y="644028"/>
                </a:cubicBezTo>
                <a:cubicBezTo>
                  <a:pt x="1687705" y="612774"/>
                  <a:pt x="1694179" y="589501"/>
                  <a:pt x="1707127" y="574209"/>
                </a:cubicBezTo>
                <a:cubicBezTo>
                  <a:pt x="1720075" y="558917"/>
                  <a:pt x="1736483" y="551270"/>
                  <a:pt x="1756352" y="551270"/>
                </a:cubicBezTo>
                <a:close/>
                <a:moveTo>
                  <a:pt x="7967656" y="538211"/>
                </a:moveTo>
                <a:cubicBezTo>
                  <a:pt x="7986409" y="538211"/>
                  <a:pt x="8001533" y="543903"/>
                  <a:pt x="8013030" y="555289"/>
                </a:cubicBezTo>
                <a:cubicBezTo>
                  <a:pt x="8024527" y="566674"/>
                  <a:pt x="8031615" y="585538"/>
                  <a:pt x="8034294" y="611881"/>
                </a:cubicBezTo>
                <a:lnTo>
                  <a:pt x="7900014" y="611881"/>
                </a:lnTo>
                <a:cubicBezTo>
                  <a:pt x="7902246" y="590673"/>
                  <a:pt x="7907493" y="574711"/>
                  <a:pt x="7915753" y="563995"/>
                </a:cubicBezTo>
                <a:cubicBezTo>
                  <a:pt x="7928701" y="546805"/>
                  <a:pt x="7946002" y="538211"/>
                  <a:pt x="7967656" y="538211"/>
                </a:cubicBezTo>
                <a:close/>
                <a:moveTo>
                  <a:pt x="11625144" y="465545"/>
                </a:moveTo>
                <a:lnTo>
                  <a:pt x="11774378" y="821107"/>
                </a:lnTo>
                <a:cubicBezTo>
                  <a:pt x="11767464" y="840107"/>
                  <a:pt x="11759045" y="853295"/>
                  <a:pt x="11749119" y="860671"/>
                </a:cubicBezTo>
                <a:cubicBezTo>
                  <a:pt x="11739194" y="868047"/>
                  <a:pt x="11726202" y="871735"/>
                  <a:pt x="11710142" y="871735"/>
                </a:cubicBezTo>
                <a:cubicBezTo>
                  <a:pt x="11686053" y="871735"/>
                  <a:pt x="11664194" y="868609"/>
                  <a:pt x="11644566" y="862358"/>
                </a:cubicBezTo>
                <a:lnTo>
                  <a:pt x="11655271" y="957460"/>
                </a:lnTo>
                <a:cubicBezTo>
                  <a:pt x="11696330" y="962817"/>
                  <a:pt x="11726680" y="965496"/>
                  <a:pt x="11746318" y="965496"/>
                </a:cubicBezTo>
                <a:cubicBezTo>
                  <a:pt x="11794741" y="965496"/>
                  <a:pt x="11830778" y="954772"/>
                  <a:pt x="11854431" y="933323"/>
                </a:cubicBezTo>
                <a:cubicBezTo>
                  <a:pt x="11871167" y="918132"/>
                  <a:pt x="11887569" y="888867"/>
                  <a:pt x="11903635" y="845526"/>
                </a:cubicBezTo>
                <a:lnTo>
                  <a:pt x="12044728" y="465545"/>
                </a:lnTo>
                <a:lnTo>
                  <a:pt x="11910427" y="465545"/>
                </a:lnTo>
                <a:lnTo>
                  <a:pt x="11842303" y="702294"/>
                </a:lnTo>
                <a:lnTo>
                  <a:pt x="11768953" y="465545"/>
                </a:lnTo>
                <a:close/>
                <a:moveTo>
                  <a:pt x="3706447" y="465545"/>
                </a:moveTo>
                <a:lnTo>
                  <a:pt x="3706447" y="821170"/>
                </a:lnTo>
                <a:lnTo>
                  <a:pt x="3842736" y="821170"/>
                </a:lnTo>
                <a:lnTo>
                  <a:pt x="3842736" y="465545"/>
                </a:lnTo>
                <a:close/>
                <a:moveTo>
                  <a:pt x="2480885" y="465545"/>
                </a:moveTo>
                <a:lnTo>
                  <a:pt x="2480885" y="691913"/>
                </a:lnTo>
                <a:cubicBezTo>
                  <a:pt x="2480885" y="738571"/>
                  <a:pt x="2491544" y="773117"/>
                  <a:pt x="2512864" y="795553"/>
                </a:cubicBezTo>
                <a:cubicBezTo>
                  <a:pt x="2534183" y="817989"/>
                  <a:pt x="2563596" y="829207"/>
                  <a:pt x="2601100" y="829207"/>
                </a:cubicBezTo>
                <a:cubicBezTo>
                  <a:pt x="2629228" y="829207"/>
                  <a:pt x="2652948" y="824184"/>
                  <a:pt x="2672259" y="814138"/>
                </a:cubicBezTo>
                <a:cubicBezTo>
                  <a:pt x="2691569" y="804092"/>
                  <a:pt x="2710712" y="787237"/>
                  <a:pt x="2729688" y="763574"/>
                </a:cubicBezTo>
                <a:lnTo>
                  <a:pt x="2729688" y="821170"/>
                </a:lnTo>
                <a:lnTo>
                  <a:pt x="2856936" y="821170"/>
                </a:lnTo>
                <a:lnTo>
                  <a:pt x="2856936" y="465545"/>
                </a:lnTo>
                <a:lnTo>
                  <a:pt x="2720646" y="465545"/>
                </a:lnTo>
                <a:lnTo>
                  <a:pt x="2720646" y="636661"/>
                </a:lnTo>
                <a:cubicBezTo>
                  <a:pt x="2720646" y="669031"/>
                  <a:pt x="2715456" y="691467"/>
                  <a:pt x="2705075" y="703968"/>
                </a:cubicBezTo>
                <a:cubicBezTo>
                  <a:pt x="2694694" y="716470"/>
                  <a:pt x="2681356" y="722720"/>
                  <a:pt x="2665059" y="722720"/>
                </a:cubicBezTo>
                <a:cubicBezTo>
                  <a:pt x="2650102" y="722720"/>
                  <a:pt x="2638493" y="718032"/>
                  <a:pt x="2630233" y="708656"/>
                </a:cubicBezTo>
                <a:cubicBezTo>
                  <a:pt x="2621973" y="699280"/>
                  <a:pt x="2617843" y="683430"/>
                  <a:pt x="2617843" y="661106"/>
                </a:cubicBezTo>
                <a:lnTo>
                  <a:pt x="2617843" y="465545"/>
                </a:lnTo>
                <a:close/>
                <a:moveTo>
                  <a:pt x="11326185" y="457509"/>
                </a:moveTo>
                <a:cubicBezTo>
                  <a:pt x="11282876" y="457509"/>
                  <a:pt x="11247827" y="472019"/>
                  <a:pt x="11221038" y="501041"/>
                </a:cubicBezTo>
                <a:cubicBezTo>
                  <a:pt x="11194249" y="530062"/>
                  <a:pt x="11180855" y="572255"/>
                  <a:pt x="11180855" y="627619"/>
                </a:cubicBezTo>
                <a:cubicBezTo>
                  <a:pt x="11180855" y="676063"/>
                  <a:pt x="11191236" y="715019"/>
                  <a:pt x="11211997" y="744487"/>
                </a:cubicBezTo>
                <a:cubicBezTo>
                  <a:pt x="11241242" y="786010"/>
                  <a:pt x="11279639" y="806771"/>
                  <a:pt x="11327190" y="806771"/>
                </a:cubicBezTo>
                <a:cubicBezTo>
                  <a:pt x="11351523" y="806771"/>
                  <a:pt x="11374183" y="801190"/>
                  <a:pt x="11395167" y="790028"/>
                </a:cubicBezTo>
                <a:cubicBezTo>
                  <a:pt x="11408562" y="782884"/>
                  <a:pt x="11421956" y="771387"/>
                  <a:pt x="11435351" y="755537"/>
                </a:cubicBezTo>
                <a:lnTo>
                  <a:pt x="11435351" y="809450"/>
                </a:lnTo>
                <a:cubicBezTo>
                  <a:pt x="11435351" y="835569"/>
                  <a:pt x="11430495" y="853875"/>
                  <a:pt x="11420784" y="864368"/>
                </a:cubicBezTo>
                <a:cubicBezTo>
                  <a:pt x="11411073" y="874860"/>
                  <a:pt x="11396395" y="880106"/>
                  <a:pt x="11376750" y="880106"/>
                </a:cubicBezTo>
                <a:cubicBezTo>
                  <a:pt x="11361569" y="880106"/>
                  <a:pt x="11348956" y="876646"/>
                  <a:pt x="11338910" y="869725"/>
                </a:cubicBezTo>
                <a:cubicBezTo>
                  <a:pt x="11331990" y="865037"/>
                  <a:pt x="11326855" y="856554"/>
                  <a:pt x="11323507" y="844276"/>
                </a:cubicBezTo>
                <a:lnTo>
                  <a:pt x="11191236" y="829207"/>
                </a:lnTo>
                <a:cubicBezTo>
                  <a:pt x="11190789" y="836797"/>
                  <a:pt x="11190566" y="842825"/>
                  <a:pt x="11190566" y="847290"/>
                </a:cubicBezTo>
                <a:cubicBezTo>
                  <a:pt x="11190566" y="883232"/>
                  <a:pt x="11203905" y="911918"/>
                  <a:pt x="11230582" y="933349"/>
                </a:cubicBezTo>
                <a:cubicBezTo>
                  <a:pt x="11257259" y="954781"/>
                  <a:pt x="11306317" y="965496"/>
                  <a:pt x="11377754" y="965496"/>
                </a:cubicBezTo>
                <a:cubicBezTo>
                  <a:pt x="11409008" y="965496"/>
                  <a:pt x="11436746" y="962706"/>
                  <a:pt x="11460968" y="957125"/>
                </a:cubicBezTo>
                <a:cubicBezTo>
                  <a:pt x="11485190" y="951544"/>
                  <a:pt x="11505170" y="942502"/>
                  <a:pt x="11520908" y="930001"/>
                </a:cubicBezTo>
                <a:cubicBezTo>
                  <a:pt x="11536647" y="917499"/>
                  <a:pt x="11549260" y="901147"/>
                  <a:pt x="11558748" y="880943"/>
                </a:cubicBezTo>
                <a:cubicBezTo>
                  <a:pt x="11568236" y="860740"/>
                  <a:pt x="11572980" y="839476"/>
                  <a:pt x="11572980" y="817152"/>
                </a:cubicBezTo>
                <a:lnTo>
                  <a:pt x="11572645" y="801413"/>
                </a:lnTo>
                <a:lnTo>
                  <a:pt x="11572645" y="465545"/>
                </a:lnTo>
                <a:lnTo>
                  <a:pt x="11445062" y="465545"/>
                </a:lnTo>
                <a:lnTo>
                  <a:pt x="11445062" y="518119"/>
                </a:lnTo>
                <a:cubicBezTo>
                  <a:pt x="11429435" y="496465"/>
                  <a:pt x="11412636" y="480949"/>
                  <a:pt x="11394665" y="471573"/>
                </a:cubicBezTo>
                <a:cubicBezTo>
                  <a:pt x="11376694" y="462197"/>
                  <a:pt x="11353867" y="457509"/>
                  <a:pt x="11326185" y="457509"/>
                </a:cubicBezTo>
                <a:close/>
                <a:moveTo>
                  <a:pt x="10926917" y="457509"/>
                </a:moveTo>
                <a:cubicBezTo>
                  <a:pt x="10864632" y="457509"/>
                  <a:pt x="10815184" y="475089"/>
                  <a:pt x="10778572" y="510250"/>
                </a:cubicBezTo>
                <a:cubicBezTo>
                  <a:pt x="10741961" y="545410"/>
                  <a:pt x="10723655" y="590115"/>
                  <a:pt x="10723655" y="644362"/>
                </a:cubicBezTo>
                <a:cubicBezTo>
                  <a:pt x="10723655" y="702629"/>
                  <a:pt x="10745309" y="749733"/>
                  <a:pt x="10788618" y="785675"/>
                </a:cubicBezTo>
                <a:cubicBezTo>
                  <a:pt x="10823891" y="814696"/>
                  <a:pt x="10870102" y="829207"/>
                  <a:pt x="10927252" y="829207"/>
                </a:cubicBezTo>
                <a:cubicBezTo>
                  <a:pt x="10991322" y="829207"/>
                  <a:pt x="11041496" y="811738"/>
                  <a:pt x="11077773" y="776801"/>
                </a:cubicBezTo>
                <a:cubicBezTo>
                  <a:pt x="11114050" y="741863"/>
                  <a:pt x="11132188" y="697048"/>
                  <a:pt x="11132188" y="642353"/>
                </a:cubicBezTo>
                <a:cubicBezTo>
                  <a:pt x="11132188" y="593686"/>
                  <a:pt x="11117566" y="552722"/>
                  <a:pt x="11088321" y="519459"/>
                </a:cubicBezTo>
                <a:cubicBezTo>
                  <a:pt x="11051932" y="478159"/>
                  <a:pt x="10998131" y="457509"/>
                  <a:pt x="10926917" y="457509"/>
                </a:cubicBezTo>
                <a:close/>
                <a:moveTo>
                  <a:pt x="10241117" y="457509"/>
                </a:moveTo>
                <a:cubicBezTo>
                  <a:pt x="10178832" y="457509"/>
                  <a:pt x="10129384" y="475089"/>
                  <a:pt x="10092772" y="510250"/>
                </a:cubicBezTo>
                <a:cubicBezTo>
                  <a:pt x="10056161" y="545410"/>
                  <a:pt x="10037855" y="590115"/>
                  <a:pt x="10037855" y="644362"/>
                </a:cubicBezTo>
                <a:cubicBezTo>
                  <a:pt x="10037855" y="702629"/>
                  <a:pt x="10059509" y="749733"/>
                  <a:pt x="10102818" y="785675"/>
                </a:cubicBezTo>
                <a:cubicBezTo>
                  <a:pt x="10138091" y="814696"/>
                  <a:pt x="10184302" y="829207"/>
                  <a:pt x="10241452" y="829207"/>
                </a:cubicBezTo>
                <a:cubicBezTo>
                  <a:pt x="10305522" y="829207"/>
                  <a:pt x="10355696" y="811738"/>
                  <a:pt x="10391973" y="776801"/>
                </a:cubicBezTo>
                <a:cubicBezTo>
                  <a:pt x="10428250" y="741863"/>
                  <a:pt x="10446388" y="697048"/>
                  <a:pt x="10446388" y="642353"/>
                </a:cubicBezTo>
                <a:cubicBezTo>
                  <a:pt x="10446388" y="593686"/>
                  <a:pt x="10431766" y="552722"/>
                  <a:pt x="10402521" y="519459"/>
                </a:cubicBezTo>
                <a:cubicBezTo>
                  <a:pt x="10366132" y="478159"/>
                  <a:pt x="10312331" y="457509"/>
                  <a:pt x="10241117" y="457509"/>
                </a:cubicBezTo>
                <a:close/>
                <a:moveTo>
                  <a:pt x="9852899" y="457509"/>
                </a:moveTo>
                <a:cubicBezTo>
                  <a:pt x="9824993" y="457509"/>
                  <a:pt x="9801330" y="462587"/>
                  <a:pt x="9781908" y="472745"/>
                </a:cubicBezTo>
                <a:cubicBezTo>
                  <a:pt x="9762486" y="482903"/>
                  <a:pt x="9743287" y="499813"/>
                  <a:pt x="9724311" y="523477"/>
                </a:cubicBezTo>
                <a:lnTo>
                  <a:pt x="9724311" y="465545"/>
                </a:lnTo>
                <a:lnTo>
                  <a:pt x="9597398" y="465545"/>
                </a:lnTo>
                <a:lnTo>
                  <a:pt x="9597398" y="821170"/>
                </a:lnTo>
                <a:lnTo>
                  <a:pt x="9733687" y="821170"/>
                </a:lnTo>
                <a:lnTo>
                  <a:pt x="9733687" y="650390"/>
                </a:lnTo>
                <a:cubicBezTo>
                  <a:pt x="9733687" y="618020"/>
                  <a:pt x="9738822" y="595584"/>
                  <a:pt x="9749091" y="583082"/>
                </a:cubicBezTo>
                <a:cubicBezTo>
                  <a:pt x="9759360" y="570581"/>
                  <a:pt x="9772755" y="564330"/>
                  <a:pt x="9789275" y="564330"/>
                </a:cubicBezTo>
                <a:cubicBezTo>
                  <a:pt x="9804232" y="564330"/>
                  <a:pt x="9815840" y="568962"/>
                  <a:pt x="9824100" y="578227"/>
                </a:cubicBezTo>
                <a:cubicBezTo>
                  <a:pt x="9832360" y="587491"/>
                  <a:pt x="9836490" y="603286"/>
                  <a:pt x="9836490" y="625610"/>
                </a:cubicBezTo>
                <a:lnTo>
                  <a:pt x="9836490" y="821170"/>
                </a:lnTo>
                <a:lnTo>
                  <a:pt x="9973449" y="821170"/>
                </a:lnTo>
                <a:lnTo>
                  <a:pt x="9973449" y="595138"/>
                </a:lnTo>
                <a:cubicBezTo>
                  <a:pt x="9973449" y="548257"/>
                  <a:pt x="9962790" y="513598"/>
                  <a:pt x="9941470" y="491162"/>
                </a:cubicBezTo>
                <a:cubicBezTo>
                  <a:pt x="9920150" y="468727"/>
                  <a:pt x="9890627" y="457509"/>
                  <a:pt x="9852899" y="457509"/>
                </a:cubicBezTo>
                <a:close/>
                <a:moveTo>
                  <a:pt x="9326717" y="457509"/>
                </a:moveTo>
                <a:cubicBezTo>
                  <a:pt x="9264432" y="457509"/>
                  <a:pt x="9214984" y="475089"/>
                  <a:pt x="9178372" y="510250"/>
                </a:cubicBezTo>
                <a:cubicBezTo>
                  <a:pt x="9141761" y="545410"/>
                  <a:pt x="9123455" y="590115"/>
                  <a:pt x="9123455" y="644362"/>
                </a:cubicBezTo>
                <a:cubicBezTo>
                  <a:pt x="9123455" y="702629"/>
                  <a:pt x="9145109" y="749733"/>
                  <a:pt x="9188419" y="785675"/>
                </a:cubicBezTo>
                <a:cubicBezTo>
                  <a:pt x="9223691" y="814696"/>
                  <a:pt x="9269902" y="829207"/>
                  <a:pt x="9327052" y="829207"/>
                </a:cubicBezTo>
                <a:cubicBezTo>
                  <a:pt x="9391122" y="829207"/>
                  <a:pt x="9441296" y="811738"/>
                  <a:pt x="9477573" y="776801"/>
                </a:cubicBezTo>
                <a:cubicBezTo>
                  <a:pt x="9513850" y="741863"/>
                  <a:pt x="9531988" y="697048"/>
                  <a:pt x="9531988" y="642353"/>
                </a:cubicBezTo>
                <a:cubicBezTo>
                  <a:pt x="9531988" y="593686"/>
                  <a:pt x="9517366" y="552722"/>
                  <a:pt x="9488121" y="519459"/>
                </a:cubicBezTo>
                <a:cubicBezTo>
                  <a:pt x="9451732" y="478159"/>
                  <a:pt x="9397931" y="457509"/>
                  <a:pt x="9326717" y="457509"/>
                </a:cubicBezTo>
                <a:close/>
                <a:moveTo>
                  <a:pt x="8426196" y="457509"/>
                </a:moveTo>
                <a:cubicBezTo>
                  <a:pt x="8384673" y="457509"/>
                  <a:pt x="8350628" y="462973"/>
                  <a:pt x="8324063" y="473901"/>
                </a:cubicBezTo>
                <a:cubicBezTo>
                  <a:pt x="8307319" y="480815"/>
                  <a:pt x="8291023" y="491353"/>
                  <a:pt x="8275173" y="505517"/>
                </a:cubicBezTo>
                <a:cubicBezTo>
                  <a:pt x="8259322" y="519681"/>
                  <a:pt x="8246821" y="535684"/>
                  <a:pt x="8237668" y="553526"/>
                </a:cubicBezTo>
                <a:cubicBezTo>
                  <a:pt x="8225166" y="577838"/>
                  <a:pt x="8218915" y="608284"/>
                  <a:pt x="8218915" y="644865"/>
                </a:cubicBezTo>
                <a:cubicBezTo>
                  <a:pt x="8218915" y="679882"/>
                  <a:pt x="8224050" y="707986"/>
                  <a:pt x="8234319" y="729174"/>
                </a:cubicBezTo>
                <a:cubicBezTo>
                  <a:pt x="8244588" y="750363"/>
                  <a:pt x="8258764" y="768820"/>
                  <a:pt x="8276847" y="784545"/>
                </a:cubicBezTo>
                <a:cubicBezTo>
                  <a:pt x="8294929" y="800269"/>
                  <a:pt x="8316528" y="811644"/>
                  <a:pt x="8341643" y="818669"/>
                </a:cubicBezTo>
                <a:cubicBezTo>
                  <a:pt x="8366758" y="825694"/>
                  <a:pt x="8398178" y="829207"/>
                  <a:pt x="8435906" y="829207"/>
                </a:cubicBezTo>
                <a:cubicBezTo>
                  <a:pt x="8474974" y="829207"/>
                  <a:pt x="8507177" y="823738"/>
                  <a:pt x="8532515" y="812799"/>
                </a:cubicBezTo>
                <a:cubicBezTo>
                  <a:pt x="8557852" y="801860"/>
                  <a:pt x="8578670" y="786512"/>
                  <a:pt x="8594966" y="766755"/>
                </a:cubicBezTo>
                <a:cubicBezTo>
                  <a:pt x="8611263" y="746998"/>
                  <a:pt x="8622983" y="723613"/>
                  <a:pt x="8630127" y="696601"/>
                </a:cubicBezTo>
                <a:lnTo>
                  <a:pt x="8500535" y="681867"/>
                </a:lnTo>
                <a:cubicBezTo>
                  <a:pt x="8494508" y="700843"/>
                  <a:pt x="8485411" y="714907"/>
                  <a:pt x="8473244" y="724060"/>
                </a:cubicBezTo>
                <a:cubicBezTo>
                  <a:pt x="8461077" y="733213"/>
                  <a:pt x="8446064" y="737789"/>
                  <a:pt x="8428205" y="737789"/>
                </a:cubicBezTo>
                <a:cubicBezTo>
                  <a:pt x="8406774" y="737789"/>
                  <a:pt x="8389138" y="730213"/>
                  <a:pt x="8375297" y="715060"/>
                </a:cubicBezTo>
                <a:cubicBezTo>
                  <a:pt x="8361456" y="699908"/>
                  <a:pt x="8354535" y="677735"/>
                  <a:pt x="8354535" y="648543"/>
                </a:cubicBezTo>
                <a:cubicBezTo>
                  <a:pt x="8354535" y="615782"/>
                  <a:pt x="8361511" y="591324"/>
                  <a:pt x="8375464" y="575169"/>
                </a:cubicBezTo>
                <a:cubicBezTo>
                  <a:pt x="8389416" y="559013"/>
                  <a:pt x="8407666" y="550936"/>
                  <a:pt x="8430214" y="550936"/>
                </a:cubicBezTo>
                <a:cubicBezTo>
                  <a:pt x="8448074" y="550936"/>
                  <a:pt x="8462305" y="554787"/>
                  <a:pt x="8472909" y="562488"/>
                </a:cubicBezTo>
                <a:cubicBezTo>
                  <a:pt x="8483513" y="570190"/>
                  <a:pt x="8490824" y="581631"/>
                  <a:pt x="8494843" y="596812"/>
                </a:cubicBezTo>
                <a:lnTo>
                  <a:pt x="8623095" y="579734"/>
                </a:lnTo>
                <a:cubicBezTo>
                  <a:pt x="8610817" y="539773"/>
                  <a:pt x="8589441" y="509413"/>
                  <a:pt x="8558968" y="488651"/>
                </a:cubicBezTo>
                <a:cubicBezTo>
                  <a:pt x="8528496" y="467889"/>
                  <a:pt x="8484239" y="457509"/>
                  <a:pt x="8426196" y="457509"/>
                </a:cubicBezTo>
                <a:close/>
                <a:moveTo>
                  <a:pt x="7961964" y="457509"/>
                </a:moveTo>
                <a:cubicBezTo>
                  <a:pt x="7899233" y="457509"/>
                  <a:pt x="7850064" y="474698"/>
                  <a:pt x="7814456" y="509078"/>
                </a:cubicBezTo>
                <a:cubicBezTo>
                  <a:pt x="7778849" y="543457"/>
                  <a:pt x="7761046" y="588440"/>
                  <a:pt x="7761046" y="644028"/>
                </a:cubicBezTo>
                <a:cubicBezTo>
                  <a:pt x="7761046" y="683095"/>
                  <a:pt x="7769920" y="717084"/>
                  <a:pt x="7787667" y="745993"/>
                </a:cubicBezTo>
                <a:cubicBezTo>
                  <a:pt x="7805415" y="774903"/>
                  <a:pt x="7827795" y="796000"/>
                  <a:pt x="7854807" y="809283"/>
                </a:cubicBezTo>
                <a:cubicBezTo>
                  <a:pt x="7881819" y="822566"/>
                  <a:pt x="7918878" y="829207"/>
                  <a:pt x="7965982" y="829207"/>
                </a:cubicBezTo>
                <a:cubicBezTo>
                  <a:pt x="8020230" y="829207"/>
                  <a:pt x="8061865" y="821449"/>
                  <a:pt x="8090886" y="805934"/>
                </a:cubicBezTo>
                <a:cubicBezTo>
                  <a:pt x="8119908" y="790419"/>
                  <a:pt x="8144687" y="764802"/>
                  <a:pt x="8165226" y="729083"/>
                </a:cubicBezTo>
                <a:lnTo>
                  <a:pt x="8030946" y="716693"/>
                </a:lnTo>
                <a:cubicBezTo>
                  <a:pt x="8022462" y="727408"/>
                  <a:pt x="8014537" y="734887"/>
                  <a:pt x="8007170" y="739129"/>
                </a:cubicBezTo>
                <a:cubicBezTo>
                  <a:pt x="7995115" y="745826"/>
                  <a:pt x="7982390" y="749175"/>
                  <a:pt x="7968996" y="749175"/>
                </a:cubicBezTo>
                <a:cubicBezTo>
                  <a:pt x="7947788" y="749175"/>
                  <a:pt x="7930598" y="741473"/>
                  <a:pt x="7917427" y="726069"/>
                </a:cubicBezTo>
                <a:cubicBezTo>
                  <a:pt x="7908051" y="715353"/>
                  <a:pt x="7902135" y="699057"/>
                  <a:pt x="7899679" y="677179"/>
                </a:cubicBezTo>
                <a:lnTo>
                  <a:pt x="8172928" y="677179"/>
                </a:lnTo>
                <a:lnTo>
                  <a:pt x="8172928" y="661775"/>
                </a:lnTo>
                <a:cubicBezTo>
                  <a:pt x="8172928" y="614894"/>
                  <a:pt x="8165226" y="576832"/>
                  <a:pt x="8149822" y="547587"/>
                </a:cubicBezTo>
                <a:cubicBezTo>
                  <a:pt x="8134418" y="518342"/>
                  <a:pt x="8111982" y="496018"/>
                  <a:pt x="8082515" y="480614"/>
                </a:cubicBezTo>
                <a:cubicBezTo>
                  <a:pt x="8053047" y="465210"/>
                  <a:pt x="8012863" y="457509"/>
                  <a:pt x="7961964" y="457509"/>
                </a:cubicBezTo>
                <a:close/>
                <a:moveTo>
                  <a:pt x="5564342" y="457509"/>
                </a:moveTo>
                <a:cubicBezTo>
                  <a:pt x="5502058" y="457509"/>
                  <a:pt x="5452609" y="475089"/>
                  <a:pt x="5415998" y="510250"/>
                </a:cubicBezTo>
                <a:cubicBezTo>
                  <a:pt x="5379387" y="545410"/>
                  <a:pt x="5361081" y="590115"/>
                  <a:pt x="5361081" y="644362"/>
                </a:cubicBezTo>
                <a:cubicBezTo>
                  <a:pt x="5361081" y="702629"/>
                  <a:pt x="5382735" y="749733"/>
                  <a:pt x="5426044" y="785675"/>
                </a:cubicBezTo>
                <a:cubicBezTo>
                  <a:pt x="5461316" y="814696"/>
                  <a:pt x="5507527" y="829207"/>
                  <a:pt x="5564677" y="829207"/>
                </a:cubicBezTo>
                <a:cubicBezTo>
                  <a:pt x="5628747" y="829207"/>
                  <a:pt x="5678921" y="811738"/>
                  <a:pt x="5715198" y="776801"/>
                </a:cubicBezTo>
                <a:cubicBezTo>
                  <a:pt x="5751475" y="741863"/>
                  <a:pt x="5769613" y="697048"/>
                  <a:pt x="5769613" y="642353"/>
                </a:cubicBezTo>
                <a:cubicBezTo>
                  <a:pt x="5769613" y="593686"/>
                  <a:pt x="5754991" y="552721"/>
                  <a:pt x="5725746" y="519459"/>
                </a:cubicBezTo>
                <a:cubicBezTo>
                  <a:pt x="5689358" y="478159"/>
                  <a:pt x="5635556" y="457509"/>
                  <a:pt x="5564342" y="457509"/>
                </a:cubicBezTo>
                <a:close/>
                <a:moveTo>
                  <a:pt x="4642724" y="457509"/>
                </a:moveTo>
                <a:cubicBezTo>
                  <a:pt x="4614820" y="457509"/>
                  <a:pt x="4591156" y="462587"/>
                  <a:pt x="4571733" y="472745"/>
                </a:cubicBezTo>
                <a:cubicBezTo>
                  <a:pt x="4552312" y="482903"/>
                  <a:pt x="4533112" y="499813"/>
                  <a:pt x="4514137" y="523477"/>
                </a:cubicBezTo>
                <a:lnTo>
                  <a:pt x="4514137" y="465545"/>
                </a:lnTo>
                <a:lnTo>
                  <a:pt x="4387223" y="465545"/>
                </a:lnTo>
                <a:lnTo>
                  <a:pt x="4387223" y="821170"/>
                </a:lnTo>
                <a:lnTo>
                  <a:pt x="4523513" y="821170"/>
                </a:lnTo>
                <a:lnTo>
                  <a:pt x="4523513" y="650390"/>
                </a:lnTo>
                <a:cubicBezTo>
                  <a:pt x="4523513" y="618020"/>
                  <a:pt x="4528647" y="595584"/>
                  <a:pt x="4538917" y="583082"/>
                </a:cubicBezTo>
                <a:cubicBezTo>
                  <a:pt x="4549186" y="570581"/>
                  <a:pt x="4562580" y="564330"/>
                  <a:pt x="4579101" y="564330"/>
                </a:cubicBezTo>
                <a:cubicBezTo>
                  <a:pt x="4594058" y="564330"/>
                  <a:pt x="4605666" y="568962"/>
                  <a:pt x="4613926" y="578227"/>
                </a:cubicBezTo>
                <a:cubicBezTo>
                  <a:pt x="4622186" y="587491"/>
                  <a:pt x="4626316" y="603286"/>
                  <a:pt x="4626316" y="625610"/>
                </a:cubicBezTo>
                <a:lnTo>
                  <a:pt x="4626316" y="821170"/>
                </a:lnTo>
                <a:lnTo>
                  <a:pt x="4763275" y="821170"/>
                </a:lnTo>
                <a:lnTo>
                  <a:pt x="4763275" y="595138"/>
                </a:lnTo>
                <a:cubicBezTo>
                  <a:pt x="4763275" y="548257"/>
                  <a:pt x="4752616" y="513598"/>
                  <a:pt x="4731296" y="491162"/>
                </a:cubicBezTo>
                <a:cubicBezTo>
                  <a:pt x="4709976" y="468727"/>
                  <a:pt x="4680452" y="457509"/>
                  <a:pt x="4642724" y="457509"/>
                </a:cubicBezTo>
                <a:close/>
                <a:moveTo>
                  <a:pt x="4116543" y="457509"/>
                </a:moveTo>
                <a:cubicBezTo>
                  <a:pt x="4054258" y="457509"/>
                  <a:pt x="4004810" y="475089"/>
                  <a:pt x="3968198" y="510250"/>
                </a:cubicBezTo>
                <a:cubicBezTo>
                  <a:pt x="3931586" y="545410"/>
                  <a:pt x="3913281" y="590115"/>
                  <a:pt x="3913281" y="644362"/>
                </a:cubicBezTo>
                <a:cubicBezTo>
                  <a:pt x="3913281" y="702629"/>
                  <a:pt x="3934935" y="749733"/>
                  <a:pt x="3978244" y="785675"/>
                </a:cubicBezTo>
                <a:cubicBezTo>
                  <a:pt x="4013516" y="814696"/>
                  <a:pt x="4059727" y="829207"/>
                  <a:pt x="4116878" y="829207"/>
                </a:cubicBezTo>
                <a:cubicBezTo>
                  <a:pt x="4180948" y="829207"/>
                  <a:pt x="4231122" y="811738"/>
                  <a:pt x="4267398" y="776801"/>
                </a:cubicBezTo>
                <a:cubicBezTo>
                  <a:pt x="4303675" y="741863"/>
                  <a:pt x="4321814" y="697048"/>
                  <a:pt x="4321814" y="642353"/>
                </a:cubicBezTo>
                <a:cubicBezTo>
                  <a:pt x="4321814" y="593686"/>
                  <a:pt x="4307191" y="552721"/>
                  <a:pt x="4277947" y="519459"/>
                </a:cubicBezTo>
                <a:cubicBezTo>
                  <a:pt x="4241559" y="478159"/>
                  <a:pt x="4187757" y="457509"/>
                  <a:pt x="4116543" y="457509"/>
                </a:cubicBezTo>
                <a:close/>
                <a:moveTo>
                  <a:pt x="3130296" y="457509"/>
                </a:moveTo>
                <a:cubicBezTo>
                  <a:pt x="3088773" y="457509"/>
                  <a:pt x="3054728" y="462973"/>
                  <a:pt x="3028163" y="473901"/>
                </a:cubicBezTo>
                <a:cubicBezTo>
                  <a:pt x="3011419" y="480815"/>
                  <a:pt x="2995123" y="491353"/>
                  <a:pt x="2979273" y="505517"/>
                </a:cubicBezTo>
                <a:cubicBezTo>
                  <a:pt x="2963422" y="519681"/>
                  <a:pt x="2950921" y="535684"/>
                  <a:pt x="2941768" y="553526"/>
                </a:cubicBezTo>
                <a:cubicBezTo>
                  <a:pt x="2929266" y="577838"/>
                  <a:pt x="2923016" y="608284"/>
                  <a:pt x="2923016" y="644865"/>
                </a:cubicBezTo>
                <a:cubicBezTo>
                  <a:pt x="2923016" y="679882"/>
                  <a:pt x="2928150" y="707986"/>
                  <a:pt x="2938419" y="729174"/>
                </a:cubicBezTo>
                <a:cubicBezTo>
                  <a:pt x="2948688" y="750363"/>
                  <a:pt x="2962864" y="768820"/>
                  <a:pt x="2980947" y="784545"/>
                </a:cubicBezTo>
                <a:cubicBezTo>
                  <a:pt x="2999030" y="800269"/>
                  <a:pt x="3020628" y="811644"/>
                  <a:pt x="3045743" y="818669"/>
                </a:cubicBezTo>
                <a:cubicBezTo>
                  <a:pt x="3070857" y="825694"/>
                  <a:pt x="3102279" y="829207"/>
                  <a:pt x="3140007" y="829207"/>
                </a:cubicBezTo>
                <a:cubicBezTo>
                  <a:pt x="3179074" y="829207"/>
                  <a:pt x="3211277" y="823738"/>
                  <a:pt x="3236615" y="812799"/>
                </a:cubicBezTo>
                <a:cubicBezTo>
                  <a:pt x="3261953" y="801860"/>
                  <a:pt x="3282770" y="786512"/>
                  <a:pt x="3299067" y="766755"/>
                </a:cubicBezTo>
                <a:cubicBezTo>
                  <a:pt x="3315364" y="746998"/>
                  <a:pt x="3327084" y="723613"/>
                  <a:pt x="3334228" y="696601"/>
                </a:cubicBezTo>
                <a:lnTo>
                  <a:pt x="3204636" y="681867"/>
                </a:lnTo>
                <a:cubicBezTo>
                  <a:pt x="3198608" y="700843"/>
                  <a:pt x="3189511" y="714907"/>
                  <a:pt x="3177344" y="724060"/>
                </a:cubicBezTo>
                <a:cubicBezTo>
                  <a:pt x="3165177" y="733213"/>
                  <a:pt x="3150164" y="737789"/>
                  <a:pt x="3132305" y="737789"/>
                </a:cubicBezTo>
                <a:cubicBezTo>
                  <a:pt x="3110874" y="737789"/>
                  <a:pt x="3093238" y="730213"/>
                  <a:pt x="3079397" y="715060"/>
                </a:cubicBezTo>
                <a:cubicBezTo>
                  <a:pt x="3065556" y="699908"/>
                  <a:pt x="3058635" y="677735"/>
                  <a:pt x="3058635" y="648543"/>
                </a:cubicBezTo>
                <a:cubicBezTo>
                  <a:pt x="3058635" y="615782"/>
                  <a:pt x="3065612" y="591324"/>
                  <a:pt x="3079564" y="575169"/>
                </a:cubicBezTo>
                <a:cubicBezTo>
                  <a:pt x="3093517" y="559013"/>
                  <a:pt x="3111767" y="550936"/>
                  <a:pt x="3134314" y="550936"/>
                </a:cubicBezTo>
                <a:cubicBezTo>
                  <a:pt x="3152174" y="550936"/>
                  <a:pt x="3166405" y="554786"/>
                  <a:pt x="3177009" y="562488"/>
                </a:cubicBezTo>
                <a:cubicBezTo>
                  <a:pt x="3187613" y="570190"/>
                  <a:pt x="3194924" y="581631"/>
                  <a:pt x="3198943" y="596812"/>
                </a:cubicBezTo>
                <a:lnTo>
                  <a:pt x="3327196" y="579734"/>
                </a:lnTo>
                <a:cubicBezTo>
                  <a:pt x="3314917" y="539773"/>
                  <a:pt x="3293542" y="509413"/>
                  <a:pt x="3263069" y="488651"/>
                </a:cubicBezTo>
                <a:cubicBezTo>
                  <a:pt x="3232597" y="467889"/>
                  <a:pt x="3188339" y="457509"/>
                  <a:pt x="3130296" y="457509"/>
                </a:cubicBezTo>
                <a:close/>
                <a:moveTo>
                  <a:pt x="1754343" y="457509"/>
                </a:moveTo>
                <a:cubicBezTo>
                  <a:pt x="1692058" y="457509"/>
                  <a:pt x="1642610" y="475089"/>
                  <a:pt x="1605998" y="510250"/>
                </a:cubicBezTo>
                <a:cubicBezTo>
                  <a:pt x="1569387" y="545410"/>
                  <a:pt x="1551081" y="590115"/>
                  <a:pt x="1551081" y="644362"/>
                </a:cubicBezTo>
                <a:cubicBezTo>
                  <a:pt x="1551081" y="702629"/>
                  <a:pt x="1572735" y="749733"/>
                  <a:pt x="1616044" y="785675"/>
                </a:cubicBezTo>
                <a:cubicBezTo>
                  <a:pt x="1651316" y="814696"/>
                  <a:pt x="1697527" y="829207"/>
                  <a:pt x="1754677" y="829207"/>
                </a:cubicBezTo>
                <a:cubicBezTo>
                  <a:pt x="1818748" y="829207"/>
                  <a:pt x="1868922" y="811738"/>
                  <a:pt x="1905199" y="776801"/>
                </a:cubicBezTo>
                <a:cubicBezTo>
                  <a:pt x="1941475" y="741863"/>
                  <a:pt x="1959614" y="697048"/>
                  <a:pt x="1959614" y="642353"/>
                </a:cubicBezTo>
                <a:cubicBezTo>
                  <a:pt x="1959614" y="593686"/>
                  <a:pt x="1944991" y="552721"/>
                  <a:pt x="1915747" y="519459"/>
                </a:cubicBezTo>
                <a:cubicBezTo>
                  <a:pt x="1879358" y="478159"/>
                  <a:pt x="1825557" y="457509"/>
                  <a:pt x="1754343" y="457509"/>
                </a:cubicBezTo>
                <a:close/>
                <a:moveTo>
                  <a:pt x="1468816" y="457509"/>
                </a:moveTo>
                <a:cubicBezTo>
                  <a:pt x="1449617" y="457509"/>
                  <a:pt x="1433488" y="462253"/>
                  <a:pt x="1420428" y="471740"/>
                </a:cubicBezTo>
                <a:cubicBezTo>
                  <a:pt x="1407369" y="481228"/>
                  <a:pt x="1394699" y="498585"/>
                  <a:pt x="1382421" y="523812"/>
                </a:cubicBezTo>
                <a:lnTo>
                  <a:pt x="1382421" y="465545"/>
                </a:lnTo>
                <a:lnTo>
                  <a:pt x="1254838" y="465545"/>
                </a:lnTo>
                <a:lnTo>
                  <a:pt x="1254838" y="821170"/>
                </a:lnTo>
                <a:lnTo>
                  <a:pt x="1391797" y="821170"/>
                </a:lnTo>
                <a:lnTo>
                  <a:pt x="1391797" y="701959"/>
                </a:lnTo>
                <a:cubicBezTo>
                  <a:pt x="1391797" y="645032"/>
                  <a:pt x="1398829" y="606188"/>
                  <a:pt x="1412894" y="585426"/>
                </a:cubicBezTo>
                <a:cubicBezTo>
                  <a:pt x="1422716" y="570693"/>
                  <a:pt x="1436557" y="563326"/>
                  <a:pt x="1454417" y="563326"/>
                </a:cubicBezTo>
                <a:cubicBezTo>
                  <a:pt x="1463793" y="563326"/>
                  <a:pt x="1476518" y="566674"/>
                  <a:pt x="1492591" y="573371"/>
                </a:cubicBezTo>
                <a:lnTo>
                  <a:pt x="1534784" y="476261"/>
                </a:lnTo>
                <a:cubicBezTo>
                  <a:pt x="1510897" y="463760"/>
                  <a:pt x="1488908" y="457509"/>
                  <a:pt x="1468816" y="457509"/>
                </a:cubicBezTo>
                <a:close/>
                <a:moveTo>
                  <a:pt x="746999" y="457509"/>
                </a:moveTo>
                <a:cubicBezTo>
                  <a:pt x="719094" y="457509"/>
                  <a:pt x="695431" y="462587"/>
                  <a:pt x="676008" y="472745"/>
                </a:cubicBezTo>
                <a:cubicBezTo>
                  <a:pt x="656586" y="482903"/>
                  <a:pt x="637387" y="499813"/>
                  <a:pt x="618412" y="523477"/>
                </a:cubicBezTo>
                <a:lnTo>
                  <a:pt x="618412" y="465545"/>
                </a:lnTo>
                <a:lnTo>
                  <a:pt x="491499" y="465545"/>
                </a:lnTo>
                <a:lnTo>
                  <a:pt x="491499" y="821170"/>
                </a:lnTo>
                <a:lnTo>
                  <a:pt x="627788" y="821170"/>
                </a:lnTo>
                <a:lnTo>
                  <a:pt x="627788" y="650390"/>
                </a:lnTo>
                <a:cubicBezTo>
                  <a:pt x="627788" y="618020"/>
                  <a:pt x="632922" y="595584"/>
                  <a:pt x="643192" y="583082"/>
                </a:cubicBezTo>
                <a:cubicBezTo>
                  <a:pt x="653461" y="570581"/>
                  <a:pt x="666856" y="564330"/>
                  <a:pt x="683375" y="564330"/>
                </a:cubicBezTo>
                <a:cubicBezTo>
                  <a:pt x="698333" y="564330"/>
                  <a:pt x="709941" y="568962"/>
                  <a:pt x="718201" y="578227"/>
                </a:cubicBezTo>
                <a:cubicBezTo>
                  <a:pt x="726461" y="587491"/>
                  <a:pt x="730591" y="603286"/>
                  <a:pt x="730591" y="625610"/>
                </a:cubicBezTo>
                <a:lnTo>
                  <a:pt x="730591" y="821170"/>
                </a:lnTo>
                <a:lnTo>
                  <a:pt x="867550" y="821170"/>
                </a:lnTo>
                <a:lnTo>
                  <a:pt x="867550" y="595138"/>
                </a:lnTo>
                <a:cubicBezTo>
                  <a:pt x="867550" y="548257"/>
                  <a:pt x="856890" y="513598"/>
                  <a:pt x="835571" y="491162"/>
                </a:cubicBezTo>
                <a:cubicBezTo>
                  <a:pt x="814251" y="468727"/>
                  <a:pt x="784727" y="457509"/>
                  <a:pt x="746999" y="457509"/>
                </a:cubicBezTo>
                <a:close/>
                <a:moveTo>
                  <a:pt x="10516486" y="330261"/>
                </a:moveTo>
                <a:lnTo>
                  <a:pt x="10516486" y="821170"/>
                </a:lnTo>
                <a:lnTo>
                  <a:pt x="10653110" y="821170"/>
                </a:lnTo>
                <a:lnTo>
                  <a:pt x="10653110" y="330261"/>
                </a:lnTo>
                <a:close/>
                <a:moveTo>
                  <a:pt x="8682998" y="330261"/>
                </a:moveTo>
                <a:lnTo>
                  <a:pt x="8682998" y="821170"/>
                </a:lnTo>
                <a:lnTo>
                  <a:pt x="8819288" y="821170"/>
                </a:lnTo>
                <a:lnTo>
                  <a:pt x="8819288" y="650390"/>
                </a:lnTo>
                <a:cubicBezTo>
                  <a:pt x="8819288" y="618020"/>
                  <a:pt x="8824422" y="595584"/>
                  <a:pt x="8834691" y="583082"/>
                </a:cubicBezTo>
                <a:cubicBezTo>
                  <a:pt x="8844960" y="570581"/>
                  <a:pt x="8858355" y="564330"/>
                  <a:pt x="8874875" y="564330"/>
                </a:cubicBezTo>
                <a:cubicBezTo>
                  <a:pt x="8889832" y="564330"/>
                  <a:pt x="8901440" y="568962"/>
                  <a:pt x="8909701" y="578227"/>
                </a:cubicBezTo>
                <a:cubicBezTo>
                  <a:pt x="8917960" y="587491"/>
                  <a:pt x="8922090" y="603286"/>
                  <a:pt x="8922090" y="625610"/>
                </a:cubicBezTo>
                <a:lnTo>
                  <a:pt x="8922090" y="821170"/>
                </a:lnTo>
                <a:lnTo>
                  <a:pt x="9059049" y="821170"/>
                </a:lnTo>
                <a:lnTo>
                  <a:pt x="9059049" y="595138"/>
                </a:lnTo>
                <a:cubicBezTo>
                  <a:pt x="9059049" y="548480"/>
                  <a:pt x="9048390" y="513877"/>
                  <a:pt x="9027071" y="491330"/>
                </a:cubicBezTo>
                <a:cubicBezTo>
                  <a:pt x="9005751" y="468782"/>
                  <a:pt x="8976562" y="457509"/>
                  <a:pt x="8939504" y="457509"/>
                </a:cubicBezTo>
                <a:cubicBezTo>
                  <a:pt x="8914500" y="457509"/>
                  <a:pt x="8892846" y="461639"/>
                  <a:pt x="8874540" y="469899"/>
                </a:cubicBezTo>
                <a:cubicBezTo>
                  <a:pt x="8856234" y="478159"/>
                  <a:pt x="8837816" y="491888"/>
                  <a:pt x="8819288" y="511087"/>
                </a:cubicBezTo>
                <a:lnTo>
                  <a:pt x="8819288" y="330261"/>
                </a:lnTo>
                <a:close/>
                <a:moveTo>
                  <a:pt x="7295474" y="330261"/>
                </a:moveTo>
                <a:lnTo>
                  <a:pt x="7295474" y="451481"/>
                </a:lnTo>
                <a:lnTo>
                  <a:pt x="7450181" y="451481"/>
                </a:lnTo>
                <a:lnTo>
                  <a:pt x="7450181" y="821170"/>
                </a:lnTo>
                <a:lnTo>
                  <a:pt x="7601874" y="821170"/>
                </a:lnTo>
                <a:lnTo>
                  <a:pt x="7601874" y="451481"/>
                </a:lnTo>
                <a:lnTo>
                  <a:pt x="7756581" y="451481"/>
                </a:lnTo>
                <a:lnTo>
                  <a:pt x="7756581" y="330261"/>
                </a:lnTo>
                <a:close/>
                <a:moveTo>
                  <a:pt x="6105816" y="330261"/>
                </a:moveTo>
                <a:lnTo>
                  <a:pt x="6062619" y="594133"/>
                </a:lnTo>
                <a:lnTo>
                  <a:pt x="6178816" y="610876"/>
                </a:lnTo>
                <a:cubicBezTo>
                  <a:pt x="6189755" y="598598"/>
                  <a:pt x="6199801" y="590115"/>
                  <a:pt x="6208954" y="585426"/>
                </a:cubicBezTo>
                <a:cubicBezTo>
                  <a:pt x="6221232" y="578952"/>
                  <a:pt x="6233957" y="575715"/>
                  <a:pt x="6247128" y="575715"/>
                </a:cubicBezTo>
                <a:cubicBezTo>
                  <a:pt x="6267890" y="575715"/>
                  <a:pt x="6284521" y="582524"/>
                  <a:pt x="6297023" y="596142"/>
                </a:cubicBezTo>
                <a:cubicBezTo>
                  <a:pt x="6309524" y="609760"/>
                  <a:pt x="6315775" y="631191"/>
                  <a:pt x="6315775" y="660436"/>
                </a:cubicBezTo>
                <a:cubicBezTo>
                  <a:pt x="6315775" y="689011"/>
                  <a:pt x="6309580" y="710498"/>
                  <a:pt x="6297190" y="724897"/>
                </a:cubicBezTo>
                <a:cubicBezTo>
                  <a:pt x="6284800" y="739296"/>
                  <a:pt x="6269118" y="746496"/>
                  <a:pt x="6250142" y="746496"/>
                </a:cubicBezTo>
                <a:cubicBezTo>
                  <a:pt x="6233176" y="746496"/>
                  <a:pt x="6218553" y="740747"/>
                  <a:pt x="6206275" y="729250"/>
                </a:cubicBezTo>
                <a:cubicBezTo>
                  <a:pt x="6193997" y="717753"/>
                  <a:pt x="6186183" y="700954"/>
                  <a:pt x="6182835" y="678853"/>
                </a:cubicBezTo>
                <a:lnTo>
                  <a:pt x="6044871" y="693922"/>
                </a:lnTo>
                <a:cubicBezTo>
                  <a:pt x="6051568" y="716916"/>
                  <a:pt x="6059940" y="736115"/>
                  <a:pt x="6069986" y="751519"/>
                </a:cubicBezTo>
                <a:cubicBezTo>
                  <a:pt x="6080032" y="766922"/>
                  <a:pt x="6093147" y="780708"/>
                  <a:pt x="6109332" y="792874"/>
                </a:cubicBezTo>
                <a:cubicBezTo>
                  <a:pt x="6125517" y="805041"/>
                  <a:pt x="6145162" y="814194"/>
                  <a:pt x="6168268" y="820333"/>
                </a:cubicBezTo>
                <a:cubicBezTo>
                  <a:pt x="6191374" y="826472"/>
                  <a:pt x="6219111" y="829542"/>
                  <a:pt x="6251482" y="829542"/>
                </a:cubicBezTo>
                <a:cubicBezTo>
                  <a:pt x="6296576" y="829542"/>
                  <a:pt x="6333579" y="821840"/>
                  <a:pt x="6362489" y="806436"/>
                </a:cubicBezTo>
                <a:cubicBezTo>
                  <a:pt x="6391399" y="791033"/>
                  <a:pt x="6413723" y="768708"/>
                  <a:pt x="6429461" y="739464"/>
                </a:cubicBezTo>
                <a:cubicBezTo>
                  <a:pt x="6445200" y="710219"/>
                  <a:pt x="6453069" y="679746"/>
                  <a:pt x="6453069" y="648046"/>
                </a:cubicBezTo>
                <a:cubicBezTo>
                  <a:pt x="6453069" y="602951"/>
                  <a:pt x="6437777" y="565558"/>
                  <a:pt x="6407193" y="535867"/>
                </a:cubicBezTo>
                <a:cubicBezTo>
                  <a:pt x="6376609" y="506176"/>
                  <a:pt x="6336760" y="491330"/>
                  <a:pt x="6287647" y="491330"/>
                </a:cubicBezTo>
                <a:cubicBezTo>
                  <a:pt x="6273136" y="491330"/>
                  <a:pt x="6258458" y="493116"/>
                  <a:pt x="6243612" y="496688"/>
                </a:cubicBezTo>
                <a:cubicBezTo>
                  <a:pt x="6228767" y="500259"/>
                  <a:pt x="6213754" y="505617"/>
                  <a:pt x="6198573" y="512761"/>
                </a:cubicBezTo>
                <a:lnTo>
                  <a:pt x="6210293" y="439091"/>
                </a:lnTo>
                <a:lnTo>
                  <a:pt x="6429629" y="439091"/>
                </a:lnTo>
                <a:lnTo>
                  <a:pt x="6429629" y="330261"/>
                </a:lnTo>
                <a:close/>
                <a:moveTo>
                  <a:pt x="5237441" y="330261"/>
                </a:moveTo>
                <a:lnTo>
                  <a:pt x="5100817" y="400247"/>
                </a:lnTo>
                <a:lnTo>
                  <a:pt x="5100817" y="465545"/>
                </a:lnTo>
                <a:lnTo>
                  <a:pt x="5050587" y="465545"/>
                </a:lnTo>
                <a:lnTo>
                  <a:pt x="5050587" y="565335"/>
                </a:lnTo>
                <a:lnTo>
                  <a:pt x="5100817" y="565335"/>
                </a:lnTo>
                <a:lnTo>
                  <a:pt x="5100817" y="690417"/>
                </a:lnTo>
                <a:cubicBezTo>
                  <a:pt x="5100817" y="730101"/>
                  <a:pt x="5104668" y="758806"/>
                  <a:pt x="5112371" y="776531"/>
                </a:cubicBezTo>
                <a:cubicBezTo>
                  <a:pt x="5120071" y="794256"/>
                  <a:pt x="5131960" y="807467"/>
                  <a:pt x="5148033" y="816163"/>
                </a:cubicBezTo>
                <a:cubicBezTo>
                  <a:pt x="5164107" y="824859"/>
                  <a:pt x="5189110" y="829207"/>
                  <a:pt x="5223042" y="829207"/>
                </a:cubicBezTo>
                <a:cubicBezTo>
                  <a:pt x="5252287" y="829207"/>
                  <a:pt x="5283764" y="825523"/>
                  <a:pt x="5317473" y="818156"/>
                </a:cubicBezTo>
                <a:lnTo>
                  <a:pt x="5307427" y="724076"/>
                </a:lnTo>
                <a:cubicBezTo>
                  <a:pt x="5289345" y="729869"/>
                  <a:pt x="5275281" y="732766"/>
                  <a:pt x="5265235" y="732766"/>
                </a:cubicBezTo>
                <a:cubicBezTo>
                  <a:pt x="5254073" y="732766"/>
                  <a:pt x="5246260" y="728978"/>
                  <a:pt x="5241794" y="721402"/>
                </a:cubicBezTo>
                <a:cubicBezTo>
                  <a:pt x="5238892" y="716501"/>
                  <a:pt x="5237441" y="706476"/>
                  <a:pt x="5237441" y="691327"/>
                </a:cubicBezTo>
                <a:lnTo>
                  <a:pt x="5237441" y="565335"/>
                </a:lnTo>
                <a:lnTo>
                  <a:pt x="5312450" y="565335"/>
                </a:lnTo>
                <a:lnTo>
                  <a:pt x="5312450" y="465545"/>
                </a:lnTo>
                <a:lnTo>
                  <a:pt x="5237441" y="465545"/>
                </a:lnTo>
                <a:close/>
                <a:moveTo>
                  <a:pt x="3706447" y="330261"/>
                </a:moveTo>
                <a:lnTo>
                  <a:pt x="3706447" y="423018"/>
                </a:lnTo>
                <a:lnTo>
                  <a:pt x="3842736" y="423018"/>
                </a:lnTo>
                <a:lnTo>
                  <a:pt x="3842736" y="330261"/>
                </a:lnTo>
                <a:close/>
                <a:moveTo>
                  <a:pt x="3561042" y="330261"/>
                </a:moveTo>
                <a:lnTo>
                  <a:pt x="3424418" y="400247"/>
                </a:lnTo>
                <a:lnTo>
                  <a:pt x="3424418" y="465545"/>
                </a:lnTo>
                <a:lnTo>
                  <a:pt x="3374188" y="465545"/>
                </a:lnTo>
                <a:lnTo>
                  <a:pt x="3374188" y="565335"/>
                </a:lnTo>
                <a:lnTo>
                  <a:pt x="3424418" y="565335"/>
                </a:lnTo>
                <a:lnTo>
                  <a:pt x="3424418" y="690417"/>
                </a:lnTo>
                <a:cubicBezTo>
                  <a:pt x="3424418" y="730101"/>
                  <a:pt x="3428268" y="758806"/>
                  <a:pt x="3435970" y="776531"/>
                </a:cubicBezTo>
                <a:cubicBezTo>
                  <a:pt x="3443672" y="794256"/>
                  <a:pt x="3455560" y="807467"/>
                  <a:pt x="3471633" y="816163"/>
                </a:cubicBezTo>
                <a:cubicBezTo>
                  <a:pt x="3487707" y="824859"/>
                  <a:pt x="3512709" y="829207"/>
                  <a:pt x="3546643" y="829207"/>
                </a:cubicBezTo>
                <a:cubicBezTo>
                  <a:pt x="3575887" y="829207"/>
                  <a:pt x="3607364" y="825523"/>
                  <a:pt x="3641074" y="818156"/>
                </a:cubicBezTo>
                <a:lnTo>
                  <a:pt x="3631028" y="724076"/>
                </a:lnTo>
                <a:cubicBezTo>
                  <a:pt x="3612946" y="729869"/>
                  <a:pt x="3598881" y="732766"/>
                  <a:pt x="3588835" y="732766"/>
                </a:cubicBezTo>
                <a:cubicBezTo>
                  <a:pt x="3577673" y="732766"/>
                  <a:pt x="3569860" y="728978"/>
                  <a:pt x="3565395" y="721402"/>
                </a:cubicBezTo>
                <a:cubicBezTo>
                  <a:pt x="3562493" y="716501"/>
                  <a:pt x="3561042" y="706476"/>
                  <a:pt x="3561042" y="691327"/>
                </a:cubicBezTo>
                <a:lnTo>
                  <a:pt x="3561042" y="565335"/>
                </a:lnTo>
                <a:lnTo>
                  <a:pt x="3636051" y="565335"/>
                </a:lnTo>
                <a:lnTo>
                  <a:pt x="3636051" y="465545"/>
                </a:lnTo>
                <a:lnTo>
                  <a:pt x="3561042" y="465545"/>
                </a:lnTo>
                <a:close/>
                <a:moveTo>
                  <a:pt x="2261772" y="330261"/>
                </a:moveTo>
                <a:lnTo>
                  <a:pt x="2261772" y="500371"/>
                </a:lnTo>
                <a:cubicBezTo>
                  <a:pt x="2248378" y="486084"/>
                  <a:pt x="2233030" y="475368"/>
                  <a:pt x="2215728" y="468224"/>
                </a:cubicBezTo>
                <a:cubicBezTo>
                  <a:pt x="2198427" y="461080"/>
                  <a:pt x="2179173" y="457509"/>
                  <a:pt x="2157965" y="457509"/>
                </a:cubicBezTo>
                <a:cubicBezTo>
                  <a:pt x="2114433" y="457509"/>
                  <a:pt x="2078546" y="473136"/>
                  <a:pt x="2050306" y="504389"/>
                </a:cubicBezTo>
                <a:cubicBezTo>
                  <a:pt x="2022066" y="535644"/>
                  <a:pt x="2007946" y="580738"/>
                  <a:pt x="2007946" y="639674"/>
                </a:cubicBezTo>
                <a:cubicBezTo>
                  <a:pt x="2007946" y="692359"/>
                  <a:pt x="2020726" y="737120"/>
                  <a:pt x="2046287" y="773955"/>
                </a:cubicBezTo>
                <a:cubicBezTo>
                  <a:pt x="2071849" y="810789"/>
                  <a:pt x="2108852" y="829207"/>
                  <a:pt x="2157295" y="829207"/>
                </a:cubicBezTo>
                <a:cubicBezTo>
                  <a:pt x="2181405" y="829207"/>
                  <a:pt x="2203283" y="824072"/>
                  <a:pt x="2222928" y="813803"/>
                </a:cubicBezTo>
                <a:cubicBezTo>
                  <a:pt x="2237662" y="805990"/>
                  <a:pt x="2253959" y="790921"/>
                  <a:pt x="2271818" y="768597"/>
                </a:cubicBezTo>
                <a:lnTo>
                  <a:pt x="2271818" y="821170"/>
                </a:lnTo>
                <a:lnTo>
                  <a:pt x="2399401" y="821170"/>
                </a:lnTo>
                <a:lnTo>
                  <a:pt x="2399401" y="330261"/>
                </a:lnTo>
                <a:close/>
                <a:moveTo>
                  <a:pt x="1113116" y="330261"/>
                </a:moveTo>
                <a:lnTo>
                  <a:pt x="976492" y="400247"/>
                </a:lnTo>
                <a:lnTo>
                  <a:pt x="976492" y="465545"/>
                </a:lnTo>
                <a:lnTo>
                  <a:pt x="926263" y="465545"/>
                </a:lnTo>
                <a:lnTo>
                  <a:pt x="926263" y="565335"/>
                </a:lnTo>
                <a:lnTo>
                  <a:pt x="976492" y="565335"/>
                </a:lnTo>
                <a:lnTo>
                  <a:pt x="976492" y="690417"/>
                </a:lnTo>
                <a:cubicBezTo>
                  <a:pt x="976492" y="730101"/>
                  <a:pt x="980343" y="758806"/>
                  <a:pt x="988045" y="776531"/>
                </a:cubicBezTo>
                <a:cubicBezTo>
                  <a:pt x="995747" y="794256"/>
                  <a:pt x="1007635" y="807467"/>
                  <a:pt x="1023708" y="816163"/>
                </a:cubicBezTo>
                <a:cubicBezTo>
                  <a:pt x="1039781" y="824859"/>
                  <a:pt x="1064785" y="829207"/>
                  <a:pt x="1098717" y="829207"/>
                </a:cubicBezTo>
                <a:cubicBezTo>
                  <a:pt x="1127962" y="829207"/>
                  <a:pt x="1159439" y="825523"/>
                  <a:pt x="1193149" y="818156"/>
                </a:cubicBezTo>
                <a:lnTo>
                  <a:pt x="1183103" y="724076"/>
                </a:lnTo>
                <a:cubicBezTo>
                  <a:pt x="1165020" y="729869"/>
                  <a:pt x="1150956" y="732766"/>
                  <a:pt x="1140910" y="732766"/>
                </a:cubicBezTo>
                <a:cubicBezTo>
                  <a:pt x="1129748" y="732766"/>
                  <a:pt x="1121935" y="728978"/>
                  <a:pt x="1117470" y="721402"/>
                </a:cubicBezTo>
                <a:cubicBezTo>
                  <a:pt x="1114568" y="716501"/>
                  <a:pt x="1113116" y="706476"/>
                  <a:pt x="1113116" y="691327"/>
                </a:cubicBezTo>
                <a:lnTo>
                  <a:pt x="1113116" y="565335"/>
                </a:lnTo>
                <a:lnTo>
                  <a:pt x="1188126" y="565335"/>
                </a:lnTo>
                <a:lnTo>
                  <a:pt x="1188126" y="465545"/>
                </a:lnTo>
                <a:lnTo>
                  <a:pt x="1113116" y="465545"/>
                </a:lnTo>
                <a:close/>
                <a:moveTo>
                  <a:pt x="239868" y="330261"/>
                </a:moveTo>
                <a:lnTo>
                  <a:pt x="239868" y="821170"/>
                </a:lnTo>
                <a:lnTo>
                  <a:pt x="391895" y="821170"/>
                </a:lnTo>
                <a:lnTo>
                  <a:pt x="391895" y="330261"/>
                </a:lnTo>
                <a:close/>
                <a:moveTo>
                  <a:pt x="6775654" y="321889"/>
                </a:moveTo>
                <a:cubicBezTo>
                  <a:pt x="6719397" y="321889"/>
                  <a:pt x="6674637" y="329814"/>
                  <a:pt x="6641374" y="345664"/>
                </a:cubicBezTo>
                <a:cubicBezTo>
                  <a:pt x="6598735" y="366203"/>
                  <a:pt x="6566365" y="396284"/>
                  <a:pt x="6544264" y="435910"/>
                </a:cubicBezTo>
                <a:cubicBezTo>
                  <a:pt x="6522163" y="475535"/>
                  <a:pt x="6511112" y="522137"/>
                  <a:pt x="6511112" y="575715"/>
                </a:cubicBezTo>
                <a:cubicBezTo>
                  <a:pt x="6511112" y="626615"/>
                  <a:pt x="6521214" y="671710"/>
                  <a:pt x="6541417" y="711000"/>
                </a:cubicBezTo>
                <a:cubicBezTo>
                  <a:pt x="6561621" y="750291"/>
                  <a:pt x="6590084" y="779870"/>
                  <a:pt x="6626807" y="799739"/>
                </a:cubicBezTo>
                <a:cubicBezTo>
                  <a:pt x="6663531" y="819608"/>
                  <a:pt x="6711026" y="829542"/>
                  <a:pt x="6769292" y="829542"/>
                </a:cubicBezTo>
                <a:cubicBezTo>
                  <a:pt x="6816619" y="829542"/>
                  <a:pt x="6857528" y="824017"/>
                  <a:pt x="6892019" y="812966"/>
                </a:cubicBezTo>
                <a:cubicBezTo>
                  <a:pt x="6926510" y="801916"/>
                  <a:pt x="6966191" y="781098"/>
                  <a:pt x="7011063" y="750514"/>
                </a:cubicBezTo>
                <a:lnTo>
                  <a:pt x="7011063" y="541225"/>
                </a:lnTo>
                <a:lnTo>
                  <a:pt x="6776659" y="541225"/>
                </a:lnTo>
                <a:lnTo>
                  <a:pt x="6776659" y="643358"/>
                </a:lnTo>
                <a:lnTo>
                  <a:pt x="6878122" y="643358"/>
                </a:lnTo>
                <a:lnTo>
                  <a:pt x="6878122" y="689569"/>
                </a:lnTo>
                <a:cubicBezTo>
                  <a:pt x="6858254" y="701401"/>
                  <a:pt x="6840618" y="709772"/>
                  <a:pt x="6825214" y="714684"/>
                </a:cubicBezTo>
                <a:cubicBezTo>
                  <a:pt x="6809810" y="719595"/>
                  <a:pt x="6793625" y="722051"/>
                  <a:pt x="6776659" y="722051"/>
                </a:cubicBezTo>
                <a:cubicBezTo>
                  <a:pt x="6740940" y="722051"/>
                  <a:pt x="6713091" y="710665"/>
                  <a:pt x="6693110" y="687895"/>
                </a:cubicBezTo>
                <a:cubicBezTo>
                  <a:pt x="6673130" y="665124"/>
                  <a:pt x="6663140" y="627173"/>
                  <a:pt x="6663140" y="574041"/>
                </a:cubicBezTo>
                <a:cubicBezTo>
                  <a:pt x="6663140" y="524035"/>
                  <a:pt x="6673019" y="487479"/>
                  <a:pt x="6692775" y="464374"/>
                </a:cubicBezTo>
                <a:cubicBezTo>
                  <a:pt x="6712532" y="441268"/>
                  <a:pt x="6739042" y="429715"/>
                  <a:pt x="6772306" y="429715"/>
                </a:cubicBezTo>
                <a:cubicBezTo>
                  <a:pt x="6794630" y="429715"/>
                  <a:pt x="6812991" y="434627"/>
                  <a:pt x="6827391" y="444449"/>
                </a:cubicBezTo>
                <a:cubicBezTo>
                  <a:pt x="6841790" y="454272"/>
                  <a:pt x="6852003" y="468447"/>
                  <a:pt x="6858031" y="486977"/>
                </a:cubicBezTo>
                <a:lnTo>
                  <a:pt x="7004366" y="460857"/>
                </a:lnTo>
                <a:cubicBezTo>
                  <a:pt x="6995436" y="429157"/>
                  <a:pt x="6982097" y="402982"/>
                  <a:pt x="6964350" y="382332"/>
                </a:cubicBezTo>
                <a:cubicBezTo>
                  <a:pt x="6946602" y="361682"/>
                  <a:pt x="6924278" y="346446"/>
                  <a:pt x="6897377" y="336623"/>
                </a:cubicBezTo>
                <a:cubicBezTo>
                  <a:pt x="6870476" y="326800"/>
                  <a:pt x="6829902" y="321889"/>
                  <a:pt x="6775654" y="321889"/>
                </a:cubicBezTo>
                <a:close/>
                <a:moveTo>
                  <a:pt x="0" y="0"/>
                </a:moveTo>
                <a:lnTo>
                  <a:pt x="12307330" y="0"/>
                </a:lnTo>
                <a:lnTo>
                  <a:pt x="12307330" y="6981568"/>
                </a:lnTo>
                <a:lnTo>
                  <a:pt x="0" y="6981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8EEA29-41DC-4E1F-B190-335518219326}"/>
              </a:ext>
            </a:extLst>
          </p:cNvPr>
          <p:cNvSpPr/>
          <p:nvPr/>
        </p:nvSpPr>
        <p:spPr>
          <a:xfrm>
            <a:off x="-12701" y="-57627"/>
            <a:ext cx="12472248" cy="691562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C1B42D-9550-43CA-96DC-A9AA38CE669E}"/>
              </a:ext>
            </a:extLst>
          </p:cNvPr>
          <p:cNvSpPr/>
          <p:nvPr/>
        </p:nvSpPr>
        <p:spPr>
          <a:xfrm>
            <a:off x="0" y="-546099"/>
            <a:ext cx="12192000" cy="1625600"/>
          </a:xfrm>
          <a:prstGeom prst="roundRect">
            <a:avLst>
              <a:gd name="adj" fmla="val 39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A38F0-584B-4759-A019-DBB346B2A82B}"/>
              </a:ext>
            </a:extLst>
          </p:cNvPr>
          <p:cNvSpPr txBox="1"/>
          <p:nvPr/>
        </p:nvSpPr>
        <p:spPr>
          <a:xfrm>
            <a:off x="44450" y="0"/>
            <a:ext cx="12103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What is G in Wireless Communication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79FE63-530F-48A1-BFE1-8739F882F18F}"/>
              </a:ext>
            </a:extLst>
          </p:cNvPr>
          <p:cNvGrpSpPr/>
          <p:nvPr/>
        </p:nvGrpSpPr>
        <p:grpSpPr>
          <a:xfrm>
            <a:off x="-114300" y="7423626"/>
            <a:ext cx="2730500" cy="5000249"/>
            <a:chOff x="241300" y="1362450"/>
            <a:chExt cx="2730500" cy="500024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CBD185D-F5DC-433C-B0AF-2FB639BA8164}"/>
                </a:ext>
              </a:extLst>
            </p:cNvPr>
            <p:cNvSpPr/>
            <p:nvPr/>
          </p:nvSpPr>
          <p:spPr>
            <a:xfrm>
              <a:off x="241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03DC63-AA2E-4950-B975-F593593C79CF}"/>
                </a:ext>
              </a:extLst>
            </p:cNvPr>
            <p:cNvSpPr txBox="1"/>
            <p:nvPr/>
          </p:nvSpPr>
          <p:spPr>
            <a:xfrm>
              <a:off x="342899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G in Wireless communication represent the generation of technology in context of mobile network technology.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058511A-840F-4D3C-8A77-D626CCEB7603}"/>
              </a:ext>
            </a:extLst>
          </p:cNvPr>
          <p:cNvSpPr txBox="1"/>
          <p:nvPr/>
        </p:nvSpPr>
        <p:spPr>
          <a:xfrm>
            <a:off x="13106400" y="172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37F67A-B321-4F3E-B76C-49BB378F4EE7}"/>
              </a:ext>
            </a:extLst>
          </p:cNvPr>
          <p:cNvGrpSpPr/>
          <p:nvPr/>
        </p:nvGrpSpPr>
        <p:grpSpPr>
          <a:xfrm>
            <a:off x="2940050" y="7401776"/>
            <a:ext cx="2730500" cy="5000249"/>
            <a:chOff x="3270250" y="1362449"/>
            <a:chExt cx="2730500" cy="500024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D3ED585-E2D9-4EEE-8BE7-39D8786202B0}"/>
                </a:ext>
              </a:extLst>
            </p:cNvPr>
            <p:cNvSpPr/>
            <p:nvPr/>
          </p:nvSpPr>
          <p:spPr>
            <a:xfrm>
              <a:off x="3270250" y="1362449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C22707-A3F3-48B7-9657-8541429A0FCD}"/>
                </a:ext>
              </a:extLst>
            </p:cNvPr>
            <p:cNvSpPr txBox="1"/>
            <p:nvPr/>
          </p:nvSpPr>
          <p:spPr>
            <a:xfrm>
              <a:off x="3387724" y="1727200"/>
              <a:ext cx="253365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These terms refer to the different generations of wireless communication standards,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D6DFFC-ACED-41F9-8A5E-134632CF6A85}"/>
              </a:ext>
            </a:extLst>
          </p:cNvPr>
          <p:cNvGrpSpPr/>
          <p:nvPr/>
        </p:nvGrpSpPr>
        <p:grpSpPr>
          <a:xfrm>
            <a:off x="6236124" y="7504674"/>
            <a:ext cx="2730500" cy="5000249"/>
            <a:chOff x="6337300" y="1362450"/>
            <a:chExt cx="2730500" cy="500024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F8EE8DF-E4C6-4776-91F7-6ED4E53981BB}"/>
                </a:ext>
              </a:extLst>
            </p:cNvPr>
            <p:cNvSpPr/>
            <p:nvPr/>
          </p:nvSpPr>
          <p:spPr>
            <a:xfrm>
              <a:off x="6337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6F288C-221C-494E-9214-97D64954090C}"/>
                </a:ext>
              </a:extLst>
            </p:cNvPr>
            <p:cNvSpPr txBox="1"/>
            <p:nvPr/>
          </p:nvSpPr>
          <p:spPr>
            <a:xfrm>
              <a:off x="6435724" y="1727200"/>
              <a:ext cx="25336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There have been five generations of cellular networks so far 1G, 2G, 3G, 4G and finally 5G.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F24B8B-920E-4B29-AEFE-EA5C90263256}"/>
              </a:ext>
            </a:extLst>
          </p:cNvPr>
          <p:cNvGrpSpPr/>
          <p:nvPr/>
        </p:nvGrpSpPr>
        <p:grpSpPr>
          <a:xfrm>
            <a:off x="9698146" y="7504675"/>
            <a:ext cx="2730500" cy="5000249"/>
            <a:chOff x="9461500" y="1362450"/>
            <a:chExt cx="2730500" cy="500024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97D8BA8-9292-47B6-8991-716ED6177C33}"/>
                </a:ext>
              </a:extLst>
            </p:cNvPr>
            <p:cNvSpPr/>
            <p:nvPr/>
          </p:nvSpPr>
          <p:spPr>
            <a:xfrm>
              <a:off x="94615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097AAD-590F-42C3-9ABA-2AC0F5A40275}"/>
                </a:ext>
              </a:extLst>
            </p:cNvPr>
            <p:cNvSpPr txBox="1"/>
            <p:nvPr/>
          </p:nvSpPr>
          <p:spPr>
            <a:xfrm>
              <a:off x="9559924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Each generation has some advantage over the previous generation regarding speed, efficiency, and latency.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97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C1B42D-9550-43CA-96DC-A9AA38CE669E}"/>
              </a:ext>
            </a:extLst>
          </p:cNvPr>
          <p:cNvSpPr/>
          <p:nvPr/>
        </p:nvSpPr>
        <p:spPr>
          <a:xfrm>
            <a:off x="0" y="-546099"/>
            <a:ext cx="12192000" cy="1625600"/>
          </a:xfrm>
          <a:prstGeom prst="roundRect">
            <a:avLst>
              <a:gd name="adj" fmla="val 39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A38F0-584B-4759-A019-DBB346B2A82B}"/>
              </a:ext>
            </a:extLst>
          </p:cNvPr>
          <p:cNvSpPr txBox="1"/>
          <p:nvPr/>
        </p:nvSpPr>
        <p:spPr>
          <a:xfrm>
            <a:off x="44450" y="0"/>
            <a:ext cx="12103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What is G in Wireless Communication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79FE63-530F-48A1-BFE1-8739F882F18F}"/>
              </a:ext>
            </a:extLst>
          </p:cNvPr>
          <p:cNvGrpSpPr/>
          <p:nvPr/>
        </p:nvGrpSpPr>
        <p:grpSpPr>
          <a:xfrm>
            <a:off x="241300" y="1362450"/>
            <a:ext cx="2730500" cy="5000249"/>
            <a:chOff x="241300" y="1362450"/>
            <a:chExt cx="2730500" cy="500024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CBD185D-F5DC-433C-B0AF-2FB639BA8164}"/>
                </a:ext>
              </a:extLst>
            </p:cNvPr>
            <p:cNvSpPr/>
            <p:nvPr/>
          </p:nvSpPr>
          <p:spPr>
            <a:xfrm>
              <a:off x="241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03DC63-AA2E-4950-B975-F593593C79CF}"/>
                </a:ext>
              </a:extLst>
            </p:cNvPr>
            <p:cNvSpPr txBox="1"/>
            <p:nvPr/>
          </p:nvSpPr>
          <p:spPr>
            <a:xfrm>
              <a:off x="342899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G in Wireless communication represent the generation of technology in context of mobile network technology.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058511A-840F-4D3C-8A77-D626CCEB7603}"/>
              </a:ext>
            </a:extLst>
          </p:cNvPr>
          <p:cNvSpPr txBox="1"/>
          <p:nvPr/>
        </p:nvSpPr>
        <p:spPr>
          <a:xfrm>
            <a:off x="13106400" y="172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37F67A-B321-4F3E-B76C-49BB378F4EE7}"/>
              </a:ext>
            </a:extLst>
          </p:cNvPr>
          <p:cNvGrpSpPr/>
          <p:nvPr/>
        </p:nvGrpSpPr>
        <p:grpSpPr>
          <a:xfrm>
            <a:off x="3270250" y="1362449"/>
            <a:ext cx="2730500" cy="5000249"/>
            <a:chOff x="3270250" y="1362449"/>
            <a:chExt cx="2730500" cy="500024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D3ED585-E2D9-4EEE-8BE7-39D8786202B0}"/>
                </a:ext>
              </a:extLst>
            </p:cNvPr>
            <p:cNvSpPr/>
            <p:nvPr/>
          </p:nvSpPr>
          <p:spPr>
            <a:xfrm>
              <a:off x="3270250" y="1362449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C22707-A3F3-48B7-9657-8541429A0FCD}"/>
                </a:ext>
              </a:extLst>
            </p:cNvPr>
            <p:cNvSpPr txBox="1"/>
            <p:nvPr/>
          </p:nvSpPr>
          <p:spPr>
            <a:xfrm>
              <a:off x="3387724" y="1727200"/>
              <a:ext cx="253365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These terms refer to the different generations of wireless communication standards,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D6DFFC-ACED-41F9-8A5E-134632CF6A85}"/>
              </a:ext>
            </a:extLst>
          </p:cNvPr>
          <p:cNvGrpSpPr/>
          <p:nvPr/>
        </p:nvGrpSpPr>
        <p:grpSpPr>
          <a:xfrm>
            <a:off x="6318250" y="1362448"/>
            <a:ext cx="2730500" cy="5000249"/>
            <a:chOff x="6337300" y="1362450"/>
            <a:chExt cx="2730500" cy="500024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F8EE8DF-E4C6-4776-91F7-6ED4E53981BB}"/>
                </a:ext>
              </a:extLst>
            </p:cNvPr>
            <p:cNvSpPr/>
            <p:nvPr/>
          </p:nvSpPr>
          <p:spPr>
            <a:xfrm>
              <a:off x="6337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6F288C-221C-494E-9214-97D64954090C}"/>
                </a:ext>
              </a:extLst>
            </p:cNvPr>
            <p:cNvSpPr txBox="1"/>
            <p:nvPr/>
          </p:nvSpPr>
          <p:spPr>
            <a:xfrm>
              <a:off x="6435724" y="1727200"/>
              <a:ext cx="25336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There have been five generations of cellular networks so far 1G, 2G, 3G, 4G and finally 5G.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F24B8B-920E-4B29-AEFE-EA5C90263256}"/>
              </a:ext>
            </a:extLst>
          </p:cNvPr>
          <p:cNvGrpSpPr/>
          <p:nvPr/>
        </p:nvGrpSpPr>
        <p:grpSpPr>
          <a:xfrm>
            <a:off x="9366250" y="1362449"/>
            <a:ext cx="2730500" cy="5000249"/>
            <a:chOff x="9461500" y="1362450"/>
            <a:chExt cx="2730500" cy="500024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97D8BA8-9292-47B6-8991-716ED6177C33}"/>
                </a:ext>
              </a:extLst>
            </p:cNvPr>
            <p:cNvSpPr/>
            <p:nvPr/>
          </p:nvSpPr>
          <p:spPr>
            <a:xfrm>
              <a:off x="94615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097AAD-590F-42C3-9ABA-2AC0F5A40275}"/>
                </a:ext>
              </a:extLst>
            </p:cNvPr>
            <p:cNvSpPr txBox="1"/>
            <p:nvPr/>
          </p:nvSpPr>
          <p:spPr>
            <a:xfrm>
              <a:off x="9559924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Each generation has some advantage over the previous generation regarding speed, efficiency, and latency.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AEF93F5-5041-44D3-B0AC-BAF9084B5B18}"/>
              </a:ext>
            </a:extLst>
          </p:cNvPr>
          <p:cNvSpPr txBox="1"/>
          <p:nvPr/>
        </p:nvSpPr>
        <p:spPr>
          <a:xfrm>
            <a:off x="-18180924" y="2958306"/>
            <a:ext cx="16299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</p:spTree>
    <p:extLst>
      <p:ext uri="{BB962C8B-B14F-4D97-AF65-F5344CB8AC3E}">
        <p14:creationId xmlns:p14="http://schemas.microsoft.com/office/powerpoint/2010/main" val="2526539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52184-6615-46A9-80E9-295B23476688}"/>
              </a:ext>
            </a:extLst>
          </p:cNvPr>
          <p:cNvSpPr txBox="1"/>
          <p:nvPr/>
        </p:nvSpPr>
        <p:spPr>
          <a:xfrm>
            <a:off x="862322" y="1382046"/>
            <a:ext cx="104673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69C225-C422-4832-A15D-15A5F44B4CBA}"/>
              </a:ext>
            </a:extLst>
          </p:cNvPr>
          <p:cNvGrpSpPr/>
          <p:nvPr/>
        </p:nvGrpSpPr>
        <p:grpSpPr>
          <a:xfrm>
            <a:off x="22487151" y="1144083"/>
            <a:ext cx="2730500" cy="5000249"/>
            <a:chOff x="241300" y="1362450"/>
            <a:chExt cx="2730500" cy="500024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A3F83DD-0ECC-484A-B18E-973E138FAAB2}"/>
                </a:ext>
              </a:extLst>
            </p:cNvPr>
            <p:cNvSpPr/>
            <p:nvPr/>
          </p:nvSpPr>
          <p:spPr>
            <a:xfrm>
              <a:off x="241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69B46D-8DBF-4989-8BC5-1C74C766B3E2}"/>
                </a:ext>
              </a:extLst>
            </p:cNvPr>
            <p:cNvSpPr txBox="1"/>
            <p:nvPr/>
          </p:nvSpPr>
          <p:spPr>
            <a:xfrm>
              <a:off x="342899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G in Wireless communication represent the generation of technology in context of mobile network technology.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AB475C1-DD60-4F31-B5F6-8BE7A3D376C7}"/>
              </a:ext>
            </a:extLst>
          </p:cNvPr>
          <p:cNvGrpSpPr/>
          <p:nvPr/>
        </p:nvGrpSpPr>
        <p:grpSpPr>
          <a:xfrm>
            <a:off x="22388726" y="1144080"/>
            <a:ext cx="2730500" cy="5000249"/>
            <a:chOff x="3270250" y="1362449"/>
            <a:chExt cx="2730500" cy="500024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5DB6957-51E6-49FD-AC92-5F36FD7AF64A}"/>
                </a:ext>
              </a:extLst>
            </p:cNvPr>
            <p:cNvSpPr/>
            <p:nvPr/>
          </p:nvSpPr>
          <p:spPr>
            <a:xfrm>
              <a:off x="3270250" y="1362449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799E995-7C00-4515-9BC8-A78299AC58D4}"/>
                </a:ext>
              </a:extLst>
            </p:cNvPr>
            <p:cNvSpPr txBox="1"/>
            <p:nvPr/>
          </p:nvSpPr>
          <p:spPr>
            <a:xfrm>
              <a:off x="3387724" y="1727200"/>
              <a:ext cx="253365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These terms refer to the different generations of wireless communication standards,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7E7E83-7AD9-4C13-A1FD-C98C7F181D29}"/>
              </a:ext>
            </a:extLst>
          </p:cNvPr>
          <p:cNvGrpSpPr/>
          <p:nvPr/>
        </p:nvGrpSpPr>
        <p:grpSpPr>
          <a:xfrm>
            <a:off x="21863338" y="1144082"/>
            <a:ext cx="2730500" cy="5000249"/>
            <a:chOff x="6337300" y="1362450"/>
            <a:chExt cx="2730500" cy="500024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EF5576A-DD9C-432B-9D75-47228B29D9FB}"/>
                </a:ext>
              </a:extLst>
            </p:cNvPr>
            <p:cNvSpPr/>
            <p:nvPr/>
          </p:nvSpPr>
          <p:spPr>
            <a:xfrm>
              <a:off x="63373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E339A8-0F79-4C7A-86E4-4B3970F79AB9}"/>
                </a:ext>
              </a:extLst>
            </p:cNvPr>
            <p:cNvSpPr txBox="1"/>
            <p:nvPr/>
          </p:nvSpPr>
          <p:spPr>
            <a:xfrm>
              <a:off x="6435724" y="1727200"/>
              <a:ext cx="25336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There have been five generations of cellular networks so far 1G, 2G, 3G, 4G and finally 5G.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EBAECB-AB16-4323-88C6-2DFDDD8BCF02}"/>
              </a:ext>
            </a:extLst>
          </p:cNvPr>
          <p:cNvGrpSpPr/>
          <p:nvPr/>
        </p:nvGrpSpPr>
        <p:grpSpPr>
          <a:xfrm>
            <a:off x="22045020" y="1144084"/>
            <a:ext cx="2730500" cy="5000249"/>
            <a:chOff x="9461500" y="1362450"/>
            <a:chExt cx="2730500" cy="500024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3251CD5-D48C-4069-B841-F13D382DBD09}"/>
                </a:ext>
              </a:extLst>
            </p:cNvPr>
            <p:cNvSpPr/>
            <p:nvPr/>
          </p:nvSpPr>
          <p:spPr>
            <a:xfrm>
              <a:off x="9461500" y="1362450"/>
              <a:ext cx="2730500" cy="500024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BBE219-4766-4728-884E-4C35E1EA600F}"/>
                </a:ext>
              </a:extLst>
            </p:cNvPr>
            <p:cNvSpPr txBox="1"/>
            <p:nvPr/>
          </p:nvSpPr>
          <p:spPr>
            <a:xfrm>
              <a:off x="9559924" y="1727200"/>
              <a:ext cx="253365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V Boli" panose="02000500030200090000" pitchFamily="2" charset="0"/>
                  <a:cs typeface="MV Boli" panose="02000500030200090000" pitchFamily="2" charset="0"/>
                </a:rPr>
                <a:t>Each generation has some advantage over the previous generation regarding speed, efficiency, and latency.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A40A88-26E0-4559-A149-4A5533306ABC}"/>
              </a:ext>
            </a:extLst>
          </p:cNvPr>
          <p:cNvSpPr/>
          <p:nvPr/>
        </p:nvSpPr>
        <p:spPr>
          <a:xfrm>
            <a:off x="-163773" y="-2729740"/>
            <a:ext cx="12192000" cy="1625600"/>
          </a:xfrm>
          <a:prstGeom prst="roundRect">
            <a:avLst>
              <a:gd name="adj" fmla="val 394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76A676-13B2-482A-95A3-B1D377CDE141}"/>
              </a:ext>
            </a:extLst>
          </p:cNvPr>
          <p:cNvSpPr txBox="1"/>
          <p:nvPr/>
        </p:nvSpPr>
        <p:spPr>
          <a:xfrm>
            <a:off x="-119323" y="-2183641"/>
            <a:ext cx="12103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What is G in Wireless Communication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DD5CF0-A72B-431D-A2ED-A334A3C66482}"/>
              </a:ext>
            </a:extLst>
          </p:cNvPr>
          <p:cNvSpPr/>
          <p:nvPr/>
        </p:nvSpPr>
        <p:spPr>
          <a:xfrm rot="5400000">
            <a:off x="-4024146" y="2326447"/>
            <a:ext cx="5906361" cy="3156754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784C988-65BD-4B80-A07E-B09BD6B991B5}"/>
              </a:ext>
            </a:extLst>
          </p:cNvPr>
          <p:cNvSpPr/>
          <p:nvPr/>
        </p:nvSpPr>
        <p:spPr>
          <a:xfrm rot="5400000">
            <a:off x="-4107403" y="2326445"/>
            <a:ext cx="5906361" cy="3156754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585BCE-D256-4A6B-8C7A-961B01C89424}"/>
              </a:ext>
            </a:extLst>
          </p:cNvPr>
          <p:cNvSpPr/>
          <p:nvPr/>
        </p:nvSpPr>
        <p:spPr>
          <a:xfrm rot="5400000">
            <a:off x="-4122572" y="2335370"/>
            <a:ext cx="5906361" cy="3156754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EFA566-231E-4292-A30F-99A301E5B433}"/>
              </a:ext>
            </a:extLst>
          </p:cNvPr>
          <p:cNvSpPr/>
          <p:nvPr/>
        </p:nvSpPr>
        <p:spPr>
          <a:xfrm rot="5400000">
            <a:off x="-4205829" y="2326442"/>
            <a:ext cx="5906361" cy="3156754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72A34B6-D55E-4FE6-8472-A47679A436D1}"/>
              </a:ext>
            </a:extLst>
          </p:cNvPr>
          <p:cNvSpPr/>
          <p:nvPr/>
        </p:nvSpPr>
        <p:spPr>
          <a:xfrm rot="5400000">
            <a:off x="-4289086" y="2344293"/>
            <a:ext cx="5906361" cy="3156754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rgbClr val="BACAE8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ACAE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A9F9E6-58E6-4C3B-97FB-5EEE728F8F14}"/>
              </a:ext>
            </a:extLst>
          </p:cNvPr>
          <p:cNvSpPr txBox="1"/>
          <p:nvPr/>
        </p:nvSpPr>
        <p:spPr>
          <a:xfrm>
            <a:off x="445539" y="11095009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C399F3-9241-4081-A277-D9020D96D62D}"/>
              </a:ext>
            </a:extLst>
          </p:cNvPr>
          <p:cNvSpPr txBox="1"/>
          <p:nvPr/>
        </p:nvSpPr>
        <p:spPr>
          <a:xfrm>
            <a:off x="2783683" y="11095009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2G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1991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745D35-AB62-483F-B16D-23A1FAF3109E}"/>
              </a:ext>
            </a:extLst>
          </p:cNvPr>
          <p:cNvSpPr txBox="1"/>
          <p:nvPr/>
        </p:nvSpPr>
        <p:spPr>
          <a:xfrm>
            <a:off x="5356736" y="11095008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3G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2001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1BA0A6-0F47-45FD-B638-CDB437B5020B}"/>
              </a:ext>
            </a:extLst>
          </p:cNvPr>
          <p:cNvSpPr txBox="1"/>
          <p:nvPr/>
        </p:nvSpPr>
        <p:spPr>
          <a:xfrm>
            <a:off x="7774642" y="11095008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4G</a:t>
            </a: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2009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F12F0A-5FFE-433C-81E2-B5CD01B5D569}"/>
              </a:ext>
            </a:extLst>
          </p:cNvPr>
          <p:cNvSpPr txBox="1"/>
          <p:nvPr/>
        </p:nvSpPr>
        <p:spPr>
          <a:xfrm>
            <a:off x="10276738" y="11095008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Rockwell Extra Bold" panose="02060903040505020403" pitchFamily="18" charset="0"/>
              </a:rPr>
              <a:t>5G</a:t>
            </a:r>
          </a:p>
          <a:p>
            <a:pPr algn="ctr"/>
            <a:r>
              <a:rPr lang="en-US" sz="2000" dirty="0">
                <a:latin typeface="Rockwell Extra Bold" panose="02060903040505020403" pitchFamily="18" charset="0"/>
              </a:rPr>
              <a:t>2018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84FABB-F768-4EA6-90FC-77B68BEDFB1F}"/>
              </a:ext>
            </a:extLst>
          </p:cNvPr>
          <p:cNvSpPr txBox="1"/>
          <p:nvPr/>
        </p:nvSpPr>
        <p:spPr>
          <a:xfrm>
            <a:off x="0" y="12499321"/>
            <a:ext cx="2338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Analog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Voice Only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Limited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Heavy Mobile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24KBps speed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C34622-7D4B-49E5-9891-3526095838AA}"/>
              </a:ext>
            </a:extLst>
          </p:cNvPr>
          <p:cNvSpPr txBox="1"/>
          <p:nvPr/>
        </p:nvSpPr>
        <p:spPr>
          <a:xfrm>
            <a:off x="2338143" y="12536140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Text Messaging (SMS)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Better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MMS and Internet browsing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64KBps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Gradually speed increased to 144KBps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2C588-7ABC-4B8B-A26E-B1340B19C641}"/>
              </a:ext>
            </a:extLst>
          </p:cNvPr>
          <p:cNvSpPr txBox="1"/>
          <p:nvPr/>
        </p:nvSpPr>
        <p:spPr>
          <a:xfrm>
            <a:off x="4745031" y="12499321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Faster Data Speeds than 2G (&gt;384)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Multimedia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Simultaneous Voice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Better Call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Global Roaming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GPS, Mobile Internet, Video Call and streaming were its applications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B1ECFC-26AA-40CB-A094-DDF761B6E56B}"/>
              </a:ext>
            </a:extLst>
          </p:cNvPr>
          <p:cNvSpPr txBox="1"/>
          <p:nvPr/>
        </p:nvSpPr>
        <p:spPr>
          <a:xfrm>
            <a:off x="7287007" y="12536140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Data Speeds than 3G (&gt;100MBps)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Quality voice and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speed Internet, Gaming, IoT, Cloud services and conferencing were its applications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770334-E896-4429-8F53-11EF538459F1}"/>
              </a:ext>
            </a:extLst>
          </p:cNvPr>
          <p:cNvSpPr txBox="1"/>
          <p:nvPr/>
        </p:nvSpPr>
        <p:spPr>
          <a:xfrm>
            <a:off x="9740268" y="12536140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Latest Wireless Communication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Data Speeds Faster than the previous generations (up to 10GBps)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Ultra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Massive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Improved Efficiency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3379A1-1978-4FE2-9ECE-5218E61A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9" y="1028345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20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D5FA1BD-D288-420E-9EB6-36B5BA5EBAE7}"/>
              </a:ext>
            </a:extLst>
          </p:cNvPr>
          <p:cNvGrpSpPr/>
          <p:nvPr/>
        </p:nvGrpSpPr>
        <p:grpSpPr>
          <a:xfrm>
            <a:off x="466653" y="-6362950"/>
            <a:ext cx="7442640" cy="17939981"/>
            <a:chOff x="466653" y="-6362950"/>
            <a:chExt cx="7442640" cy="17939981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8F86D4-2B00-446F-AEE7-4F4BBED9875C}"/>
                </a:ext>
              </a:extLst>
            </p:cNvPr>
            <p:cNvSpPr/>
            <p:nvPr/>
          </p:nvSpPr>
          <p:spPr>
            <a:xfrm>
              <a:off x="466653" y="-5201501"/>
              <a:ext cx="1560106" cy="3621644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81C4135-531E-4A05-BBC1-6DB336F5AFFE}"/>
                </a:ext>
              </a:extLst>
            </p:cNvPr>
            <p:cNvSpPr/>
            <p:nvPr/>
          </p:nvSpPr>
          <p:spPr>
            <a:xfrm>
              <a:off x="2052717" y="-6345165"/>
              <a:ext cx="1560106" cy="6138041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94676B5-053B-4818-89F4-4FC454ABB415}"/>
                </a:ext>
              </a:extLst>
            </p:cNvPr>
            <p:cNvSpPr/>
            <p:nvPr/>
          </p:nvSpPr>
          <p:spPr>
            <a:xfrm>
              <a:off x="3116180" y="7404008"/>
              <a:ext cx="1560106" cy="4173023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E5EBF1E-6EF8-4020-A8DC-CDCDBC8585C1}"/>
                </a:ext>
              </a:extLst>
            </p:cNvPr>
            <p:cNvSpPr/>
            <p:nvPr/>
          </p:nvSpPr>
          <p:spPr>
            <a:xfrm>
              <a:off x="5226893" y="-6362950"/>
              <a:ext cx="1560106" cy="6138041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10BD35B-2D94-436B-9A71-D8E60C3F259C}"/>
                </a:ext>
              </a:extLst>
            </p:cNvPr>
            <p:cNvSpPr/>
            <p:nvPr/>
          </p:nvSpPr>
          <p:spPr>
            <a:xfrm>
              <a:off x="6349187" y="8140974"/>
              <a:ext cx="1560106" cy="3157259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552184-6615-46A9-80E9-295B23476688}"/>
              </a:ext>
            </a:extLst>
          </p:cNvPr>
          <p:cNvSpPr txBox="1"/>
          <p:nvPr/>
        </p:nvSpPr>
        <p:spPr>
          <a:xfrm>
            <a:off x="1059460" y="109182"/>
            <a:ext cx="1007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C87302-542B-4C23-A5E5-1A4E9165C21C}"/>
              </a:ext>
            </a:extLst>
          </p:cNvPr>
          <p:cNvSpPr/>
          <p:nvPr/>
        </p:nvSpPr>
        <p:spPr>
          <a:xfrm rot="5400000">
            <a:off x="8044725" y="2574145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rgbClr val="CAD7EE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B0F336-006A-4F94-88CE-9D07AC9DEA6A}"/>
              </a:ext>
            </a:extLst>
          </p:cNvPr>
          <p:cNvSpPr/>
          <p:nvPr/>
        </p:nvSpPr>
        <p:spPr>
          <a:xfrm rot="5400000">
            <a:off x="5542629" y="2574160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309953-DE5E-4F19-896C-20DE35FCF559}"/>
              </a:ext>
            </a:extLst>
          </p:cNvPr>
          <p:cNvSpPr/>
          <p:nvPr/>
        </p:nvSpPr>
        <p:spPr>
          <a:xfrm rot="5400000">
            <a:off x="3053766" y="2574162"/>
            <a:ext cx="5906361" cy="2661318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E16DB7E-21DB-4D0D-B3E1-67AB9EF4A47D}"/>
              </a:ext>
            </a:extLst>
          </p:cNvPr>
          <p:cNvSpPr/>
          <p:nvPr/>
        </p:nvSpPr>
        <p:spPr>
          <a:xfrm rot="5400000">
            <a:off x="629394" y="2660388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AB6AD9-B2E2-4F90-899B-B57586DC14CE}"/>
              </a:ext>
            </a:extLst>
          </p:cNvPr>
          <p:cNvSpPr/>
          <p:nvPr/>
        </p:nvSpPr>
        <p:spPr>
          <a:xfrm rot="5400000">
            <a:off x="-1696050" y="2660388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D8EF-E229-49E7-884E-A7DFE1732E1C}"/>
              </a:ext>
            </a:extLst>
          </p:cNvPr>
          <p:cNvSpPr txBox="1"/>
          <p:nvPr/>
        </p:nvSpPr>
        <p:spPr>
          <a:xfrm>
            <a:off x="445539" y="1032512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485E4-3E5B-48D1-9122-F19880AA3B30}"/>
              </a:ext>
            </a:extLst>
          </p:cNvPr>
          <p:cNvSpPr txBox="1"/>
          <p:nvPr/>
        </p:nvSpPr>
        <p:spPr>
          <a:xfrm>
            <a:off x="2783683" y="1032512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2G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942F9-E1B9-4E6C-A827-EBFAF7F49317}"/>
              </a:ext>
            </a:extLst>
          </p:cNvPr>
          <p:cNvSpPr txBox="1"/>
          <p:nvPr/>
        </p:nvSpPr>
        <p:spPr>
          <a:xfrm>
            <a:off x="5356736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3G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2001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14D9F-5CE6-46E6-B0FC-B385808D55D2}"/>
              </a:ext>
            </a:extLst>
          </p:cNvPr>
          <p:cNvSpPr txBox="1"/>
          <p:nvPr/>
        </p:nvSpPr>
        <p:spPr>
          <a:xfrm>
            <a:off x="7774642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4G</a:t>
            </a: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2009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897A5-FFA1-412C-8B75-23197BE01759}"/>
              </a:ext>
            </a:extLst>
          </p:cNvPr>
          <p:cNvSpPr txBox="1"/>
          <p:nvPr/>
        </p:nvSpPr>
        <p:spPr>
          <a:xfrm>
            <a:off x="10276738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Rockwell Extra Bold" panose="02060903040505020403" pitchFamily="18" charset="0"/>
              </a:rPr>
              <a:t>5G</a:t>
            </a:r>
          </a:p>
          <a:p>
            <a:pPr algn="ctr"/>
            <a:r>
              <a:rPr lang="en-US" sz="2000" dirty="0">
                <a:latin typeface="Rockwell Extra Bold" panose="02060903040505020403" pitchFamily="18" charset="0"/>
              </a:rPr>
              <a:t>2019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A9552-5843-4DC0-9001-61DD0D752DE4}"/>
              </a:ext>
            </a:extLst>
          </p:cNvPr>
          <p:cNvSpPr txBox="1"/>
          <p:nvPr/>
        </p:nvSpPr>
        <p:spPr>
          <a:xfrm>
            <a:off x="3295198" y="10715943"/>
            <a:ext cx="2338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Analog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Voice Only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Limited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Heavy Mobile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24KBps 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5CC83-BBAE-4CDF-8897-6D1F38DB44F7}"/>
              </a:ext>
            </a:extLst>
          </p:cNvPr>
          <p:cNvSpPr txBox="1"/>
          <p:nvPr/>
        </p:nvSpPr>
        <p:spPr>
          <a:xfrm>
            <a:off x="3252085" y="10679124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Text Messaging (SMS)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Better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MMS and Internet browsing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64KBps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Gradually speed increased to 144KBps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3A29F-8372-4F0D-8883-B44C920C4CC1}"/>
              </a:ext>
            </a:extLst>
          </p:cNvPr>
          <p:cNvSpPr txBox="1"/>
          <p:nvPr/>
        </p:nvSpPr>
        <p:spPr>
          <a:xfrm>
            <a:off x="3175998" y="10702948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Faster Data Speeds than 2G (&gt;384)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Multimedia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Simultaneous Voice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Better Call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Global Roaming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GPS, Mobile Internet, Video Call and streaming were its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8B083D-AC06-4377-A632-9E7BDED4A9B8}"/>
              </a:ext>
            </a:extLst>
          </p:cNvPr>
          <p:cNvSpPr txBox="1"/>
          <p:nvPr/>
        </p:nvSpPr>
        <p:spPr>
          <a:xfrm>
            <a:off x="3056362" y="10725491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Data Speeds than 3G (&gt;100MBps)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Quality voice and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speed Internet, Gaming, IoT, Cloud services and conferencing were its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EB03C-53F9-448D-B83A-B46C3FC15E10}"/>
              </a:ext>
            </a:extLst>
          </p:cNvPr>
          <p:cNvSpPr txBox="1"/>
          <p:nvPr/>
        </p:nvSpPr>
        <p:spPr>
          <a:xfrm>
            <a:off x="3116180" y="10725491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Latest Wireless Communication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Data Speeds Faster than the previous generations (up to 20GBps)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Ultra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Massive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Improved Efficiency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0FF34-2B32-4758-B550-A0F39FD8E521}"/>
              </a:ext>
            </a:extLst>
          </p:cNvPr>
          <p:cNvSpPr txBox="1"/>
          <p:nvPr/>
        </p:nvSpPr>
        <p:spPr>
          <a:xfrm>
            <a:off x="12818759" y="2004361"/>
            <a:ext cx="51626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5G Network</a:t>
            </a:r>
          </a:p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2019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9C0E6B-CAEC-4553-A88A-6C4060A92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515" y="103251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63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D5FA1BD-D288-420E-9EB6-36B5BA5EBAE7}"/>
              </a:ext>
            </a:extLst>
          </p:cNvPr>
          <p:cNvGrpSpPr/>
          <p:nvPr/>
        </p:nvGrpSpPr>
        <p:grpSpPr>
          <a:xfrm>
            <a:off x="466653" y="-6362950"/>
            <a:ext cx="7442640" cy="17939981"/>
            <a:chOff x="466653" y="-6362950"/>
            <a:chExt cx="7442640" cy="17939981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8F86D4-2B00-446F-AEE7-4F4BBED9875C}"/>
                </a:ext>
              </a:extLst>
            </p:cNvPr>
            <p:cNvSpPr/>
            <p:nvPr/>
          </p:nvSpPr>
          <p:spPr>
            <a:xfrm>
              <a:off x="466653" y="-5201501"/>
              <a:ext cx="1560106" cy="3621644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81C4135-531E-4A05-BBC1-6DB336F5AFFE}"/>
                </a:ext>
              </a:extLst>
            </p:cNvPr>
            <p:cNvSpPr/>
            <p:nvPr/>
          </p:nvSpPr>
          <p:spPr>
            <a:xfrm>
              <a:off x="2052717" y="-6345165"/>
              <a:ext cx="1560106" cy="6138041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94676B5-053B-4818-89F4-4FC454ABB415}"/>
                </a:ext>
              </a:extLst>
            </p:cNvPr>
            <p:cNvSpPr/>
            <p:nvPr/>
          </p:nvSpPr>
          <p:spPr>
            <a:xfrm>
              <a:off x="3116180" y="7404008"/>
              <a:ext cx="1560106" cy="4173023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E5EBF1E-6EF8-4020-A8DC-CDCDBC8585C1}"/>
                </a:ext>
              </a:extLst>
            </p:cNvPr>
            <p:cNvSpPr/>
            <p:nvPr/>
          </p:nvSpPr>
          <p:spPr>
            <a:xfrm>
              <a:off x="5226893" y="-6362950"/>
              <a:ext cx="1560106" cy="6138041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10BD35B-2D94-436B-9A71-D8E60C3F259C}"/>
                </a:ext>
              </a:extLst>
            </p:cNvPr>
            <p:cNvSpPr/>
            <p:nvPr/>
          </p:nvSpPr>
          <p:spPr>
            <a:xfrm>
              <a:off x="6349187" y="8140974"/>
              <a:ext cx="1560106" cy="3157259"/>
            </a:xfrm>
            <a:prstGeom prst="roundRect">
              <a:avLst>
                <a:gd name="adj" fmla="val 50000"/>
              </a:avLst>
            </a:prstGeom>
            <a:blipFill dpi="0" rotWithShape="1">
              <a:blip r:embed="rId2"/>
              <a:srcRect/>
              <a:stretch>
                <a:fillRect l="-1000"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552184-6615-46A9-80E9-295B23476688}"/>
              </a:ext>
            </a:extLst>
          </p:cNvPr>
          <p:cNvSpPr txBox="1"/>
          <p:nvPr/>
        </p:nvSpPr>
        <p:spPr>
          <a:xfrm>
            <a:off x="1059460" y="109182"/>
            <a:ext cx="1007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C87302-542B-4C23-A5E5-1A4E9165C21C}"/>
              </a:ext>
            </a:extLst>
          </p:cNvPr>
          <p:cNvSpPr/>
          <p:nvPr/>
        </p:nvSpPr>
        <p:spPr>
          <a:xfrm rot="5400000">
            <a:off x="8044725" y="2574145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rgbClr val="CAD7EE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B0F336-006A-4F94-88CE-9D07AC9DEA6A}"/>
              </a:ext>
            </a:extLst>
          </p:cNvPr>
          <p:cNvSpPr/>
          <p:nvPr/>
        </p:nvSpPr>
        <p:spPr>
          <a:xfrm rot="5400000">
            <a:off x="5542629" y="2574160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309953-DE5E-4F19-896C-20DE35FCF559}"/>
              </a:ext>
            </a:extLst>
          </p:cNvPr>
          <p:cNvSpPr/>
          <p:nvPr/>
        </p:nvSpPr>
        <p:spPr>
          <a:xfrm rot="5400000">
            <a:off x="3053766" y="2574162"/>
            <a:ext cx="5906361" cy="2661318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E16DB7E-21DB-4D0D-B3E1-67AB9EF4A47D}"/>
              </a:ext>
            </a:extLst>
          </p:cNvPr>
          <p:cNvSpPr/>
          <p:nvPr/>
        </p:nvSpPr>
        <p:spPr>
          <a:xfrm rot="5400000">
            <a:off x="629394" y="2660388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AB6AD9-B2E2-4F90-899B-B57586DC14CE}"/>
              </a:ext>
            </a:extLst>
          </p:cNvPr>
          <p:cNvSpPr/>
          <p:nvPr/>
        </p:nvSpPr>
        <p:spPr>
          <a:xfrm rot="5400000">
            <a:off x="-1708750" y="2660388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D8EF-E229-49E7-884E-A7DFE1732E1C}"/>
              </a:ext>
            </a:extLst>
          </p:cNvPr>
          <p:cNvSpPr txBox="1"/>
          <p:nvPr/>
        </p:nvSpPr>
        <p:spPr>
          <a:xfrm>
            <a:off x="445539" y="1032512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485E4-3E5B-48D1-9122-F19880AA3B30}"/>
              </a:ext>
            </a:extLst>
          </p:cNvPr>
          <p:cNvSpPr txBox="1"/>
          <p:nvPr/>
        </p:nvSpPr>
        <p:spPr>
          <a:xfrm>
            <a:off x="2783683" y="1032512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2G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942F9-E1B9-4E6C-A827-EBFAF7F49317}"/>
              </a:ext>
            </a:extLst>
          </p:cNvPr>
          <p:cNvSpPr txBox="1"/>
          <p:nvPr/>
        </p:nvSpPr>
        <p:spPr>
          <a:xfrm>
            <a:off x="5356736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3G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2001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14D9F-5CE6-46E6-B0FC-B385808D55D2}"/>
              </a:ext>
            </a:extLst>
          </p:cNvPr>
          <p:cNvSpPr txBox="1"/>
          <p:nvPr/>
        </p:nvSpPr>
        <p:spPr>
          <a:xfrm>
            <a:off x="7774642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4G</a:t>
            </a: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2009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897A5-FFA1-412C-8B75-23197BE01759}"/>
              </a:ext>
            </a:extLst>
          </p:cNvPr>
          <p:cNvSpPr txBox="1"/>
          <p:nvPr/>
        </p:nvSpPr>
        <p:spPr>
          <a:xfrm>
            <a:off x="10276738" y="1032511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Rockwell Extra Bold" panose="02060903040505020403" pitchFamily="18" charset="0"/>
              </a:rPr>
              <a:t>5G</a:t>
            </a:r>
          </a:p>
          <a:p>
            <a:pPr algn="ctr"/>
            <a:r>
              <a:rPr lang="en-US" sz="2000" dirty="0">
                <a:latin typeface="Rockwell Extra Bold" panose="02060903040505020403" pitchFamily="18" charset="0"/>
              </a:rPr>
              <a:t>2019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A9552-5843-4DC0-9001-61DD0D752DE4}"/>
              </a:ext>
            </a:extLst>
          </p:cNvPr>
          <p:cNvSpPr txBox="1"/>
          <p:nvPr/>
        </p:nvSpPr>
        <p:spPr>
          <a:xfrm>
            <a:off x="0" y="2436824"/>
            <a:ext cx="2338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Analog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Voice Only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Limited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Heavy Mobile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24KBps 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5CC83-BBAE-4CDF-8897-6D1F38DB44F7}"/>
              </a:ext>
            </a:extLst>
          </p:cNvPr>
          <p:cNvSpPr txBox="1"/>
          <p:nvPr/>
        </p:nvSpPr>
        <p:spPr>
          <a:xfrm>
            <a:off x="2338143" y="2473643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Text Messaging (SMS)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Better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MMS and Internet browsing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64KBps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Gradually speed increased to 144KBps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3A29F-8372-4F0D-8883-B44C920C4CC1}"/>
              </a:ext>
            </a:extLst>
          </p:cNvPr>
          <p:cNvSpPr txBox="1"/>
          <p:nvPr/>
        </p:nvSpPr>
        <p:spPr>
          <a:xfrm>
            <a:off x="4745031" y="2436824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Faster Data Speeds than 2G (&gt;384)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Multimedia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Simultaneous Voice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Better Call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Global Roaming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GPS, Mobile Internet, Video Call and streaming were its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8B083D-AC06-4377-A632-9E7BDED4A9B8}"/>
              </a:ext>
            </a:extLst>
          </p:cNvPr>
          <p:cNvSpPr txBox="1"/>
          <p:nvPr/>
        </p:nvSpPr>
        <p:spPr>
          <a:xfrm>
            <a:off x="7287007" y="2473643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Data Speeds than 3G (&gt;100MBps)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Quality voice and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speed Internet, Gaming, IoT, Cloud services and conferencing were its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EB03C-53F9-448D-B83A-B46C3FC15E10}"/>
              </a:ext>
            </a:extLst>
          </p:cNvPr>
          <p:cNvSpPr txBox="1"/>
          <p:nvPr/>
        </p:nvSpPr>
        <p:spPr>
          <a:xfrm>
            <a:off x="9740268" y="2473643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Latest Wireless Communication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Data Speeds Faster than the previous generations (up to 20GBps)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Ultra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Massive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Improved Efficiency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0FF34-2B32-4758-B550-A0F39FD8E521}"/>
              </a:ext>
            </a:extLst>
          </p:cNvPr>
          <p:cNvSpPr txBox="1"/>
          <p:nvPr/>
        </p:nvSpPr>
        <p:spPr>
          <a:xfrm>
            <a:off x="12818759" y="2004361"/>
            <a:ext cx="51626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5G Network</a:t>
            </a:r>
          </a:p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3163010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52184-6615-46A9-80E9-295B23476688}"/>
              </a:ext>
            </a:extLst>
          </p:cNvPr>
          <p:cNvSpPr txBox="1"/>
          <p:nvPr/>
        </p:nvSpPr>
        <p:spPr>
          <a:xfrm>
            <a:off x="1059460" y="-1838099"/>
            <a:ext cx="1007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C87302-542B-4C23-A5E5-1A4E9165C21C}"/>
              </a:ext>
            </a:extLst>
          </p:cNvPr>
          <p:cNvSpPr/>
          <p:nvPr/>
        </p:nvSpPr>
        <p:spPr>
          <a:xfrm rot="5400000">
            <a:off x="11582298" y="2400297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rgbClr val="CAD7EE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B0F336-006A-4F94-88CE-9D07AC9DEA6A}"/>
              </a:ext>
            </a:extLst>
          </p:cNvPr>
          <p:cNvSpPr/>
          <p:nvPr/>
        </p:nvSpPr>
        <p:spPr>
          <a:xfrm rot="5400000">
            <a:off x="12182789" y="2400299"/>
            <a:ext cx="5906361" cy="2661319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4309953-DE5E-4F19-896C-20DE35FCF559}"/>
              </a:ext>
            </a:extLst>
          </p:cNvPr>
          <p:cNvSpPr/>
          <p:nvPr/>
        </p:nvSpPr>
        <p:spPr>
          <a:xfrm rot="5400000">
            <a:off x="12073068" y="2400301"/>
            <a:ext cx="5906361" cy="2661318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E16DB7E-21DB-4D0D-B3E1-67AB9EF4A47D}"/>
              </a:ext>
            </a:extLst>
          </p:cNvPr>
          <p:cNvSpPr/>
          <p:nvPr/>
        </p:nvSpPr>
        <p:spPr>
          <a:xfrm rot="5400000">
            <a:off x="11603218" y="2486525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AB6AD9-B2E2-4F90-899B-B57586DC14CE}"/>
              </a:ext>
            </a:extLst>
          </p:cNvPr>
          <p:cNvSpPr/>
          <p:nvPr/>
        </p:nvSpPr>
        <p:spPr>
          <a:xfrm rot="5400000">
            <a:off x="11514904" y="2486525"/>
            <a:ext cx="5906361" cy="2488863"/>
          </a:xfrm>
          <a:custGeom>
            <a:avLst/>
            <a:gdLst>
              <a:gd name="connsiteX0" fmla="*/ 0 w 6858000"/>
              <a:gd name="connsiteY0" fmla="*/ 3156754 h 3156754"/>
              <a:gd name="connsiteX1" fmla="*/ 0 w 6858000"/>
              <a:gd name="connsiteY1" fmla="*/ 181543 h 3156754"/>
              <a:gd name="connsiteX2" fmla="*/ 674629 w 6858000"/>
              <a:gd name="connsiteY2" fmla="*/ 181543 h 3156754"/>
              <a:gd name="connsiteX3" fmla="*/ 1031662 w 6858000"/>
              <a:gd name="connsiteY3" fmla="*/ 0 h 3156754"/>
              <a:gd name="connsiteX4" fmla="*/ 1388695 w 6858000"/>
              <a:gd name="connsiteY4" fmla="*/ 181543 h 3156754"/>
              <a:gd name="connsiteX5" fmla="*/ 6858000 w 6858000"/>
              <a:gd name="connsiteY5" fmla="*/ 181543 h 3156754"/>
              <a:gd name="connsiteX6" fmla="*/ 6858000 w 6858000"/>
              <a:gd name="connsiteY6" fmla="*/ 3156754 h 31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3156754">
                <a:moveTo>
                  <a:pt x="0" y="3156754"/>
                </a:moveTo>
                <a:lnTo>
                  <a:pt x="0" y="181543"/>
                </a:lnTo>
                <a:lnTo>
                  <a:pt x="674629" y="181543"/>
                </a:lnTo>
                <a:lnTo>
                  <a:pt x="1031662" y="0"/>
                </a:lnTo>
                <a:lnTo>
                  <a:pt x="1388695" y="181543"/>
                </a:lnTo>
                <a:lnTo>
                  <a:pt x="6858000" y="181543"/>
                </a:lnTo>
                <a:lnTo>
                  <a:pt x="6858000" y="315675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D8EF-E229-49E7-884E-A7DFE1732E1C}"/>
              </a:ext>
            </a:extLst>
          </p:cNvPr>
          <p:cNvSpPr txBox="1"/>
          <p:nvPr/>
        </p:nvSpPr>
        <p:spPr>
          <a:xfrm>
            <a:off x="13832867" y="858653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485E4-3E5B-48D1-9122-F19880AA3B30}"/>
              </a:ext>
            </a:extLst>
          </p:cNvPr>
          <p:cNvSpPr txBox="1"/>
          <p:nvPr/>
        </p:nvSpPr>
        <p:spPr>
          <a:xfrm>
            <a:off x="13811948" y="858653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</a:rPr>
              <a:t>2G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Rockwell Extra Bold" panose="02060903040505020403" pitchFamily="18" charset="0"/>
              </a:rPr>
              <a:t>1991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942F9-E1B9-4E6C-A827-EBFAF7F49317}"/>
              </a:ext>
            </a:extLst>
          </p:cNvPr>
          <p:cNvSpPr txBox="1"/>
          <p:nvPr/>
        </p:nvSpPr>
        <p:spPr>
          <a:xfrm>
            <a:off x="13910719" y="858650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3G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Rockwell Extra Bold" panose="02060903040505020403" pitchFamily="18" charset="0"/>
              </a:rPr>
              <a:t>2001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14D9F-5CE6-46E6-B0FC-B385808D55D2}"/>
              </a:ext>
            </a:extLst>
          </p:cNvPr>
          <p:cNvSpPr txBox="1"/>
          <p:nvPr/>
        </p:nvSpPr>
        <p:spPr>
          <a:xfrm>
            <a:off x="13890786" y="821829"/>
            <a:ext cx="1362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4G</a:t>
            </a:r>
          </a:p>
          <a:p>
            <a:pPr algn="ct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 Extra Bold" panose="02060903040505020403" pitchFamily="18" charset="0"/>
              </a:rPr>
              <a:t>2009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A9552-5843-4DC0-9001-61DD0D752DE4}"/>
              </a:ext>
            </a:extLst>
          </p:cNvPr>
          <p:cNvSpPr txBox="1"/>
          <p:nvPr/>
        </p:nvSpPr>
        <p:spPr>
          <a:xfrm>
            <a:off x="13387328" y="2262965"/>
            <a:ext cx="2338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Analog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Voice Only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Limited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Heavy Mobile 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24KBps 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5CC83-BBAE-4CDF-8897-6D1F38DB44F7}"/>
              </a:ext>
            </a:extLst>
          </p:cNvPr>
          <p:cNvSpPr txBox="1"/>
          <p:nvPr/>
        </p:nvSpPr>
        <p:spPr>
          <a:xfrm>
            <a:off x="13366408" y="2299784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Text Messaging (SMS)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Better Coverage and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MMS and Internet browsing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64KBps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Gradually speed increased to 144KBps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3A29F-8372-4F0D-8883-B44C920C4CC1}"/>
              </a:ext>
            </a:extLst>
          </p:cNvPr>
          <p:cNvSpPr txBox="1"/>
          <p:nvPr/>
        </p:nvSpPr>
        <p:spPr>
          <a:xfrm>
            <a:off x="13299014" y="2262963"/>
            <a:ext cx="23381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Faster Data Speeds than 2G (&gt;384)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Multimedia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Simultaneous Voice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Better Call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Global Roaming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GPS, Mobile Internet, Video Call and streaming were its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8B083D-AC06-4377-A632-9E7BDED4A9B8}"/>
              </a:ext>
            </a:extLst>
          </p:cNvPr>
          <p:cNvSpPr txBox="1"/>
          <p:nvPr/>
        </p:nvSpPr>
        <p:spPr>
          <a:xfrm>
            <a:off x="13345489" y="2299784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Faster Data Speeds than 3G (&gt;100MBps)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Quality voice and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High speed Internet, Gaming, IoT, Cloud services and conferencing were its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EB03C-53F9-448D-B83A-B46C3FC15E10}"/>
              </a:ext>
            </a:extLst>
          </p:cNvPr>
          <p:cNvSpPr txBox="1"/>
          <p:nvPr/>
        </p:nvSpPr>
        <p:spPr>
          <a:xfrm>
            <a:off x="13299014" y="2299799"/>
            <a:ext cx="23381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Latest Wireless Communication 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Data Speeds Faster than the previous generations (up to 10GBps)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Ultra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Massive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Improved Efficiency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2BAA64-5BED-4641-A81F-9419D3A8C197}"/>
              </a:ext>
            </a:extLst>
          </p:cNvPr>
          <p:cNvGrpSpPr/>
          <p:nvPr/>
        </p:nvGrpSpPr>
        <p:grpSpPr>
          <a:xfrm>
            <a:off x="448550" y="304136"/>
            <a:ext cx="7996950" cy="6553864"/>
            <a:chOff x="308850" y="359979"/>
            <a:chExt cx="6444793" cy="6553864"/>
          </a:xfrm>
          <a:blipFill dpi="0" rotWithShape="1">
            <a:blip r:embed="rId2"/>
            <a:srcRect/>
            <a:stretch>
              <a:fillRect l="-1000"/>
            </a:stretch>
          </a:blipFill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1578981-D09B-4AB7-87CF-104DB60B8985}"/>
                </a:ext>
              </a:extLst>
            </p:cNvPr>
            <p:cNvSpPr/>
            <p:nvPr/>
          </p:nvSpPr>
          <p:spPr>
            <a:xfrm>
              <a:off x="308850" y="1503643"/>
              <a:ext cx="1257299" cy="36216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4DD3640-E463-4C05-8F4B-C713A94DDCCC}"/>
                </a:ext>
              </a:extLst>
            </p:cNvPr>
            <p:cNvSpPr/>
            <p:nvPr/>
          </p:nvSpPr>
          <p:spPr>
            <a:xfrm>
              <a:off x="1587069" y="359979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7818E6C-65EC-48FE-AA2F-2D3C3E87314A}"/>
                </a:ext>
              </a:extLst>
            </p:cNvPr>
            <p:cNvSpPr/>
            <p:nvPr/>
          </p:nvSpPr>
          <p:spPr>
            <a:xfrm>
              <a:off x="2890843" y="1058269"/>
              <a:ext cx="1257299" cy="417302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87089CE-8E80-4278-85E6-252C35957E4C}"/>
                </a:ext>
              </a:extLst>
            </p:cNvPr>
            <p:cNvSpPr/>
            <p:nvPr/>
          </p:nvSpPr>
          <p:spPr>
            <a:xfrm>
              <a:off x="4207915" y="775802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DF7016F-FB0C-4978-867C-67B0CBC82079}"/>
                </a:ext>
              </a:extLst>
            </p:cNvPr>
            <p:cNvSpPr/>
            <p:nvPr/>
          </p:nvSpPr>
          <p:spPr>
            <a:xfrm>
              <a:off x="5496344" y="1795235"/>
              <a:ext cx="1257299" cy="31572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1E897A5-FFA1-412C-8B75-23197BE01759}"/>
              </a:ext>
            </a:extLst>
          </p:cNvPr>
          <p:cNvSpPr txBox="1"/>
          <p:nvPr/>
        </p:nvSpPr>
        <p:spPr>
          <a:xfrm>
            <a:off x="6786788" y="1002426"/>
            <a:ext cx="51626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5G Network</a:t>
            </a:r>
          </a:p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355554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7695947-E4B2-4154-9AD0-12D8866BF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4669" y="7228303"/>
            <a:ext cx="7937500" cy="38204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552184-6615-46A9-80E9-295B23476688}"/>
              </a:ext>
            </a:extLst>
          </p:cNvPr>
          <p:cNvSpPr txBox="1"/>
          <p:nvPr/>
        </p:nvSpPr>
        <p:spPr>
          <a:xfrm>
            <a:off x="1059460" y="-1838099"/>
            <a:ext cx="1007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Mobile Networks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2BAA64-5BED-4641-A81F-9419D3A8C197}"/>
              </a:ext>
            </a:extLst>
          </p:cNvPr>
          <p:cNvGrpSpPr/>
          <p:nvPr/>
        </p:nvGrpSpPr>
        <p:grpSpPr>
          <a:xfrm>
            <a:off x="-2618179" y="377230"/>
            <a:ext cx="9165350" cy="7315200"/>
            <a:chOff x="308850" y="359979"/>
            <a:chExt cx="6444793" cy="6553864"/>
          </a:xfrm>
          <a:blipFill dpi="0" rotWithShape="1">
            <a:blip r:embed="rId3"/>
            <a:srcRect/>
            <a:stretch>
              <a:fillRect l="-1000"/>
            </a:stretch>
          </a:blipFill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1578981-D09B-4AB7-87CF-104DB60B8985}"/>
                </a:ext>
              </a:extLst>
            </p:cNvPr>
            <p:cNvSpPr/>
            <p:nvPr/>
          </p:nvSpPr>
          <p:spPr>
            <a:xfrm>
              <a:off x="308850" y="1503643"/>
              <a:ext cx="1257299" cy="36216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4DD3640-E463-4C05-8F4B-C713A94DDCCC}"/>
                </a:ext>
              </a:extLst>
            </p:cNvPr>
            <p:cNvSpPr/>
            <p:nvPr/>
          </p:nvSpPr>
          <p:spPr>
            <a:xfrm>
              <a:off x="1587069" y="359979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7818E6C-65EC-48FE-AA2F-2D3C3E87314A}"/>
                </a:ext>
              </a:extLst>
            </p:cNvPr>
            <p:cNvSpPr/>
            <p:nvPr/>
          </p:nvSpPr>
          <p:spPr>
            <a:xfrm>
              <a:off x="2890843" y="1058269"/>
              <a:ext cx="1257299" cy="417302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87089CE-8E80-4278-85E6-252C35957E4C}"/>
                </a:ext>
              </a:extLst>
            </p:cNvPr>
            <p:cNvSpPr/>
            <p:nvPr/>
          </p:nvSpPr>
          <p:spPr>
            <a:xfrm>
              <a:off x="4207915" y="775802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DF7016F-FB0C-4978-867C-67B0CBC82079}"/>
                </a:ext>
              </a:extLst>
            </p:cNvPr>
            <p:cNvSpPr/>
            <p:nvPr/>
          </p:nvSpPr>
          <p:spPr>
            <a:xfrm>
              <a:off x="5496344" y="1795235"/>
              <a:ext cx="1257299" cy="31572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F22C98-89B1-40D4-B882-160774AA4DE0}"/>
              </a:ext>
            </a:extLst>
          </p:cNvPr>
          <p:cNvSpPr txBox="1"/>
          <p:nvPr/>
        </p:nvSpPr>
        <p:spPr>
          <a:xfrm>
            <a:off x="5946904" y="766438"/>
            <a:ext cx="579120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Introduction:</a:t>
            </a:r>
            <a:endParaRPr lang="en-US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is the Latest Telecommunication technology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Introduced in 2019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South Korea was the first the first country to widely adopt 5G network in April 2019.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Samsung, Huawei, Nokia </a:t>
            </a:r>
            <a:r>
              <a:rPr lang="en-US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etc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have contributed in the development of 5G.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China has the largest number of 5G base stations.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FAB784-52D8-4DBE-B58B-D4E15417EBE5}"/>
              </a:ext>
            </a:extLst>
          </p:cNvPr>
          <p:cNvSpPr txBox="1"/>
          <p:nvPr/>
        </p:nvSpPr>
        <p:spPr>
          <a:xfrm>
            <a:off x="-9017000" y="-284490"/>
            <a:ext cx="56832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Advantages Over</a:t>
            </a:r>
          </a:p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Previous Generations:</a:t>
            </a:r>
            <a:endParaRPr lang="en-US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DDEA9A-D5DC-4E71-B3D1-1DA23D0B53DA}"/>
              </a:ext>
            </a:extLst>
          </p:cNvPr>
          <p:cNvSpPr txBox="1"/>
          <p:nvPr/>
        </p:nvSpPr>
        <p:spPr>
          <a:xfrm>
            <a:off x="12970156" y="1038949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Faster Data Speed (20GBps)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3AEB3-85D7-47EC-9CCE-EA28ADB14484}"/>
              </a:ext>
            </a:extLst>
          </p:cNvPr>
          <p:cNvSpPr txBox="1"/>
          <p:nvPr/>
        </p:nvSpPr>
        <p:spPr>
          <a:xfrm>
            <a:off x="12970156" y="1621455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29E235-CA42-44F8-B2DB-C46FA402787E}"/>
              </a:ext>
            </a:extLst>
          </p:cNvPr>
          <p:cNvSpPr txBox="1"/>
          <p:nvPr/>
        </p:nvSpPr>
        <p:spPr>
          <a:xfrm>
            <a:off x="12970156" y="2203961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157449-5A48-4ADB-8E66-2614DD258D62}"/>
              </a:ext>
            </a:extLst>
          </p:cNvPr>
          <p:cNvSpPr txBox="1"/>
          <p:nvPr/>
        </p:nvSpPr>
        <p:spPr>
          <a:xfrm>
            <a:off x="12970157" y="2795339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connect 1 Million Devices over a square kilometer radius</a:t>
            </a:r>
          </a:p>
        </p:txBody>
      </p:sp>
    </p:spTree>
    <p:extLst>
      <p:ext uri="{BB962C8B-B14F-4D97-AF65-F5344CB8AC3E}">
        <p14:creationId xmlns:p14="http://schemas.microsoft.com/office/powerpoint/2010/main" val="387065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037719A-FA46-455E-8A71-D657B445BFCE}"/>
              </a:ext>
            </a:extLst>
          </p:cNvPr>
          <p:cNvGrpSpPr/>
          <p:nvPr/>
        </p:nvGrpSpPr>
        <p:grpSpPr>
          <a:xfrm>
            <a:off x="-13111000" y="4572000"/>
            <a:ext cx="15993900" cy="11197630"/>
            <a:chOff x="308850" y="359979"/>
            <a:chExt cx="6444793" cy="6553864"/>
          </a:xfrm>
          <a:blipFill dpi="0" rotWithShape="1">
            <a:blip r:embed="rId2"/>
            <a:srcRect/>
            <a:stretch>
              <a:fillRect l="-1000"/>
            </a:stretch>
          </a:blip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087741A-4017-41F6-ACB5-9BCB39E13ABA}"/>
                </a:ext>
              </a:extLst>
            </p:cNvPr>
            <p:cNvSpPr/>
            <p:nvPr/>
          </p:nvSpPr>
          <p:spPr>
            <a:xfrm>
              <a:off x="308850" y="1503643"/>
              <a:ext cx="1257299" cy="36216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598F36-378D-43CB-937C-FC2595613459}"/>
                </a:ext>
              </a:extLst>
            </p:cNvPr>
            <p:cNvSpPr/>
            <p:nvPr/>
          </p:nvSpPr>
          <p:spPr>
            <a:xfrm>
              <a:off x="1587069" y="359979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EF803EA-A544-4055-BC6D-4511A0091F0A}"/>
                </a:ext>
              </a:extLst>
            </p:cNvPr>
            <p:cNvSpPr/>
            <p:nvPr/>
          </p:nvSpPr>
          <p:spPr>
            <a:xfrm>
              <a:off x="2890843" y="1058269"/>
              <a:ext cx="1257299" cy="417302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C1AF37-9064-425C-BBC6-0EE17D04203D}"/>
                </a:ext>
              </a:extLst>
            </p:cNvPr>
            <p:cNvSpPr/>
            <p:nvPr/>
          </p:nvSpPr>
          <p:spPr>
            <a:xfrm>
              <a:off x="4207915" y="775802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EA4A1A4-465D-4ECD-AE5D-22B3009C601B}"/>
                </a:ext>
              </a:extLst>
            </p:cNvPr>
            <p:cNvSpPr/>
            <p:nvPr/>
          </p:nvSpPr>
          <p:spPr>
            <a:xfrm>
              <a:off x="5496344" y="1795235"/>
              <a:ext cx="1257299" cy="31572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76C887-BA87-4404-BB44-53CA84513B76}"/>
              </a:ext>
            </a:extLst>
          </p:cNvPr>
          <p:cNvSpPr txBox="1"/>
          <p:nvPr/>
        </p:nvSpPr>
        <p:spPr>
          <a:xfrm>
            <a:off x="15460228" y="1739136"/>
            <a:ext cx="57912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Introduction:</a:t>
            </a:r>
            <a:endParaRPr lang="en-US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Introduced in 2019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South Korea was the first the first country to widely adopt 5G network in April 2019.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Samsung, Huawei, Nokia </a:t>
            </a:r>
            <a:r>
              <a:rPr lang="en-US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etc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have contributed in the development of 5G.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China has the largest number of 5G base stations.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8B1092-AF06-414F-9C63-3BEFAC034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7508"/>
            <a:ext cx="7937500" cy="38204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E11670-D978-4935-AB0C-4ADB6A8CB4C9}"/>
              </a:ext>
            </a:extLst>
          </p:cNvPr>
          <p:cNvSpPr txBox="1"/>
          <p:nvPr/>
        </p:nvSpPr>
        <p:spPr>
          <a:xfrm>
            <a:off x="215900" y="203200"/>
            <a:ext cx="56832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Advantages Over</a:t>
            </a:r>
          </a:p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Previous Generations:</a:t>
            </a:r>
            <a:endParaRPr lang="en-US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8A6CB-9F8A-4328-B4FB-DBACAAD71457}"/>
              </a:ext>
            </a:extLst>
          </p:cNvPr>
          <p:cNvSpPr txBox="1"/>
          <p:nvPr/>
        </p:nvSpPr>
        <p:spPr>
          <a:xfrm>
            <a:off x="6096000" y="634086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Faster Data Speed (20GBps)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9ADB-65DB-4AF3-9598-91492F5364E2}"/>
              </a:ext>
            </a:extLst>
          </p:cNvPr>
          <p:cNvSpPr txBox="1"/>
          <p:nvPr/>
        </p:nvSpPr>
        <p:spPr>
          <a:xfrm>
            <a:off x="6921500" y="1267130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5137B-1F8E-417A-BB90-079CD9D5A572}"/>
              </a:ext>
            </a:extLst>
          </p:cNvPr>
          <p:cNvSpPr txBox="1"/>
          <p:nvPr/>
        </p:nvSpPr>
        <p:spPr>
          <a:xfrm>
            <a:off x="6096000" y="1988965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connect 1 Million Devices over a square kilometer radius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D2E04E7-484E-4484-B7F7-0E4C343A92A5}"/>
              </a:ext>
            </a:extLst>
          </p:cNvPr>
          <p:cNvSpPr/>
          <p:nvPr/>
        </p:nvSpPr>
        <p:spPr>
          <a:xfrm>
            <a:off x="-6359900" y="2229659"/>
            <a:ext cx="2705100" cy="18923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CB38CF-3BCB-4FAF-9D9A-FE1C6AFF2CBB}"/>
              </a:ext>
            </a:extLst>
          </p:cNvPr>
          <p:cNvSpPr/>
          <p:nvPr/>
        </p:nvSpPr>
        <p:spPr>
          <a:xfrm>
            <a:off x="-6340542" y="2235200"/>
            <a:ext cx="2705100" cy="18923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2C0117-22AB-4F7F-BF3E-B4CC6EFCB342}"/>
              </a:ext>
            </a:extLst>
          </p:cNvPr>
          <p:cNvSpPr/>
          <p:nvPr/>
        </p:nvSpPr>
        <p:spPr>
          <a:xfrm>
            <a:off x="-6302143" y="2224118"/>
            <a:ext cx="2705100" cy="18923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3B8568D-4DB5-4023-8CE3-0D7935E79F3A}"/>
              </a:ext>
            </a:extLst>
          </p:cNvPr>
          <p:cNvSpPr/>
          <p:nvPr/>
        </p:nvSpPr>
        <p:spPr>
          <a:xfrm>
            <a:off x="-6330776" y="2235200"/>
            <a:ext cx="2705100" cy="18923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3DD090-C0DC-49FA-A252-4D68BD2B00C5}"/>
              </a:ext>
            </a:extLst>
          </p:cNvPr>
          <p:cNvSpPr/>
          <p:nvPr/>
        </p:nvSpPr>
        <p:spPr>
          <a:xfrm>
            <a:off x="-6340542" y="2235200"/>
            <a:ext cx="2705100" cy="18923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30DE93-D994-42AF-9230-81B592A6C302}"/>
              </a:ext>
            </a:extLst>
          </p:cNvPr>
          <p:cNvSpPr txBox="1"/>
          <p:nvPr/>
        </p:nvSpPr>
        <p:spPr>
          <a:xfrm>
            <a:off x="6819900" y="2819962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Reliable and Convenient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4D6917-AB82-43AD-8A41-A2C09A738883}"/>
              </a:ext>
            </a:extLst>
          </p:cNvPr>
          <p:cNvSpPr txBox="1"/>
          <p:nvPr/>
        </p:nvSpPr>
        <p:spPr>
          <a:xfrm>
            <a:off x="6096000" y="3281627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Much better than Previous generations.</a:t>
            </a:r>
          </a:p>
        </p:txBody>
      </p:sp>
    </p:spTree>
    <p:extLst>
      <p:ext uri="{BB962C8B-B14F-4D97-AF65-F5344CB8AC3E}">
        <p14:creationId xmlns:p14="http://schemas.microsoft.com/office/powerpoint/2010/main" val="1877895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037719A-FA46-455E-8A71-D657B445BFCE}"/>
              </a:ext>
            </a:extLst>
          </p:cNvPr>
          <p:cNvGrpSpPr/>
          <p:nvPr/>
        </p:nvGrpSpPr>
        <p:grpSpPr>
          <a:xfrm>
            <a:off x="-13111000" y="4572000"/>
            <a:ext cx="15993900" cy="11197630"/>
            <a:chOff x="308850" y="359979"/>
            <a:chExt cx="6444793" cy="6553864"/>
          </a:xfrm>
          <a:blipFill dpi="0" rotWithShape="1">
            <a:blip r:embed="rId2"/>
            <a:srcRect/>
            <a:stretch>
              <a:fillRect l="-1000"/>
            </a:stretch>
          </a:blip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087741A-4017-41F6-ACB5-9BCB39E13ABA}"/>
                </a:ext>
              </a:extLst>
            </p:cNvPr>
            <p:cNvSpPr/>
            <p:nvPr/>
          </p:nvSpPr>
          <p:spPr>
            <a:xfrm>
              <a:off x="308850" y="1503643"/>
              <a:ext cx="1257299" cy="362164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598F36-378D-43CB-937C-FC2595613459}"/>
                </a:ext>
              </a:extLst>
            </p:cNvPr>
            <p:cNvSpPr/>
            <p:nvPr/>
          </p:nvSpPr>
          <p:spPr>
            <a:xfrm>
              <a:off x="1587069" y="359979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EF803EA-A544-4055-BC6D-4511A0091F0A}"/>
                </a:ext>
              </a:extLst>
            </p:cNvPr>
            <p:cNvSpPr/>
            <p:nvPr/>
          </p:nvSpPr>
          <p:spPr>
            <a:xfrm>
              <a:off x="2890843" y="1058269"/>
              <a:ext cx="1257299" cy="417302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C1AF37-9064-425C-BBC6-0EE17D04203D}"/>
                </a:ext>
              </a:extLst>
            </p:cNvPr>
            <p:cNvSpPr/>
            <p:nvPr/>
          </p:nvSpPr>
          <p:spPr>
            <a:xfrm>
              <a:off x="4207915" y="775802"/>
              <a:ext cx="1257299" cy="61380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EA4A1A4-465D-4ECD-AE5D-22B3009C601B}"/>
                </a:ext>
              </a:extLst>
            </p:cNvPr>
            <p:cNvSpPr/>
            <p:nvPr/>
          </p:nvSpPr>
          <p:spPr>
            <a:xfrm>
              <a:off x="5496344" y="1795235"/>
              <a:ext cx="1257299" cy="31572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76C887-BA87-4404-BB44-53CA84513B76}"/>
              </a:ext>
            </a:extLst>
          </p:cNvPr>
          <p:cNvSpPr txBox="1"/>
          <p:nvPr/>
        </p:nvSpPr>
        <p:spPr>
          <a:xfrm>
            <a:off x="15460228" y="1739136"/>
            <a:ext cx="57912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Introduction:</a:t>
            </a:r>
            <a:endParaRPr lang="en-US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Introduced in 2019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South Korea was the first the first country to widely adopt 5G network in April 2019.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Samsung, Huawei, Nokia </a:t>
            </a:r>
            <a:r>
              <a:rPr lang="en-US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etc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have contributed in the development of 5G.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China has the largest number of 5G base stations.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8B1092-AF06-414F-9C63-3BEFAC034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744" y="-3276600"/>
            <a:ext cx="21055767" cy="10134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E11670-D978-4935-AB0C-4ADB6A8CB4C9}"/>
              </a:ext>
            </a:extLst>
          </p:cNvPr>
          <p:cNvSpPr txBox="1"/>
          <p:nvPr/>
        </p:nvSpPr>
        <p:spPr>
          <a:xfrm>
            <a:off x="8255000" y="-3606450"/>
            <a:ext cx="56832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Advantages Over</a:t>
            </a:r>
          </a:p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Previous Generations:</a:t>
            </a:r>
            <a:endParaRPr lang="en-US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8A6CB-9F8A-4328-B4FB-DBACAAD71457}"/>
              </a:ext>
            </a:extLst>
          </p:cNvPr>
          <p:cNvSpPr txBox="1"/>
          <p:nvPr/>
        </p:nvSpPr>
        <p:spPr>
          <a:xfrm>
            <a:off x="12971028" y="-2744676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Faster Data Speed (20GBps)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9ADB-65DB-4AF3-9598-91492F5364E2}"/>
              </a:ext>
            </a:extLst>
          </p:cNvPr>
          <p:cNvSpPr txBox="1"/>
          <p:nvPr/>
        </p:nvSpPr>
        <p:spPr>
          <a:xfrm>
            <a:off x="13796528" y="-2111632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5137B-1F8E-417A-BB90-079CD9D5A572}"/>
              </a:ext>
            </a:extLst>
          </p:cNvPr>
          <p:cNvSpPr txBox="1"/>
          <p:nvPr/>
        </p:nvSpPr>
        <p:spPr>
          <a:xfrm>
            <a:off x="12971028" y="-1389797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connect 1 Million Devices over a square kilometer radius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400129-8E8C-48AB-B09D-BF8705416450}"/>
              </a:ext>
            </a:extLst>
          </p:cNvPr>
          <p:cNvSpPr/>
          <p:nvPr/>
        </p:nvSpPr>
        <p:spPr>
          <a:xfrm>
            <a:off x="-314566" y="-977900"/>
            <a:ext cx="3585344" cy="32131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CA79D-4A9C-4ADE-AB70-59D89968CFC8}"/>
              </a:ext>
            </a:extLst>
          </p:cNvPr>
          <p:cNvSpPr/>
          <p:nvPr/>
        </p:nvSpPr>
        <p:spPr>
          <a:xfrm>
            <a:off x="3572604" y="1689160"/>
            <a:ext cx="2705100" cy="18923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BE2B7A-836A-4056-9F38-47AB09AAF548}"/>
              </a:ext>
            </a:extLst>
          </p:cNvPr>
          <p:cNvSpPr/>
          <p:nvPr/>
        </p:nvSpPr>
        <p:spPr>
          <a:xfrm>
            <a:off x="769767" y="4987808"/>
            <a:ext cx="3480233" cy="243452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451C5C-C6E8-4C14-9134-3DF4EF58D170}"/>
              </a:ext>
            </a:extLst>
          </p:cNvPr>
          <p:cNvSpPr/>
          <p:nvPr/>
        </p:nvSpPr>
        <p:spPr>
          <a:xfrm>
            <a:off x="6585478" y="-749300"/>
            <a:ext cx="4323822" cy="2984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6E3C8C-565B-4C37-8099-52EA85CDEAD2}"/>
              </a:ext>
            </a:extLst>
          </p:cNvPr>
          <p:cNvSpPr/>
          <p:nvPr/>
        </p:nvSpPr>
        <p:spPr>
          <a:xfrm>
            <a:off x="5674221" y="4971981"/>
            <a:ext cx="3625493" cy="2536143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FD9839-F8B8-4D29-9DB9-3049CEDC2D48}"/>
              </a:ext>
            </a:extLst>
          </p:cNvPr>
          <p:cNvSpPr txBox="1"/>
          <p:nvPr/>
        </p:nvSpPr>
        <p:spPr>
          <a:xfrm>
            <a:off x="793659" y="2211107"/>
            <a:ext cx="2412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 Downloading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A1DF2-AEA3-4EE8-9A78-5F8DCCCADB06}"/>
              </a:ext>
            </a:extLst>
          </p:cNvPr>
          <p:cNvSpPr txBox="1"/>
          <p:nvPr/>
        </p:nvSpPr>
        <p:spPr>
          <a:xfrm>
            <a:off x="3709244" y="3663265"/>
            <a:ext cx="243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Gaming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2B951-9F5D-44FF-A3B6-4ABCE9B579A6}"/>
              </a:ext>
            </a:extLst>
          </p:cNvPr>
          <p:cNvSpPr txBox="1"/>
          <p:nvPr/>
        </p:nvSpPr>
        <p:spPr>
          <a:xfrm>
            <a:off x="6413411" y="2229332"/>
            <a:ext cx="3049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 Speed Multimedia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Streaming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48D07E-8094-4D46-A25E-8BDA5098257E}"/>
              </a:ext>
            </a:extLst>
          </p:cNvPr>
          <p:cNvSpPr txBox="1"/>
          <p:nvPr/>
        </p:nvSpPr>
        <p:spPr>
          <a:xfrm>
            <a:off x="2892285" y="4611791"/>
            <a:ext cx="416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Best Coverage and Connectivity</a:t>
            </a:r>
          </a:p>
        </p:txBody>
      </p:sp>
    </p:spTree>
    <p:extLst>
      <p:ext uri="{BB962C8B-B14F-4D97-AF65-F5344CB8AC3E}">
        <p14:creationId xmlns:p14="http://schemas.microsoft.com/office/powerpoint/2010/main" val="3957261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8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210603F-4F38-4231-8F88-98A897B3C2CC}"/>
              </a:ext>
            </a:extLst>
          </p:cNvPr>
          <p:cNvSpPr/>
          <p:nvPr/>
        </p:nvSpPr>
        <p:spPr>
          <a:xfrm>
            <a:off x="4880090" y="-522008"/>
            <a:ext cx="11169372" cy="7380008"/>
          </a:xfrm>
          <a:prstGeom prst="roundRect">
            <a:avLst>
              <a:gd name="adj" fmla="val 9611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11670-D978-4935-AB0C-4ADB6A8CB4C9}"/>
              </a:ext>
            </a:extLst>
          </p:cNvPr>
          <p:cNvSpPr txBox="1"/>
          <p:nvPr/>
        </p:nvSpPr>
        <p:spPr>
          <a:xfrm>
            <a:off x="8255000" y="-3606450"/>
            <a:ext cx="56832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Advantages Over</a:t>
            </a:r>
          </a:p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Previous Generations:</a:t>
            </a:r>
            <a:endParaRPr lang="en-US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8A6CB-9F8A-4328-B4FB-DBACAAD71457}"/>
              </a:ext>
            </a:extLst>
          </p:cNvPr>
          <p:cNvSpPr txBox="1"/>
          <p:nvPr/>
        </p:nvSpPr>
        <p:spPr>
          <a:xfrm>
            <a:off x="12971028" y="-2744676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Faster Data Speed (20GBps)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9ADB-65DB-4AF3-9598-91492F5364E2}"/>
              </a:ext>
            </a:extLst>
          </p:cNvPr>
          <p:cNvSpPr txBox="1"/>
          <p:nvPr/>
        </p:nvSpPr>
        <p:spPr>
          <a:xfrm>
            <a:off x="13796528" y="-2111632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5137B-1F8E-417A-BB90-079CD9D5A572}"/>
              </a:ext>
            </a:extLst>
          </p:cNvPr>
          <p:cNvSpPr txBox="1"/>
          <p:nvPr/>
        </p:nvSpPr>
        <p:spPr>
          <a:xfrm>
            <a:off x="12971028" y="-1389797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connect 1 Million Devices over a square kilometer radius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400129-8E8C-48AB-B09D-BF8705416450}"/>
              </a:ext>
            </a:extLst>
          </p:cNvPr>
          <p:cNvSpPr/>
          <p:nvPr/>
        </p:nvSpPr>
        <p:spPr>
          <a:xfrm>
            <a:off x="3270778" y="7672586"/>
            <a:ext cx="2705100" cy="18923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CA79D-4A9C-4ADE-AB70-59D89968CFC8}"/>
              </a:ext>
            </a:extLst>
          </p:cNvPr>
          <p:cNvSpPr/>
          <p:nvPr/>
        </p:nvSpPr>
        <p:spPr>
          <a:xfrm>
            <a:off x="3270778" y="7674461"/>
            <a:ext cx="2705100" cy="18923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BE2B7A-836A-4056-9F38-47AB09AAF548}"/>
              </a:ext>
            </a:extLst>
          </p:cNvPr>
          <p:cNvSpPr/>
          <p:nvPr/>
        </p:nvSpPr>
        <p:spPr>
          <a:xfrm>
            <a:off x="3270778" y="7673836"/>
            <a:ext cx="2705100" cy="18923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451C5C-C6E8-4C14-9134-3DF4EF58D170}"/>
              </a:ext>
            </a:extLst>
          </p:cNvPr>
          <p:cNvSpPr/>
          <p:nvPr/>
        </p:nvSpPr>
        <p:spPr>
          <a:xfrm>
            <a:off x="3270778" y="7673211"/>
            <a:ext cx="2705100" cy="18923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FD9839-F8B8-4D29-9DB9-3049CEDC2D48}"/>
              </a:ext>
            </a:extLst>
          </p:cNvPr>
          <p:cNvSpPr txBox="1"/>
          <p:nvPr/>
        </p:nvSpPr>
        <p:spPr>
          <a:xfrm>
            <a:off x="3868488" y="9643154"/>
            <a:ext cx="2412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 Downloading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A1DF2-AEA3-4EE8-9A78-5F8DCCCADB06}"/>
              </a:ext>
            </a:extLst>
          </p:cNvPr>
          <p:cNvSpPr txBox="1"/>
          <p:nvPr/>
        </p:nvSpPr>
        <p:spPr>
          <a:xfrm>
            <a:off x="3664180" y="9452696"/>
            <a:ext cx="243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Gaming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2B951-9F5D-44FF-A3B6-4ABCE9B579A6}"/>
              </a:ext>
            </a:extLst>
          </p:cNvPr>
          <p:cNvSpPr txBox="1"/>
          <p:nvPr/>
        </p:nvSpPr>
        <p:spPr>
          <a:xfrm>
            <a:off x="3828047" y="9507854"/>
            <a:ext cx="3049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 Speed Multimedia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Streaming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48D07E-8094-4D46-A25E-8BDA5098257E}"/>
              </a:ext>
            </a:extLst>
          </p:cNvPr>
          <p:cNvSpPr txBox="1"/>
          <p:nvPr/>
        </p:nvSpPr>
        <p:spPr>
          <a:xfrm>
            <a:off x="3268295" y="9901868"/>
            <a:ext cx="416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Best Coverage and Connectivity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FF252-1A5B-4F36-86FE-BCF2C21D53CE}"/>
              </a:ext>
            </a:extLst>
          </p:cNvPr>
          <p:cNvSpPr txBox="1"/>
          <p:nvPr/>
        </p:nvSpPr>
        <p:spPr>
          <a:xfrm>
            <a:off x="456114" y="461863"/>
            <a:ext cx="72146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</a:rPr>
              <a:t>Applications Of 5G: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66FF597-5225-4616-BE71-D24668F300A2}"/>
              </a:ext>
            </a:extLst>
          </p:cNvPr>
          <p:cNvSpPr/>
          <p:nvPr/>
        </p:nvSpPr>
        <p:spPr>
          <a:xfrm>
            <a:off x="-4541558" y="4401592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D0A29-EA32-44EB-946B-B7CF19B467B6}"/>
              </a:ext>
            </a:extLst>
          </p:cNvPr>
          <p:cNvSpPr txBox="1"/>
          <p:nvPr/>
        </p:nvSpPr>
        <p:spPr>
          <a:xfrm>
            <a:off x="-6084898" y="5296346"/>
            <a:ext cx="23871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Gaming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25031F7-EF37-415C-9E07-DC7A5408C493}"/>
              </a:ext>
            </a:extLst>
          </p:cNvPr>
          <p:cNvSpPr/>
          <p:nvPr/>
        </p:nvSpPr>
        <p:spPr>
          <a:xfrm>
            <a:off x="-3462436" y="552717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CE1FE-49BA-446E-BD6D-1AF947FEA6D4}"/>
              </a:ext>
            </a:extLst>
          </p:cNvPr>
          <p:cNvSpPr txBox="1"/>
          <p:nvPr/>
        </p:nvSpPr>
        <p:spPr>
          <a:xfrm>
            <a:off x="-5331511" y="6408488"/>
            <a:ext cx="294042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VR/AR Technology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CB702A-C1B3-4E38-A25B-6BDEF5AA658E}"/>
              </a:ext>
            </a:extLst>
          </p:cNvPr>
          <p:cNvSpPr/>
          <p:nvPr/>
        </p:nvSpPr>
        <p:spPr>
          <a:xfrm>
            <a:off x="-4079045" y="4724405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29FE2A-472D-4344-9010-983EC2D1DA68}"/>
              </a:ext>
            </a:extLst>
          </p:cNvPr>
          <p:cNvSpPr txBox="1"/>
          <p:nvPr/>
        </p:nvSpPr>
        <p:spPr>
          <a:xfrm>
            <a:off x="-4815916" y="5289506"/>
            <a:ext cx="256211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AI Technologies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12D041-C327-40FF-B023-27824AB26816}"/>
              </a:ext>
            </a:extLst>
          </p:cNvPr>
          <p:cNvSpPr/>
          <p:nvPr/>
        </p:nvSpPr>
        <p:spPr>
          <a:xfrm>
            <a:off x="-4331842" y="5125792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CAEAD-DB11-46BA-856B-4DFEF88277C2}"/>
              </a:ext>
            </a:extLst>
          </p:cNvPr>
          <p:cNvSpPr txBox="1"/>
          <p:nvPr/>
        </p:nvSpPr>
        <p:spPr>
          <a:xfrm>
            <a:off x="-6511164" y="6461206"/>
            <a:ext cx="3134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Video Conferencing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CD44364-9348-43AD-A851-758828C9CBA4}"/>
              </a:ext>
            </a:extLst>
          </p:cNvPr>
          <p:cNvSpPr/>
          <p:nvPr/>
        </p:nvSpPr>
        <p:spPr>
          <a:xfrm>
            <a:off x="-3861301" y="5125792"/>
            <a:ext cx="2514300" cy="2138908"/>
          </a:xfrm>
          <a:prstGeom prst="roundRect">
            <a:avLst>
              <a:gd name="adj" fmla="val 6269"/>
            </a:avLst>
          </a:prstGeom>
          <a:blipFill dpi="0" rotWithShape="1">
            <a:blip r:embed="rId5"/>
            <a:srcRect/>
            <a:stretch>
              <a:fillRect l="-10000" t="-10000" r="-10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9AF733-012B-4FEA-8547-668DCFD12E45}"/>
              </a:ext>
            </a:extLst>
          </p:cNvPr>
          <p:cNvSpPr txBox="1"/>
          <p:nvPr/>
        </p:nvSpPr>
        <p:spPr>
          <a:xfrm>
            <a:off x="-3955982" y="4532860"/>
            <a:ext cx="248209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And Many More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2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8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0B6DBD-63C7-4BBA-B048-36D91BAFCF1C}"/>
              </a:ext>
            </a:extLst>
          </p:cNvPr>
          <p:cNvSpPr/>
          <p:nvPr/>
        </p:nvSpPr>
        <p:spPr>
          <a:xfrm>
            <a:off x="5525193" y="-17472"/>
            <a:ext cx="11169372" cy="7380008"/>
          </a:xfrm>
          <a:prstGeom prst="roundRect">
            <a:avLst>
              <a:gd name="adj" fmla="val 9611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11670-D978-4935-AB0C-4ADB6A8CB4C9}"/>
              </a:ext>
            </a:extLst>
          </p:cNvPr>
          <p:cNvSpPr txBox="1"/>
          <p:nvPr/>
        </p:nvSpPr>
        <p:spPr>
          <a:xfrm>
            <a:off x="8255000" y="-3606450"/>
            <a:ext cx="56832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Advantages Over</a:t>
            </a:r>
          </a:p>
          <a:p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Previous Generations:</a:t>
            </a:r>
            <a:endParaRPr lang="en-US" sz="2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8A6CB-9F8A-4328-B4FB-DBACAAD71457}"/>
              </a:ext>
            </a:extLst>
          </p:cNvPr>
          <p:cNvSpPr txBox="1"/>
          <p:nvPr/>
        </p:nvSpPr>
        <p:spPr>
          <a:xfrm>
            <a:off x="12971028" y="-2744676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Faster Data Speed (20GBps)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9ADB-65DB-4AF3-9598-91492F5364E2}"/>
              </a:ext>
            </a:extLst>
          </p:cNvPr>
          <p:cNvSpPr txBox="1"/>
          <p:nvPr/>
        </p:nvSpPr>
        <p:spPr>
          <a:xfrm>
            <a:off x="13796528" y="-2111632"/>
            <a:ext cx="505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Ultra Low Latency (1ms)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5137B-1F8E-417A-BB90-079CD9D5A572}"/>
              </a:ext>
            </a:extLst>
          </p:cNvPr>
          <p:cNvSpPr txBox="1"/>
          <p:nvPr/>
        </p:nvSpPr>
        <p:spPr>
          <a:xfrm>
            <a:off x="12971028" y="-1389797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Can connect 1 Million Devices over a square kilometer radius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48D07E-8094-4D46-A25E-8BDA5098257E}"/>
              </a:ext>
            </a:extLst>
          </p:cNvPr>
          <p:cNvSpPr txBox="1"/>
          <p:nvPr/>
        </p:nvSpPr>
        <p:spPr>
          <a:xfrm>
            <a:off x="3268295" y="9901868"/>
            <a:ext cx="416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Best Coverage and Connectivity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FF252-1A5B-4F36-86FE-BCF2C21D53CE}"/>
              </a:ext>
            </a:extLst>
          </p:cNvPr>
          <p:cNvSpPr txBox="1"/>
          <p:nvPr/>
        </p:nvSpPr>
        <p:spPr>
          <a:xfrm>
            <a:off x="151314" y="89763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Applications Of 5G: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4186DE-4C5C-4CD7-8F25-D1F6A78A2F3E}"/>
              </a:ext>
            </a:extLst>
          </p:cNvPr>
          <p:cNvSpPr/>
          <p:nvPr/>
        </p:nvSpPr>
        <p:spPr>
          <a:xfrm>
            <a:off x="151314" y="1290092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BDB31A-FDB1-4746-A8FB-F877F4FE5F93}"/>
              </a:ext>
            </a:extLst>
          </p:cNvPr>
          <p:cNvSpPr txBox="1"/>
          <p:nvPr/>
        </p:nvSpPr>
        <p:spPr>
          <a:xfrm>
            <a:off x="214868" y="3441700"/>
            <a:ext cx="2387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Gaming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FE50C8-4DF6-40B3-98A7-F25F9C5E50B9}"/>
              </a:ext>
            </a:extLst>
          </p:cNvPr>
          <p:cNvSpPr/>
          <p:nvPr/>
        </p:nvSpPr>
        <p:spPr>
          <a:xfrm>
            <a:off x="214868" y="4035514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F66FBC-45F0-4F6A-BF9B-70BCD63A1445}"/>
              </a:ext>
            </a:extLst>
          </p:cNvPr>
          <p:cNvSpPr txBox="1"/>
          <p:nvPr/>
        </p:nvSpPr>
        <p:spPr>
          <a:xfrm>
            <a:off x="79305" y="6174422"/>
            <a:ext cx="2940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VR/AR Technology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F786319-556B-41E7-BCC9-BFECDA961600}"/>
              </a:ext>
            </a:extLst>
          </p:cNvPr>
          <p:cNvSpPr/>
          <p:nvPr/>
        </p:nvSpPr>
        <p:spPr>
          <a:xfrm>
            <a:off x="3237469" y="1280388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71D130-48D7-49D9-8049-3F02A3485431}"/>
              </a:ext>
            </a:extLst>
          </p:cNvPr>
          <p:cNvSpPr txBox="1"/>
          <p:nvPr/>
        </p:nvSpPr>
        <p:spPr>
          <a:xfrm>
            <a:off x="3267438" y="3376462"/>
            <a:ext cx="256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AI Technologies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76EC5D5-3491-461F-9D8D-A01D62D0769D}"/>
              </a:ext>
            </a:extLst>
          </p:cNvPr>
          <p:cNvSpPr/>
          <p:nvPr/>
        </p:nvSpPr>
        <p:spPr>
          <a:xfrm>
            <a:off x="3237469" y="4078611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1ED7EA-A86C-4445-A405-F4416CD2176A}"/>
              </a:ext>
            </a:extLst>
          </p:cNvPr>
          <p:cNvSpPr txBox="1"/>
          <p:nvPr/>
        </p:nvSpPr>
        <p:spPr>
          <a:xfrm>
            <a:off x="2938884" y="6200160"/>
            <a:ext cx="3134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Video Conferencing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4D013C5-2003-4CA7-85CC-1391FF976EC6}"/>
              </a:ext>
            </a:extLst>
          </p:cNvPr>
          <p:cNvSpPr/>
          <p:nvPr/>
        </p:nvSpPr>
        <p:spPr>
          <a:xfrm>
            <a:off x="6145469" y="1237554"/>
            <a:ext cx="2514300" cy="2138908"/>
          </a:xfrm>
          <a:prstGeom prst="roundRect">
            <a:avLst>
              <a:gd name="adj" fmla="val 6269"/>
            </a:avLst>
          </a:prstGeom>
          <a:blipFill dpi="0" rotWithShape="1">
            <a:blip r:embed="rId7"/>
            <a:srcRect/>
            <a:stretch>
              <a:fillRect l="-10000" t="-10000" r="-10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7CD7CB-B7B7-4292-855C-7F692FD562A9}"/>
              </a:ext>
            </a:extLst>
          </p:cNvPr>
          <p:cNvSpPr txBox="1"/>
          <p:nvPr/>
        </p:nvSpPr>
        <p:spPr>
          <a:xfrm>
            <a:off x="6141101" y="3376461"/>
            <a:ext cx="2482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And Many More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90070B-8012-4104-85B8-316687339D50}"/>
              </a:ext>
            </a:extLst>
          </p:cNvPr>
          <p:cNvSpPr txBox="1"/>
          <p:nvPr/>
        </p:nvSpPr>
        <p:spPr>
          <a:xfrm>
            <a:off x="-9646238" y="1641376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In Information And Communication Technology: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A0D3DC-D2EF-4A87-9022-664A268828CD}"/>
              </a:ext>
            </a:extLst>
          </p:cNvPr>
          <p:cNvSpPr txBox="1"/>
          <p:nvPr/>
        </p:nvSpPr>
        <p:spPr>
          <a:xfrm>
            <a:off x="-9204913" y="1166842"/>
            <a:ext cx="6781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the Realm of ICT, 5G technology enables a wide range of applications such as enhanced mobile bandwidth, Ultra reliable low latency communication, smart manufacturing, Virtual Reality, Artificial Intelligence, Video Conferencing Rooms etc.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 Key Application fields of 5G in ICT are: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Consumer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Industrial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HealthCare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Transportation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Public Safety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1304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5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2F424B2-142E-4C27-9D6B-3224BAD81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557" y="15933600"/>
            <a:ext cx="6629400" cy="319087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6E3C8C-565B-4C37-8099-52EA85CDEAD2}"/>
              </a:ext>
            </a:extLst>
          </p:cNvPr>
          <p:cNvSpPr/>
          <p:nvPr/>
        </p:nvSpPr>
        <p:spPr>
          <a:xfrm>
            <a:off x="4993224" y="-261004"/>
            <a:ext cx="11169372" cy="7380008"/>
          </a:xfrm>
          <a:prstGeom prst="roundRect">
            <a:avLst>
              <a:gd name="adj" fmla="val 9611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FF252-1A5B-4F36-86FE-BCF2C21D53CE}"/>
              </a:ext>
            </a:extLst>
          </p:cNvPr>
          <p:cNvSpPr txBox="1"/>
          <p:nvPr/>
        </p:nvSpPr>
        <p:spPr>
          <a:xfrm>
            <a:off x="151314" y="89763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Applications Of 5G: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4186DE-4C5C-4CD7-8F25-D1F6A78A2F3E}"/>
              </a:ext>
            </a:extLst>
          </p:cNvPr>
          <p:cNvSpPr/>
          <p:nvPr/>
        </p:nvSpPr>
        <p:spPr>
          <a:xfrm>
            <a:off x="15665794" y="444203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BDB31A-FDB1-4746-A8FB-F877F4FE5F93}"/>
              </a:ext>
            </a:extLst>
          </p:cNvPr>
          <p:cNvSpPr txBox="1"/>
          <p:nvPr/>
        </p:nvSpPr>
        <p:spPr>
          <a:xfrm>
            <a:off x="16473815" y="5251104"/>
            <a:ext cx="23871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Gaming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FE50C8-4DF6-40B3-98A7-F25F9C5E50B9}"/>
              </a:ext>
            </a:extLst>
          </p:cNvPr>
          <p:cNvSpPr/>
          <p:nvPr/>
        </p:nvSpPr>
        <p:spPr>
          <a:xfrm>
            <a:off x="16212297" y="440393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F66FBC-45F0-4F6A-BF9B-70BCD63A1445}"/>
              </a:ext>
            </a:extLst>
          </p:cNvPr>
          <p:cNvSpPr txBox="1"/>
          <p:nvPr/>
        </p:nvSpPr>
        <p:spPr>
          <a:xfrm>
            <a:off x="16095551" y="6448865"/>
            <a:ext cx="294042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VR/AR Technology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F786319-556B-41E7-BCC9-BFECDA961600}"/>
              </a:ext>
            </a:extLst>
          </p:cNvPr>
          <p:cNvSpPr/>
          <p:nvPr/>
        </p:nvSpPr>
        <p:spPr>
          <a:xfrm>
            <a:off x="15977013" y="4601538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71D130-48D7-49D9-8049-3F02A3485431}"/>
              </a:ext>
            </a:extLst>
          </p:cNvPr>
          <p:cNvSpPr txBox="1"/>
          <p:nvPr/>
        </p:nvSpPr>
        <p:spPr>
          <a:xfrm>
            <a:off x="16022231" y="4912995"/>
            <a:ext cx="256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AI Technologies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76EC5D5-3491-461F-9D8D-A01D62D0769D}"/>
              </a:ext>
            </a:extLst>
          </p:cNvPr>
          <p:cNvSpPr/>
          <p:nvPr/>
        </p:nvSpPr>
        <p:spPr>
          <a:xfrm>
            <a:off x="15758090" y="431156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1ED7EA-A86C-4445-A405-F4416CD2176A}"/>
              </a:ext>
            </a:extLst>
          </p:cNvPr>
          <p:cNvSpPr txBox="1"/>
          <p:nvPr/>
        </p:nvSpPr>
        <p:spPr>
          <a:xfrm>
            <a:off x="15136695" y="5495292"/>
            <a:ext cx="3134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Video Conferencing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4D013C5-2003-4CA7-85CC-1391FF976EC6}"/>
              </a:ext>
            </a:extLst>
          </p:cNvPr>
          <p:cNvSpPr/>
          <p:nvPr/>
        </p:nvSpPr>
        <p:spPr>
          <a:xfrm>
            <a:off x="15588507" y="4305206"/>
            <a:ext cx="2514300" cy="2138908"/>
          </a:xfrm>
          <a:prstGeom prst="roundRect">
            <a:avLst>
              <a:gd name="adj" fmla="val 6269"/>
            </a:avLst>
          </a:prstGeom>
          <a:blipFill dpi="0" rotWithShape="1">
            <a:blip r:embed="rId8"/>
            <a:srcRect/>
            <a:stretch>
              <a:fillRect l="-10000" t="-10000" r="-10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7CD7CB-B7B7-4292-855C-7F692FD562A9}"/>
              </a:ext>
            </a:extLst>
          </p:cNvPr>
          <p:cNvSpPr txBox="1"/>
          <p:nvPr/>
        </p:nvSpPr>
        <p:spPr>
          <a:xfrm>
            <a:off x="16212297" y="5325852"/>
            <a:ext cx="248209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And Many More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07F4DD-320D-4F17-BFD7-9138E63FFDB0}"/>
              </a:ext>
            </a:extLst>
          </p:cNvPr>
          <p:cNvSpPr txBox="1"/>
          <p:nvPr/>
        </p:nvSpPr>
        <p:spPr>
          <a:xfrm>
            <a:off x="151314" y="1129033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In Information And Communication Technology: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F0CC1-A9BC-4820-8AF5-E93162C0320B}"/>
              </a:ext>
            </a:extLst>
          </p:cNvPr>
          <p:cNvSpPr txBox="1"/>
          <p:nvPr/>
        </p:nvSpPr>
        <p:spPr>
          <a:xfrm>
            <a:off x="225487" y="2297984"/>
            <a:ext cx="6781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the Realm of ICT, 5G technology enables a wide range of applications such as enhanced mobile bandwidth, Ultra reliable low latency communication, smart manufacturing, Virtual Reality, Artificial Intelligence, Video Conferencing Rooms etc.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 Key Application fields of 5G in ICT are: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Industrial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HealthCare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Public Safety Applications</a:t>
            </a:r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723A2DB3-028F-4DE2-B90D-B0438C60B75C}"/>
              </a:ext>
            </a:extLst>
          </p:cNvPr>
          <p:cNvSpPr/>
          <p:nvPr/>
        </p:nvSpPr>
        <p:spPr>
          <a:xfrm rot="10800000">
            <a:off x="0" y="-7046825"/>
            <a:ext cx="3644900" cy="6858000"/>
          </a:xfrm>
          <a:prstGeom prst="triangle">
            <a:avLst/>
          </a:prstGeom>
          <a:blipFill dpi="0" rotWithShape="0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184A0D16-622A-4BCD-BC42-4CADCB321515}"/>
              </a:ext>
            </a:extLst>
          </p:cNvPr>
          <p:cNvSpPr/>
          <p:nvPr/>
        </p:nvSpPr>
        <p:spPr>
          <a:xfrm>
            <a:off x="6812959" y="6910530"/>
            <a:ext cx="5738954" cy="6419487"/>
          </a:xfrm>
          <a:prstGeom prst="triangle">
            <a:avLst/>
          </a:prstGeom>
          <a:blipFill dpi="0" rotWithShape="0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4A0D6D0-823D-4ED7-AE0E-2F223E2389F8}"/>
              </a:ext>
            </a:extLst>
          </p:cNvPr>
          <p:cNvSpPr/>
          <p:nvPr/>
        </p:nvSpPr>
        <p:spPr>
          <a:xfrm>
            <a:off x="-7524222" y="1197405"/>
            <a:ext cx="2183642" cy="4359279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Smart Manufacturing</a:t>
            </a: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Real Time Machine Monitoring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Robot Control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Automated guided Vehicles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Quality Inspection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A064C74-635E-4061-8220-510E43A1A57C}"/>
              </a:ext>
            </a:extLst>
          </p:cNvPr>
          <p:cNvSpPr/>
          <p:nvPr/>
        </p:nvSpPr>
        <p:spPr>
          <a:xfrm>
            <a:off x="-6879673" y="1579858"/>
            <a:ext cx="2183642" cy="3243293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VR and AR: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Training and Instructions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Assembly Guidance</a:t>
            </a:r>
          </a:p>
          <a:p>
            <a:endParaRPr lang="en-US" sz="2000" dirty="0">
              <a:gradFill flip="none" rotWithShape="1">
                <a:gsLst>
                  <a:gs pos="0">
                    <a:schemeClr val="accent3">
                      <a:lumMod val="0"/>
                      <a:lumOff val="100000"/>
                    </a:schemeClr>
                  </a:gs>
                  <a:gs pos="35000">
                    <a:schemeClr val="accent3">
                      <a:lumMod val="0"/>
                      <a:lumOff val="100000"/>
                    </a:schemeClr>
                  </a:gs>
                  <a:gs pos="100000">
                    <a:schemeClr val="accent3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525EF94-37E9-4B4F-A528-932B1B48D893}"/>
              </a:ext>
            </a:extLst>
          </p:cNvPr>
          <p:cNvSpPr/>
          <p:nvPr/>
        </p:nvSpPr>
        <p:spPr>
          <a:xfrm>
            <a:off x="-6829972" y="1286741"/>
            <a:ext cx="2183642" cy="423157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Critical Infrastructure Monitoring:</a:t>
            </a:r>
          </a:p>
          <a:p>
            <a:pPr marL="342900" indent="-342900" algn="ctr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Power Grid Monitoring</a:t>
            </a:r>
          </a:p>
          <a:p>
            <a:pPr marL="342900" indent="-342900" algn="ctr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Smart Grid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C48589E-BC2A-4AEE-8322-BF1A98168C52}"/>
              </a:ext>
            </a:extLst>
          </p:cNvPr>
          <p:cNvSpPr/>
          <p:nvPr/>
        </p:nvSpPr>
        <p:spPr>
          <a:xfrm>
            <a:off x="-6829972" y="1424429"/>
            <a:ext cx="2084664" cy="224092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IIoT</a:t>
            </a: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Massive Device Connectivity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Edge Computing</a:t>
            </a:r>
          </a:p>
        </p:txBody>
      </p:sp>
    </p:spTree>
    <p:extLst>
      <p:ext uri="{BB962C8B-B14F-4D97-AF65-F5344CB8AC3E}">
        <p14:creationId xmlns:p14="http://schemas.microsoft.com/office/powerpoint/2010/main" val="3983038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7B4C5F-C2FA-4EA9-B83C-5D5487305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09" y="3621196"/>
            <a:ext cx="8093122" cy="3847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F6937A-E8C0-4C29-A315-BFF6B6EAA4E0}"/>
              </a:ext>
            </a:extLst>
          </p:cNvPr>
          <p:cNvSpPr txBox="1"/>
          <p:nvPr/>
        </p:nvSpPr>
        <p:spPr>
          <a:xfrm>
            <a:off x="109181" y="174812"/>
            <a:ext cx="99082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Industrial Applications </a:t>
            </a:r>
            <a:r>
              <a:rPr lang="en-US" sz="4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of 5G in ICT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F49E1D-B046-4CA5-BA35-6C4661434999}"/>
              </a:ext>
            </a:extLst>
          </p:cNvPr>
          <p:cNvSpPr/>
          <p:nvPr/>
        </p:nvSpPr>
        <p:spPr>
          <a:xfrm>
            <a:off x="503511" y="1836805"/>
            <a:ext cx="2183642" cy="4359279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Smart Manufacturing</a:t>
            </a: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Real Time Machine Monitoring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Robot Control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Automated guided Vehicles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Quality Inspection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6FA65D-1824-43DD-814E-7132E5053C08}"/>
              </a:ext>
            </a:extLst>
          </p:cNvPr>
          <p:cNvSpPr/>
          <p:nvPr/>
        </p:nvSpPr>
        <p:spPr>
          <a:xfrm>
            <a:off x="3266365" y="1836805"/>
            <a:ext cx="2183642" cy="3243293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VR and AR: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Training and Instructions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Assembly Guidance</a:t>
            </a:r>
          </a:p>
          <a:p>
            <a:endParaRPr lang="en-US" sz="2000" dirty="0">
              <a:gradFill flip="none" rotWithShape="1">
                <a:gsLst>
                  <a:gs pos="0">
                    <a:schemeClr val="accent3">
                      <a:lumMod val="0"/>
                      <a:lumOff val="100000"/>
                    </a:schemeClr>
                  </a:gs>
                  <a:gs pos="35000">
                    <a:schemeClr val="accent3">
                      <a:lumMod val="0"/>
                      <a:lumOff val="100000"/>
                    </a:schemeClr>
                  </a:gs>
                  <a:gs pos="100000">
                    <a:schemeClr val="accent3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28443A-FB88-478B-83FE-AD3512DE595C}"/>
              </a:ext>
            </a:extLst>
          </p:cNvPr>
          <p:cNvSpPr/>
          <p:nvPr/>
        </p:nvSpPr>
        <p:spPr>
          <a:xfrm>
            <a:off x="8925635" y="1836805"/>
            <a:ext cx="2183642" cy="423157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Critical Infrastructure Monitoring:</a:t>
            </a:r>
          </a:p>
          <a:p>
            <a:pPr marL="342900" indent="-342900" algn="ctr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Power Grid Monitoring</a:t>
            </a:r>
          </a:p>
          <a:p>
            <a:pPr marL="342900" indent="-342900" algn="ctr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Smart Grid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F9FB69-903D-4296-A8D7-92C9F19ED11E}"/>
              </a:ext>
            </a:extLst>
          </p:cNvPr>
          <p:cNvSpPr/>
          <p:nvPr/>
        </p:nvSpPr>
        <p:spPr>
          <a:xfrm>
            <a:off x="6145489" y="1836804"/>
            <a:ext cx="2084664" cy="224092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IIoT</a:t>
            </a: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Massive Device Connectivity</a:t>
            </a:r>
          </a:p>
          <a:p>
            <a:pPr marL="342900" indent="-3429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Edge Computing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B5C810-B2DE-4D6F-ADA2-192F99035953}"/>
              </a:ext>
            </a:extLst>
          </p:cNvPr>
          <p:cNvSpPr/>
          <p:nvPr/>
        </p:nvSpPr>
        <p:spPr>
          <a:xfrm>
            <a:off x="12359224" y="-469478"/>
            <a:ext cx="11169372" cy="7380008"/>
          </a:xfrm>
          <a:prstGeom prst="roundRect">
            <a:avLst>
              <a:gd name="adj" fmla="val 9611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7D4E8-E69B-4A49-9999-D70A6873484D}"/>
              </a:ext>
            </a:extLst>
          </p:cNvPr>
          <p:cNvSpPr txBox="1"/>
          <p:nvPr/>
        </p:nvSpPr>
        <p:spPr>
          <a:xfrm>
            <a:off x="12630478" y="241010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Applications Of 5G: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0DCC1B-76A2-4125-B732-B9FAB3CE33D7}"/>
              </a:ext>
            </a:extLst>
          </p:cNvPr>
          <p:cNvSpPr/>
          <p:nvPr/>
        </p:nvSpPr>
        <p:spPr>
          <a:xfrm>
            <a:off x="15665794" y="444203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549A5-37FC-47F1-8515-5B7C7E4CAE63}"/>
              </a:ext>
            </a:extLst>
          </p:cNvPr>
          <p:cNvSpPr txBox="1"/>
          <p:nvPr/>
        </p:nvSpPr>
        <p:spPr>
          <a:xfrm>
            <a:off x="16473815" y="5251104"/>
            <a:ext cx="23871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Online Gaming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94E471-0FE4-4E55-9061-50C394FF0940}"/>
              </a:ext>
            </a:extLst>
          </p:cNvPr>
          <p:cNvSpPr/>
          <p:nvPr/>
        </p:nvSpPr>
        <p:spPr>
          <a:xfrm>
            <a:off x="16212297" y="440393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4EAE9D-8187-463A-9DA4-94D07E2EE848}"/>
              </a:ext>
            </a:extLst>
          </p:cNvPr>
          <p:cNvSpPr txBox="1"/>
          <p:nvPr/>
        </p:nvSpPr>
        <p:spPr>
          <a:xfrm>
            <a:off x="16095551" y="6448865"/>
            <a:ext cx="294042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VR/AR Technology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1A25E4-3E1A-41C8-931C-1A5CA0E9ED6F}"/>
              </a:ext>
            </a:extLst>
          </p:cNvPr>
          <p:cNvSpPr/>
          <p:nvPr/>
        </p:nvSpPr>
        <p:spPr>
          <a:xfrm>
            <a:off x="15977013" y="4601538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39A910-EC4E-4995-BAB6-45DFE6DEB877}"/>
              </a:ext>
            </a:extLst>
          </p:cNvPr>
          <p:cNvSpPr txBox="1"/>
          <p:nvPr/>
        </p:nvSpPr>
        <p:spPr>
          <a:xfrm>
            <a:off x="16022231" y="4912995"/>
            <a:ext cx="256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AI Technologies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6DD83C-C594-4D91-82C6-393445E4D471}"/>
              </a:ext>
            </a:extLst>
          </p:cNvPr>
          <p:cNvSpPr/>
          <p:nvPr/>
        </p:nvSpPr>
        <p:spPr>
          <a:xfrm>
            <a:off x="15758090" y="4311569"/>
            <a:ext cx="2514300" cy="2138908"/>
          </a:xfrm>
          <a:prstGeom prst="roundRect">
            <a:avLst>
              <a:gd name="adj" fmla="val 6269"/>
            </a:avLst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C37176-3948-4EF0-BC11-1D3CA95106C3}"/>
              </a:ext>
            </a:extLst>
          </p:cNvPr>
          <p:cNvSpPr txBox="1"/>
          <p:nvPr/>
        </p:nvSpPr>
        <p:spPr>
          <a:xfrm>
            <a:off x="15136695" y="5495292"/>
            <a:ext cx="3134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Video Conferencing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7E180EA-D952-42FC-9D7A-27072A3CBC9E}"/>
              </a:ext>
            </a:extLst>
          </p:cNvPr>
          <p:cNvSpPr/>
          <p:nvPr/>
        </p:nvSpPr>
        <p:spPr>
          <a:xfrm>
            <a:off x="15588507" y="4305206"/>
            <a:ext cx="2514300" cy="2138908"/>
          </a:xfrm>
          <a:prstGeom prst="roundRect">
            <a:avLst>
              <a:gd name="adj" fmla="val 6269"/>
            </a:avLst>
          </a:prstGeom>
          <a:blipFill dpi="0" rotWithShape="1">
            <a:blip r:embed="rId8"/>
            <a:srcRect/>
            <a:stretch>
              <a:fillRect l="-10000" t="-10000" r="-10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4EBBB4-DFEC-473D-A760-D424DDABDA77}"/>
              </a:ext>
            </a:extLst>
          </p:cNvPr>
          <p:cNvSpPr txBox="1"/>
          <p:nvPr/>
        </p:nvSpPr>
        <p:spPr>
          <a:xfrm>
            <a:off x="16212297" y="5325852"/>
            <a:ext cx="248209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And Many More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6FA4D-EDD8-470C-B8B3-D0053948E656}"/>
              </a:ext>
            </a:extLst>
          </p:cNvPr>
          <p:cNvSpPr txBox="1"/>
          <p:nvPr/>
        </p:nvSpPr>
        <p:spPr>
          <a:xfrm>
            <a:off x="12630478" y="1280280"/>
            <a:ext cx="102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In Information And Communication Technology: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D40C07-4A65-4523-A0CC-11ADAF609EB9}"/>
              </a:ext>
            </a:extLst>
          </p:cNvPr>
          <p:cNvSpPr txBox="1"/>
          <p:nvPr/>
        </p:nvSpPr>
        <p:spPr>
          <a:xfrm>
            <a:off x="12704651" y="2449231"/>
            <a:ext cx="6781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 the Realm of ICT, 5G technology enables a wide range of applications such as enhanced mobile bandwidth, Ultra reliable low latency communication, smart manufacturing, Virtual Reality, Artificial Intelligence, Video Conferencing Rooms etc.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Some Key Application fields of 5G in ICT are: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Industrial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HealthCare Applications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Public Safety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48440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7B4C5F-C2FA-4EA9-B83C-5D5487305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09" y="3621196"/>
            <a:ext cx="8093122" cy="3847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F6937A-E8C0-4C29-A315-BFF6B6EAA4E0}"/>
              </a:ext>
            </a:extLst>
          </p:cNvPr>
          <p:cNvSpPr txBox="1"/>
          <p:nvPr/>
        </p:nvSpPr>
        <p:spPr>
          <a:xfrm>
            <a:off x="109181" y="174812"/>
            <a:ext cx="106782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HealthCare Applications </a:t>
            </a:r>
            <a:r>
              <a:rPr lang="en-US" sz="4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of 5G in ICT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F49E1D-B046-4CA5-BA35-6C4661434999}"/>
              </a:ext>
            </a:extLst>
          </p:cNvPr>
          <p:cNvSpPr/>
          <p:nvPr/>
        </p:nvSpPr>
        <p:spPr>
          <a:xfrm>
            <a:off x="503511" y="1836805"/>
            <a:ext cx="2183642" cy="4359279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Remote Patient Monitoring: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Real time video consultation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Continuous Monitoring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Rural Healthcare access</a:t>
            </a:r>
            <a:endParaRPr lang="en-US" sz="2000" dirty="0">
              <a:gradFill>
                <a:gsLst>
                  <a:gs pos="0">
                    <a:schemeClr val="accent3">
                      <a:lumMod val="0"/>
                      <a:lumOff val="100000"/>
                    </a:schemeClr>
                  </a:gs>
                  <a:gs pos="35000">
                    <a:schemeClr val="accent3">
                      <a:lumMod val="0"/>
                      <a:lumOff val="100000"/>
                    </a:schemeClr>
                  </a:gs>
                  <a:gs pos="100000">
                    <a:schemeClr val="accent3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28443A-FB88-478B-83FE-AD3512DE595C}"/>
              </a:ext>
            </a:extLst>
          </p:cNvPr>
          <p:cNvSpPr/>
          <p:nvPr/>
        </p:nvSpPr>
        <p:spPr>
          <a:xfrm>
            <a:off x="8925635" y="1836805"/>
            <a:ext cx="2183642" cy="423157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Robotics in Healthcare: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Surgical Robots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Robotic Assistance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AI based medicine Assistance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VR Therapy</a:t>
            </a:r>
            <a:endParaRPr lang="en-US" sz="2000" dirty="0">
              <a:gradFill>
                <a:gsLst>
                  <a:gs pos="0">
                    <a:schemeClr val="accent3">
                      <a:lumMod val="0"/>
                      <a:lumOff val="100000"/>
                    </a:schemeClr>
                  </a:gs>
                  <a:gs pos="35000">
                    <a:schemeClr val="accent3">
                      <a:lumMod val="0"/>
                      <a:lumOff val="100000"/>
                    </a:schemeClr>
                  </a:gs>
                  <a:gs pos="100000">
                    <a:schemeClr val="accent3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F9FB69-903D-4296-A8D7-92C9F19ED11E}"/>
              </a:ext>
            </a:extLst>
          </p:cNvPr>
          <p:cNvSpPr/>
          <p:nvPr/>
        </p:nvSpPr>
        <p:spPr>
          <a:xfrm>
            <a:off x="6145489" y="1836804"/>
            <a:ext cx="2084664" cy="224092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VR and AR: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Medical Training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Remote Surgeries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6FA65D-1824-43DD-814E-7132E5053C08}"/>
              </a:ext>
            </a:extLst>
          </p:cNvPr>
          <p:cNvSpPr/>
          <p:nvPr/>
        </p:nvSpPr>
        <p:spPr>
          <a:xfrm>
            <a:off x="3266365" y="1836805"/>
            <a:ext cx="2183642" cy="3243293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IoMT</a:t>
            </a: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: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Connected Medical devices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Hospital asset tracking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Smart Hospital ecosystems</a:t>
            </a:r>
          </a:p>
        </p:txBody>
      </p:sp>
    </p:spTree>
    <p:extLst>
      <p:ext uri="{BB962C8B-B14F-4D97-AF65-F5344CB8AC3E}">
        <p14:creationId xmlns:p14="http://schemas.microsoft.com/office/powerpoint/2010/main" val="74411143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7B4C5F-C2FA-4EA9-B83C-5D5487305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09" y="3621196"/>
            <a:ext cx="8093122" cy="3847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F6937A-E8C0-4C29-A315-BFF6B6EAA4E0}"/>
              </a:ext>
            </a:extLst>
          </p:cNvPr>
          <p:cNvSpPr txBox="1"/>
          <p:nvPr/>
        </p:nvSpPr>
        <p:spPr>
          <a:xfrm>
            <a:off x="109181" y="174812"/>
            <a:ext cx="106782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Consumer Applications </a:t>
            </a:r>
            <a:r>
              <a:rPr lang="en-US" sz="4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of 5G in ICT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F49E1D-B046-4CA5-BA35-6C4661434999}"/>
              </a:ext>
            </a:extLst>
          </p:cNvPr>
          <p:cNvSpPr/>
          <p:nvPr/>
        </p:nvSpPr>
        <p:spPr>
          <a:xfrm>
            <a:off x="503511" y="1836805"/>
            <a:ext cx="2183642" cy="4359279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Remote Services and Entertainment: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Video/Cloud Conferencing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Cloud Computing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Interactive Content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Personalized Experiences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28443A-FB88-478B-83FE-AD3512DE595C}"/>
              </a:ext>
            </a:extLst>
          </p:cNvPr>
          <p:cNvSpPr/>
          <p:nvPr/>
        </p:nvSpPr>
        <p:spPr>
          <a:xfrm>
            <a:off x="8925635" y="1836805"/>
            <a:ext cx="2183642" cy="423157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Smart Vehicles and Cities: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Autonomous driving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Public services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Emergency Services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F9FB69-903D-4296-A8D7-92C9F19ED11E}"/>
              </a:ext>
            </a:extLst>
          </p:cNvPr>
          <p:cNvSpPr/>
          <p:nvPr/>
        </p:nvSpPr>
        <p:spPr>
          <a:xfrm>
            <a:off x="6145489" y="1836804"/>
            <a:ext cx="2084664" cy="2240925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VR and AR: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Immersive Experiences</a:t>
            </a:r>
          </a:p>
          <a:p>
            <a:pPr marL="457200" indent="-457200">
              <a:buAutoNum type="arabicPeriod"/>
            </a:pPr>
            <a:r>
              <a:rPr lang="en-US" sz="2000" dirty="0"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</a:gradFill>
              </a:rPr>
              <a:t>Education and Training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6FA65D-1824-43DD-814E-7132E5053C08}"/>
              </a:ext>
            </a:extLst>
          </p:cNvPr>
          <p:cNvSpPr/>
          <p:nvPr/>
        </p:nvSpPr>
        <p:spPr>
          <a:xfrm>
            <a:off x="3264673" y="1836804"/>
            <a:ext cx="2183642" cy="3243293"/>
          </a:xfrm>
          <a:prstGeom prst="roundRect">
            <a:avLst>
              <a:gd name="adj" fmla="val 979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IoT: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Smart Home Integration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Wearables</a:t>
            </a:r>
          </a:p>
          <a:p>
            <a:pPr marL="457200" indent="-457200">
              <a:buAutoNum type="arabicPeriod"/>
            </a:pPr>
            <a:r>
              <a:rPr lang="en-US" sz="2000" b="1" dirty="0">
                <a:gradFill flip="none" rotWithShape="1"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0"/>
                        <a:lumOff val="100000"/>
                      </a:schemeClr>
                    </a:gs>
                    <a:gs pos="100000">
                      <a:schemeClr val="accent3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</a:rPr>
              <a:t>Minimal lag for real time control</a:t>
            </a:r>
          </a:p>
        </p:txBody>
      </p:sp>
    </p:spTree>
    <p:extLst>
      <p:ext uri="{BB962C8B-B14F-4D97-AF65-F5344CB8AC3E}">
        <p14:creationId xmlns:p14="http://schemas.microsoft.com/office/powerpoint/2010/main" val="1218504097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F6937A-E8C0-4C29-A315-BFF6B6EAA4E0}"/>
              </a:ext>
            </a:extLst>
          </p:cNvPr>
          <p:cNvSpPr txBox="1"/>
          <p:nvPr/>
        </p:nvSpPr>
        <p:spPr>
          <a:xfrm>
            <a:off x="-4092117" y="-1184431"/>
            <a:ext cx="106782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</a:rPr>
              <a:t>Consumer Applications </a:t>
            </a:r>
            <a:r>
              <a:rPr lang="en-US" sz="4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of 5G in ICT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954F4A-DBE5-439A-821C-63C3A0D44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DD26F8-4EBC-408C-8F4D-1C512134D83D}"/>
              </a:ext>
            </a:extLst>
          </p:cNvPr>
          <p:cNvSpPr txBox="1"/>
          <p:nvPr/>
        </p:nvSpPr>
        <p:spPr>
          <a:xfrm>
            <a:off x="-66738500" y="-88315800"/>
            <a:ext cx="366354360" cy="275060664"/>
          </a:xfrm>
          <a:custGeom>
            <a:avLst/>
            <a:gdLst/>
            <a:ahLst/>
            <a:cxnLst/>
            <a:rect l="l" t="t" r="r" b="b"/>
            <a:pathLst>
              <a:path w="12192000" h="6842500">
                <a:moveTo>
                  <a:pt x="4654905" y="4280327"/>
                </a:moveTo>
                <a:lnTo>
                  <a:pt x="4522313" y="5090269"/>
                </a:lnTo>
                <a:lnTo>
                  <a:pt x="4878974" y="5141661"/>
                </a:lnTo>
                <a:cubicBezTo>
                  <a:pt x="4912551" y="5103973"/>
                  <a:pt x="4943386" y="5077934"/>
                  <a:pt x="4971480" y="5063545"/>
                </a:cubicBezTo>
                <a:cubicBezTo>
                  <a:pt x="5009169" y="5043673"/>
                  <a:pt x="5048226" y="5033737"/>
                  <a:pt x="5088655" y="5033737"/>
                </a:cubicBezTo>
                <a:cubicBezTo>
                  <a:pt x="5152381" y="5033737"/>
                  <a:pt x="5203431" y="5054637"/>
                  <a:pt x="5241803" y="5096436"/>
                </a:cubicBezTo>
                <a:cubicBezTo>
                  <a:pt x="5280177" y="5138235"/>
                  <a:pt x="5299363" y="5204017"/>
                  <a:pt x="5299363" y="5293782"/>
                </a:cubicBezTo>
                <a:cubicBezTo>
                  <a:pt x="5299363" y="5381491"/>
                  <a:pt x="5280348" y="5447445"/>
                  <a:pt x="5242317" y="5491642"/>
                </a:cubicBezTo>
                <a:cubicBezTo>
                  <a:pt x="5204287" y="5535839"/>
                  <a:pt x="5156150" y="5557938"/>
                  <a:pt x="5097905" y="5557938"/>
                </a:cubicBezTo>
                <a:cubicBezTo>
                  <a:pt x="5045828" y="5557938"/>
                  <a:pt x="5000945" y="5540293"/>
                  <a:pt x="4963258" y="5505004"/>
                </a:cubicBezTo>
                <a:cubicBezTo>
                  <a:pt x="4925570" y="5469715"/>
                  <a:pt x="4901587" y="5418151"/>
                  <a:pt x="4891309" y="5350313"/>
                </a:cubicBezTo>
                <a:lnTo>
                  <a:pt x="4467837" y="5396566"/>
                </a:lnTo>
                <a:cubicBezTo>
                  <a:pt x="4488394" y="5467145"/>
                  <a:pt x="4514090" y="5526075"/>
                  <a:pt x="4544925" y="5573356"/>
                </a:cubicBezTo>
                <a:cubicBezTo>
                  <a:pt x="4575761" y="5620636"/>
                  <a:pt x="4616018" y="5662949"/>
                  <a:pt x="4665697" y="5700294"/>
                </a:cubicBezTo>
                <a:cubicBezTo>
                  <a:pt x="4715376" y="5737639"/>
                  <a:pt x="4775676" y="5765734"/>
                  <a:pt x="4846597" y="5784578"/>
                </a:cubicBezTo>
                <a:cubicBezTo>
                  <a:pt x="4917519" y="5803421"/>
                  <a:pt x="5002659" y="5812843"/>
                  <a:pt x="5102017" y="5812843"/>
                </a:cubicBezTo>
                <a:cubicBezTo>
                  <a:pt x="5240433" y="5812843"/>
                  <a:pt x="5354010" y="5789203"/>
                  <a:pt x="5442747" y="5741922"/>
                </a:cubicBezTo>
                <a:cubicBezTo>
                  <a:pt x="5531485" y="5694641"/>
                  <a:pt x="5600007" y="5626118"/>
                  <a:pt x="5648316" y="5536353"/>
                </a:cubicBezTo>
                <a:cubicBezTo>
                  <a:pt x="5696624" y="5446588"/>
                  <a:pt x="5720779" y="5353054"/>
                  <a:pt x="5720779" y="5255752"/>
                </a:cubicBezTo>
                <a:cubicBezTo>
                  <a:pt x="5720779" y="5117335"/>
                  <a:pt x="5673841" y="5002559"/>
                  <a:pt x="5579964" y="4911424"/>
                </a:cubicBezTo>
                <a:cubicBezTo>
                  <a:pt x="5486088" y="4820288"/>
                  <a:pt x="5363774" y="4774720"/>
                  <a:pt x="5213024" y="4774720"/>
                </a:cubicBezTo>
                <a:cubicBezTo>
                  <a:pt x="5168484" y="4774720"/>
                  <a:pt x="5123430" y="4780202"/>
                  <a:pt x="5077862" y="4791166"/>
                </a:cubicBezTo>
                <a:cubicBezTo>
                  <a:pt x="5032295" y="4802130"/>
                  <a:pt x="4986214" y="4818575"/>
                  <a:pt x="4939617" y="4840502"/>
                </a:cubicBezTo>
                <a:lnTo>
                  <a:pt x="4975592" y="4614377"/>
                </a:lnTo>
                <a:lnTo>
                  <a:pt x="5648830" y="4614377"/>
                </a:lnTo>
                <a:lnTo>
                  <a:pt x="5648830" y="4280327"/>
                </a:lnTo>
                <a:close/>
                <a:moveTo>
                  <a:pt x="6707760" y="4254631"/>
                </a:moveTo>
                <a:cubicBezTo>
                  <a:pt x="6535083" y="4254631"/>
                  <a:pt x="6397694" y="4278957"/>
                  <a:pt x="6295595" y="4327608"/>
                </a:cubicBezTo>
                <a:cubicBezTo>
                  <a:pt x="6164716" y="4390649"/>
                  <a:pt x="6065358" y="4482984"/>
                  <a:pt x="5997520" y="4604612"/>
                </a:cubicBezTo>
                <a:cubicBezTo>
                  <a:pt x="5929682" y="4726241"/>
                  <a:pt x="5895763" y="4869282"/>
                  <a:pt x="5895763" y="5033737"/>
                </a:cubicBezTo>
                <a:cubicBezTo>
                  <a:pt x="5895763" y="5189970"/>
                  <a:pt x="5926770" y="5328386"/>
                  <a:pt x="5988784" y="5448986"/>
                </a:cubicBezTo>
                <a:cubicBezTo>
                  <a:pt x="6050798" y="5569587"/>
                  <a:pt x="6138164" y="5660380"/>
                  <a:pt x="6250884" y="5721365"/>
                </a:cubicBezTo>
                <a:cubicBezTo>
                  <a:pt x="6363604" y="5782351"/>
                  <a:pt x="6509386" y="5812843"/>
                  <a:pt x="6688231" y="5812843"/>
                </a:cubicBezTo>
                <a:cubicBezTo>
                  <a:pt x="6833500" y="5812843"/>
                  <a:pt x="6959068" y="5795884"/>
                  <a:pt x="7064936" y="5761965"/>
                </a:cubicBezTo>
                <a:cubicBezTo>
                  <a:pt x="7170804" y="5728046"/>
                  <a:pt x="7292604" y="5664149"/>
                  <a:pt x="7430335" y="5570272"/>
                </a:cubicBezTo>
                <a:lnTo>
                  <a:pt x="7430335" y="4927869"/>
                </a:lnTo>
                <a:lnTo>
                  <a:pt x="6710844" y="4927869"/>
                </a:lnTo>
                <a:lnTo>
                  <a:pt x="6710844" y="5241362"/>
                </a:lnTo>
                <a:lnTo>
                  <a:pt x="7022281" y="5241362"/>
                </a:lnTo>
                <a:lnTo>
                  <a:pt x="7022281" y="5383204"/>
                </a:lnTo>
                <a:cubicBezTo>
                  <a:pt x="6961296" y="5419521"/>
                  <a:pt x="6907162" y="5445218"/>
                  <a:pt x="6859881" y="5460293"/>
                </a:cubicBezTo>
                <a:cubicBezTo>
                  <a:pt x="6812601" y="5475368"/>
                  <a:pt x="6762922" y="5482905"/>
                  <a:pt x="6710844" y="5482905"/>
                </a:cubicBezTo>
                <a:cubicBezTo>
                  <a:pt x="6601208" y="5482905"/>
                  <a:pt x="6515725" y="5447959"/>
                  <a:pt x="6454397" y="5378065"/>
                </a:cubicBezTo>
                <a:cubicBezTo>
                  <a:pt x="6393069" y="5308172"/>
                  <a:pt x="6362405" y="5191683"/>
                  <a:pt x="6362405" y="5028598"/>
                </a:cubicBezTo>
                <a:cubicBezTo>
                  <a:pt x="6362405" y="4875107"/>
                  <a:pt x="6392726" y="4762900"/>
                  <a:pt x="6453369" y="4691979"/>
                </a:cubicBezTo>
                <a:cubicBezTo>
                  <a:pt x="6514012" y="4621058"/>
                  <a:pt x="6595383" y="4585597"/>
                  <a:pt x="6697482" y="4585597"/>
                </a:cubicBezTo>
                <a:cubicBezTo>
                  <a:pt x="6766005" y="4585597"/>
                  <a:pt x="6822365" y="4600672"/>
                  <a:pt x="6866562" y="4630822"/>
                </a:cubicBezTo>
                <a:cubicBezTo>
                  <a:pt x="6910760" y="4660972"/>
                  <a:pt x="6942109" y="4704485"/>
                  <a:pt x="6960610" y="4761358"/>
                </a:cubicBezTo>
                <a:lnTo>
                  <a:pt x="7409778" y="4681187"/>
                </a:lnTo>
                <a:cubicBezTo>
                  <a:pt x="7382369" y="4583884"/>
                  <a:pt x="7341426" y="4503541"/>
                  <a:pt x="7286951" y="4440157"/>
                </a:cubicBezTo>
                <a:cubicBezTo>
                  <a:pt x="7232475" y="4376774"/>
                  <a:pt x="7163952" y="4330007"/>
                  <a:pt x="7081382" y="4299856"/>
                </a:cubicBezTo>
                <a:cubicBezTo>
                  <a:pt x="6998812" y="4269706"/>
                  <a:pt x="6874271" y="4254631"/>
                  <a:pt x="6707760" y="4254631"/>
                </a:cubicBezTo>
                <a:close/>
                <a:moveTo>
                  <a:pt x="9628446" y="2425055"/>
                </a:moveTo>
                <a:cubicBezTo>
                  <a:pt x="9686006" y="2425055"/>
                  <a:pt x="9734314" y="2448181"/>
                  <a:pt x="9773372" y="2494434"/>
                </a:cubicBezTo>
                <a:cubicBezTo>
                  <a:pt x="9812431" y="2540687"/>
                  <a:pt x="9831960" y="2611095"/>
                  <a:pt x="9831960" y="2705656"/>
                </a:cubicBezTo>
                <a:cubicBezTo>
                  <a:pt x="9831960" y="2807070"/>
                  <a:pt x="9812603" y="2880732"/>
                  <a:pt x="9773886" y="2926643"/>
                </a:cubicBezTo>
                <a:cubicBezTo>
                  <a:pt x="9735172" y="2972553"/>
                  <a:pt x="9685664" y="2995508"/>
                  <a:pt x="9625363" y="2995508"/>
                </a:cubicBezTo>
                <a:cubicBezTo>
                  <a:pt x="9565748" y="2995508"/>
                  <a:pt x="9516241" y="2972210"/>
                  <a:pt x="9476839" y="2925615"/>
                </a:cubicBezTo>
                <a:cubicBezTo>
                  <a:pt x="9437439" y="2879019"/>
                  <a:pt x="9417738" y="2807070"/>
                  <a:pt x="9417738" y="2709768"/>
                </a:cubicBezTo>
                <a:cubicBezTo>
                  <a:pt x="9417738" y="2613836"/>
                  <a:pt x="9437611" y="2542400"/>
                  <a:pt x="9477353" y="2495462"/>
                </a:cubicBezTo>
                <a:cubicBezTo>
                  <a:pt x="9517097" y="2448524"/>
                  <a:pt x="9567461" y="2425055"/>
                  <a:pt x="9628446" y="2425055"/>
                </a:cubicBezTo>
                <a:close/>
                <a:moveTo>
                  <a:pt x="7507456" y="2384969"/>
                </a:moveTo>
                <a:cubicBezTo>
                  <a:pt x="7565015" y="2384969"/>
                  <a:pt x="7611440" y="2402442"/>
                  <a:pt x="7646729" y="2437389"/>
                </a:cubicBezTo>
                <a:cubicBezTo>
                  <a:pt x="7682018" y="2472336"/>
                  <a:pt x="7703774" y="2530237"/>
                  <a:pt x="7711997" y="2611095"/>
                </a:cubicBezTo>
                <a:lnTo>
                  <a:pt x="7299831" y="2611095"/>
                </a:lnTo>
                <a:cubicBezTo>
                  <a:pt x="7306684" y="2545998"/>
                  <a:pt x="7322786" y="2497004"/>
                  <a:pt x="7348140" y="2464113"/>
                </a:cubicBezTo>
                <a:cubicBezTo>
                  <a:pt x="7387883" y="2411350"/>
                  <a:pt x="7440988" y="2384969"/>
                  <a:pt x="7507456" y="2384969"/>
                </a:cubicBezTo>
                <a:close/>
                <a:moveTo>
                  <a:pt x="4549860" y="2161927"/>
                </a:moveTo>
                <a:lnTo>
                  <a:pt x="4549860" y="2856749"/>
                </a:lnTo>
                <a:cubicBezTo>
                  <a:pt x="4549860" y="2999962"/>
                  <a:pt x="4582579" y="3106002"/>
                  <a:pt x="4648019" y="3174867"/>
                </a:cubicBezTo>
                <a:cubicBezTo>
                  <a:pt x="4713459" y="3243733"/>
                  <a:pt x="4803737" y="3278165"/>
                  <a:pt x="4918856" y="3278165"/>
                </a:cubicBezTo>
                <a:cubicBezTo>
                  <a:pt x="5005195" y="3278165"/>
                  <a:pt x="5078000" y="3262748"/>
                  <a:pt x="5137273" y="3231912"/>
                </a:cubicBezTo>
                <a:cubicBezTo>
                  <a:pt x="5196546" y="3201077"/>
                  <a:pt x="5255303" y="3149342"/>
                  <a:pt x="5313548" y="3076708"/>
                </a:cubicBezTo>
                <a:lnTo>
                  <a:pt x="5313548" y="3253497"/>
                </a:lnTo>
                <a:lnTo>
                  <a:pt x="5704129" y="3253497"/>
                </a:lnTo>
                <a:lnTo>
                  <a:pt x="5704129" y="2161927"/>
                </a:lnTo>
                <a:lnTo>
                  <a:pt x="5285796" y="2161927"/>
                </a:lnTo>
                <a:lnTo>
                  <a:pt x="5285796" y="2687155"/>
                </a:lnTo>
                <a:cubicBezTo>
                  <a:pt x="5285796" y="2786513"/>
                  <a:pt x="5269864" y="2855379"/>
                  <a:pt x="5238001" y="2893752"/>
                </a:cubicBezTo>
                <a:cubicBezTo>
                  <a:pt x="5206139" y="2932125"/>
                  <a:pt x="5165196" y="2951311"/>
                  <a:pt x="5115174" y="2951311"/>
                </a:cubicBezTo>
                <a:cubicBezTo>
                  <a:pt x="5069264" y="2951311"/>
                  <a:pt x="5033632" y="2936921"/>
                  <a:pt x="5008278" y="2908142"/>
                </a:cubicBezTo>
                <a:cubicBezTo>
                  <a:pt x="4982924" y="2879362"/>
                  <a:pt x="4970248" y="2830711"/>
                  <a:pt x="4970248" y="2762188"/>
                </a:cubicBezTo>
                <a:lnTo>
                  <a:pt x="4970248" y="2161927"/>
                </a:lnTo>
                <a:close/>
                <a:moveTo>
                  <a:pt x="2216235" y="2161927"/>
                </a:moveTo>
                <a:lnTo>
                  <a:pt x="2216235" y="2856749"/>
                </a:lnTo>
                <a:cubicBezTo>
                  <a:pt x="2216235" y="2999962"/>
                  <a:pt x="2248955" y="3106002"/>
                  <a:pt x="2314394" y="3174867"/>
                </a:cubicBezTo>
                <a:cubicBezTo>
                  <a:pt x="2379834" y="3243733"/>
                  <a:pt x="2470113" y="3278165"/>
                  <a:pt x="2585231" y="3278165"/>
                </a:cubicBezTo>
                <a:cubicBezTo>
                  <a:pt x="2671570" y="3278165"/>
                  <a:pt x="2744376" y="3262748"/>
                  <a:pt x="2803648" y="3231912"/>
                </a:cubicBezTo>
                <a:cubicBezTo>
                  <a:pt x="2862921" y="3201077"/>
                  <a:pt x="2921679" y="3149342"/>
                  <a:pt x="2979923" y="3076708"/>
                </a:cubicBezTo>
                <a:lnTo>
                  <a:pt x="2979923" y="3253497"/>
                </a:lnTo>
                <a:lnTo>
                  <a:pt x="3370504" y="3253497"/>
                </a:lnTo>
                <a:lnTo>
                  <a:pt x="3370504" y="2161927"/>
                </a:lnTo>
                <a:lnTo>
                  <a:pt x="2952171" y="2161927"/>
                </a:lnTo>
                <a:lnTo>
                  <a:pt x="2952171" y="2687155"/>
                </a:lnTo>
                <a:cubicBezTo>
                  <a:pt x="2952171" y="2786513"/>
                  <a:pt x="2936240" y="2855379"/>
                  <a:pt x="2904377" y="2893752"/>
                </a:cubicBezTo>
                <a:cubicBezTo>
                  <a:pt x="2872514" y="2932125"/>
                  <a:pt x="2831571" y="2951311"/>
                  <a:pt x="2781550" y="2951311"/>
                </a:cubicBezTo>
                <a:cubicBezTo>
                  <a:pt x="2735639" y="2951311"/>
                  <a:pt x="2700007" y="2936921"/>
                  <a:pt x="2674654" y="2908142"/>
                </a:cubicBezTo>
                <a:cubicBezTo>
                  <a:pt x="2649300" y="2879362"/>
                  <a:pt x="2636624" y="2830711"/>
                  <a:pt x="2636624" y="2762188"/>
                </a:cubicBezTo>
                <a:lnTo>
                  <a:pt x="2636624" y="2161927"/>
                </a:lnTo>
                <a:close/>
                <a:moveTo>
                  <a:pt x="9622279" y="2137259"/>
                </a:moveTo>
                <a:cubicBezTo>
                  <a:pt x="9431100" y="2137259"/>
                  <a:pt x="9279323" y="2191220"/>
                  <a:pt x="9166944" y="2299144"/>
                </a:cubicBezTo>
                <a:cubicBezTo>
                  <a:pt x="9054567" y="2407068"/>
                  <a:pt x="8998378" y="2544285"/>
                  <a:pt x="8998378" y="2710796"/>
                </a:cubicBezTo>
                <a:cubicBezTo>
                  <a:pt x="8998378" y="2889640"/>
                  <a:pt x="9064845" y="3034224"/>
                  <a:pt x="9197780" y="3144546"/>
                </a:cubicBezTo>
                <a:cubicBezTo>
                  <a:pt x="9306047" y="3233626"/>
                  <a:pt x="9447889" y="3278165"/>
                  <a:pt x="9623307" y="3278165"/>
                </a:cubicBezTo>
                <a:cubicBezTo>
                  <a:pt x="9819970" y="3278165"/>
                  <a:pt x="9973974" y="3224546"/>
                  <a:pt x="10085323" y="3117308"/>
                </a:cubicBezTo>
                <a:cubicBezTo>
                  <a:pt x="10196675" y="3010069"/>
                  <a:pt x="10252348" y="2872510"/>
                  <a:pt x="10252348" y="2704629"/>
                </a:cubicBezTo>
                <a:cubicBezTo>
                  <a:pt x="10252348" y="2555249"/>
                  <a:pt x="10207467" y="2429509"/>
                  <a:pt x="10117700" y="2327410"/>
                </a:cubicBezTo>
                <a:cubicBezTo>
                  <a:pt x="10006009" y="2200642"/>
                  <a:pt x="9840868" y="2137259"/>
                  <a:pt x="9622279" y="2137259"/>
                </a:cubicBezTo>
                <a:close/>
                <a:moveTo>
                  <a:pt x="7489982" y="2137259"/>
                </a:moveTo>
                <a:cubicBezTo>
                  <a:pt x="7297433" y="2137259"/>
                  <a:pt x="7146511" y="2190021"/>
                  <a:pt x="7037217" y="2295547"/>
                </a:cubicBezTo>
                <a:cubicBezTo>
                  <a:pt x="6927923" y="2401072"/>
                  <a:pt x="6873276" y="2539145"/>
                  <a:pt x="6873276" y="2709768"/>
                </a:cubicBezTo>
                <a:cubicBezTo>
                  <a:pt x="6873276" y="2829683"/>
                  <a:pt x="6900514" y="2934009"/>
                  <a:pt x="6954989" y="3022746"/>
                </a:cubicBezTo>
                <a:cubicBezTo>
                  <a:pt x="7009465" y="3111483"/>
                  <a:pt x="7078159" y="3176238"/>
                  <a:pt x="7161072" y="3217009"/>
                </a:cubicBezTo>
                <a:cubicBezTo>
                  <a:pt x="7243985" y="3257780"/>
                  <a:pt x="7357733" y="3278165"/>
                  <a:pt x="7502317" y="3278165"/>
                </a:cubicBezTo>
                <a:cubicBezTo>
                  <a:pt x="7668827" y="3278165"/>
                  <a:pt x="7796622" y="3254354"/>
                  <a:pt x="7885702" y="3206730"/>
                </a:cubicBezTo>
                <a:cubicBezTo>
                  <a:pt x="7974782" y="3159107"/>
                  <a:pt x="8050843" y="3080477"/>
                  <a:pt x="8113884" y="2970840"/>
                </a:cubicBezTo>
                <a:lnTo>
                  <a:pt x="7701718" y="2932810"/>
                </a:lnTo>
                <a:cubicBezTo>
                  <a:pt x="7675680" y="2965701"/>
                  <a:pt x="7651354" y="2988656"/>
                  <a:pt x="7628741" y="3001676"/>
                </a:cubicBezTo>
                <a:cubicBezTo>
                  <a:pt x="7591739" y="3022232"/>
                  <a:pt x="7552681" y="3032511"/>
                  <a:pt x="7511567" y="3032511"/>
                </a:cubicBezTo>
                <a:cubicBezTo>
                  <a:pt x="7446471" y="3032511"/>
                  <a:pt x="7393707" y="3008870"/>
                  <a:pt x="7353279" y="2961589"/>
                </a:cubicBezTo>
                <a:cubicBezTo>
                  <a:pt x="7324499" y="2928698"/>
                  <a:pt x="7306341" y="2878677"/>
                  <a:pt x="7298803" y="2811524"/>
                </a:cubicBezTo>
                <a:lnTo>
                  <a:pt x="8137524" y="2811524"/>
                </a:lnTo>
                <a:lnTo>
                  <a:pt x="8137524" y="2764243"/>
                </a:lnTo>
                <a:cubicBezTo>
                  <a:pt x="8137524" y="2620345"/>
                  <a:pt x="8113884" y="2503514"/>
                  <a:pt x="8066603" y="2413749"/>
                </a:cubicBezTo>
                <a:cubicBezTo>
                  <a:pt x="8019322" y="2323984"/>
                  <a:pt x="7950457" y="2255460"/>
                  <a:pt x="7860006" y="2208180"/>
                </a:cubicBezTo>
                <a:cubicBezTo>
                  <a:pt x="7769556" y="2160899"/>
                  <a:pt x="7646215" y="2137259"/>
                  <a:pt x="7489982" y="2137259"/>
                </a:cubicBezTo>
                <a:close/>
                <a:moveTo>
                  <a:pt x="6615050" y="2137259"/>
                </a:moveTo>
                <a:cubicBezTo>
                  <a:pt x="6556120" y="2137259"/>
                  <a:pt x="6506612" y="2151819"/>
                  <a:pt x="6466526" y="2180942"/>
                </a:cubicBezTo>
                <a:cubicBezTo>
                  <a:pt x="6426440" y="2210064"/>
                  <a:pt x="6387553" y="2263341"/>
                  <a:pt x="6349866" y="2340772"/>
                </a:cubicBezTo>
                <a:lnTo>
                  <a:pt x="6349866" y="2161927"/>
                </a:lnTo>
                <a:lnTo>
                  <a:pt x="5958257" y="2161927"/>
                </a:lnTo>
                <a:lnTo>
                  <a:pt x="5958257" y="3253497"/>
                </a:lnTo>
                <a:lnTo>
                  <a:pt x="6378646" y="3253497"/>
                </a:lnTo>
                <a:lnTo>
                  <a:pt x="6378646" y="2887585"/>
                </a:lnTo>
                <a:cubicBezTo>
                  <a:pt x="6378646" y="2712851"/>
                  <a:pt x="6400230" y="2593621"/>
                  <a:pt x="6443400" y="2529895"/>
                </a:cubicBezTo>
                <a:cubicBezTo>
                  <a:pt x="6473550" y="2484670"/>
                  <a:pt x="6516034" y="2462057"/>
                  <a:pt x="6570852" y="2462057"/>
                </a:cubicBezTo>
                <a:cubicBezTo>
                  <a:pt x="6599632" y="2462057"/>
                  <a:pt x="6638690" y="2472336"/>
                  <a:pt x="6688027" y="2492893"/>
                </a:cubicBezTo>
                <a:lnTo>
                  <a:pt x="6817535" y="2194818"/>
                </a:lnTo>
                <a:cubicBezTo>
                  <a:pt x="6744215" y="2156445"/>
                  <a:pt x="6676720" y="2137259"/>
                  <a:pt x="6615050" y="2137259"/>
                </a:cubicBezTo>
                <a:close/>
                <a:moveTo>
                  <a:pt x="4125193" y="1746678"/>
                </a:moveTo>
                <a:lnTo>
                  <a:pt x="3705832" y="1961497"/>
                </a:lnTo>
                <a:lnTo>
                  <a:pt x="3705832" y="2161927"/>
                </a:lnTo>
                <a:lnTo>
                  <a:pt x="3551656" y="2161927"/>
                </a:lnTo>
                <a:lnTo>
                  <a:pt x="3551656" y="2468224"/>
                </a:lnTo>
                <a:lnTo>
                  <a:pt x="3705832" y="2468224"/>
                </a:lnTo>
                <a:lnTo>
                  <a:pt x="3705832" y="2852156"/>
                </a:lnTo>
                <a:cubicBezTo>
                  <a:pt x="3705832" y="2973966"/>
                  <a:pt x="3717653" y="3062075"/>
                  <a:pt x="3741293" y="3116481"/>
                </a:cubicBezTo>
                <a:cubicBezTo>
                  <a:pt x="3764933" y="3170887"/>
                  <a:pt x="3801422" y="3211436"/>
                  <a:pt x="3850759" y="3238128"/>
                </a:cubicBezTo>
                <a:cubicBezTo>
                  <a:pt x="3900096" y="3264820"/>
                  <a:pt x="3976841" y="3278165"/>
                  <a:pt x="4080996" y="3278165"/>
                </a:cubicBezTo>
                <a:cubicBezTo>
                  <a:pt x="4170761" y="3278165"/>
                  <a:pt x="4267378" y="3266859"/>
                  <a:pt x="4370848" y="3244247"/>
                </a:cubicBezTo>
                <a:lnTo>
                  <a:pt x="4340012" y="2955470"/>
                </a:lnTo>
                <a:cubicBezTo>
                  <a:pt x="4284509" y="2973254"/>
                  <a:pt x="4241339" y="2982146"/>
                  <a:pt x="4210505" y="2982146"/>
                </a:cubicBezTo>
                <a:cubicBezTo>
                  <a:pt x="4176242" y="2982146"/>
                  <a:pt x="4152260" y="2970519"/>
                  <a:pt x="4138555" y="2947264"/>
                </a:cubicBezTo>
                <a:cubicBezTo>
                  <a:pt x="4129648" y="2932221"/>
                  <a:pt x="4125193" y="2901450"/>
                  <a:pt x="4125193" y="2854951"/>
                </a:cubicBezTo>
                <a:lnTo>
                  <a:pt x="4125193" y="2468224"/>
                </a:lnTo>
                <a:lnTo>
                  <a:pt x="4355430" y="2468224"/>
                </a:lnTo>
                <a:lnTo>
                  <a:pt x="4355430" y="2161927"/>
                </a:lnTo>
                <a:lnTo>
                  <a:pt x="4125193" y="2161927"/>
                </a:lnTo>
                <a:close/>
                <a:moveTo>
                  <a:pt x="849979" y="1746678"/>
                </a:moveTo>
                <a:lnTo>
                  <a:pt x="849979" y="3253497"/>
                </a:lnTo>
                <a:lnTo>
                  <a:pt x="1317648" y="3253497"/>
                </a:lnTo>
                <a:lnTo>
                  <a:pt x="1317648" y="2637819"/>
                </a:lnTo>
                <a:lnTo>
                  <a:pt x="1901464" y="2637819"/>
                </a:lnTo>
                <a:lnTo>
                  <a:pt x="1901464" y="2333577"/>
                </a:lnTo>
                <a:lnTo>
                  <a:pt x="1317648" y="2333577"/>
                </a:lnTo>
                <a:lnTo>
                  <a:pt x="1317648" y="2070449"/>
                </a:lnTo>
                <a:lnTo>
                  <a:pt x="2001164" y="2070449"/>
                </a:lnTo>
                <a:lnTo>
                  <a:pt x="2001164" y="1746678"/>
                </a:lnTo>
                <a:close/>
                <a:moveTo>
                  <a:pt x="10884724" y="1720981"/>
                </a:moveTo>
                <a:cubicBezTo>
                  <a:pt x="10792903" y="1720981"/>
                  <a:pt x="10723182" y="1731431"/>
                  <a:pt x="10675558" y="1752331"/>
                </a:cubicBezTo>
                <a:cubicBezTo>
                  <a:pt x="10627934" y="1773230"/>
                  <a:pt x="10590932" y="1800640"/>
                  <a:pt x="10564551" y="1834558"/>
                </a:cubicBezTo>
                <a:cubicBezTo>
                  <a:pt x="10538170" y="1868477"/>
                  <a:pt x="10520183" y="1912161"/>
                  <a:pt x="10510589" y="1965608"/>
                </a:cubicBezTo>
                <a:cubicBezTo>
                  <a:pt x="10500995" y="2019056"/>
                  <a:pt x="10496199" y="2068050"/>
                  <a:pt x="10496199" y="2112590"/>
                </a:cubicBezTo>
                <a:lnTo>
                  <a:pt x="10496199" y="2161927"/>
                </a:lnTo>
                <a:lnTo>
                  <a:pt x="10339967" y="2161927"/>
                </a:lnTo>
                <a:lnTo>
                  <a:pt x="10339967" y="2468224"/>
                </a:lnTo>
                <a:lnTo>
                  <a:pt x="10496199" y="2468224"/>
                </a:lnTo>
                <a:lnTo>
                  <a:pt x="10496199" y="3253497"/>
                </a:lnTo>
                <a:lnTo>
                  <a:pt x="10915560" y="3253497"/>
                </a:lnTo>
                <a:lnTo>
                  <a:pt x="10915560" y="2468224"/>
                </a:lnTo>
                <a:lnTo>
                  <a:pt x="11114961" y="2468224"/>
                </a:lnTo>
                <a:lnTo>
                  <a:pt x="11114961" y="2161927"/>
                </a:lnTo>
                <a:lnTo>
                  <a:pt x="10915560" y="2161927"/>
                </a:lnTo>
                <a:cubicBezTo>
                  <a:pt x="10915560" y="2113275"/>
                  <a:pt x="10917272" y="2081412"/>
                  <a:pt x="10920699" y="2066337"/>
                </a:cubicBezTo>
                <a:cubicBezTo>
                  <a:pt x="10927551" y="2038928"/>
                  <a:pt x="10939200" y="2018885"/>
                  <a:pt x="10955646" y="2006208"/>
                </a:cubicBezTo>
                <a:cubicBezTo>
                  <a:pt x="10972091" y="1993531"/>
                  <a:pt x="10999158" y="1987193"/>
                  <a:pt x="11036845" y="1987193"/>
                </a:cubicBezTo>
                <a:cubicBezTo>
                  <a:pt x="11067681" y="1987193"/>
                  <a:pt x="11108110" y="1991304"/>
                  <a:pt x="11158131" y="1999527"/>
                </a:cubicBezTo>
                <a:lnTo>
                  <a:pt x="11204384" y="1746678"/>
                </a:lnTo>
                <a:cubicBezTo>
                  <a:pt x="11064597" y="1729547"/>
                  <a:pt x="10958044" y="1720981"/>
                  <a:pt x="10884724" y="172098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42500"/>
                </a:lnTo>
                <a:lnTo>
                  <a:pt x="0" y="68425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7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F0F650-87A4-4A13-915D-25C7400D5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0" r="26747"/>
          <a:stretch/>
        </p:blipFill>
        <p:spPr>
          <a:xfrm rot="20292895">
            <a:off x="-6247264" y="4547964"/>
            <a:ext cx="6395663" cy="811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D7E940-3DA4-4EAF-9563-DA44F89C3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5523">
            <a:off x="13485127" y="436113"/>
            <a:ext cx="11430000" cy="6429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479E0B-1F9F-46FC-99FD-0B354F0E3A88}"/>
              </a:ext>
            </a:extLst>
          </p:cNvPr>
          <p:cNvSpPr/>
          <p:nvPr/>
        </p:nvSpPr>
        <p:spPr>
          <a:xfrm rot="526405">
            <a:off x="-4429119" y="-1858537"/>
            <a:ext cx="4338158" cy="1525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000BF-86EA-4FAA-B6E9-07AB2792EBF0}"/>
              </a:ext>
            </a:extLst>
          </p:cNvPr>
          <p:cNvSpPr txBox="1"/>
          <p:nvPr/>
        </p:nvSpPr>
        <p:spPr>
          <a:xfrm>
            <a:off x="-3969900" y="-1202555"/>
            <a:ext cx="3848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perform far more better than 4G Technology.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6DB30-AE24-49AC-9F76-24219AF8C27E}"/>
              </a:ext>
            </a:extLst>
          </p:cNvPr>
          <p:cNvSpPr/>
          <p:nvPr/>
        </p:nvSpPr>
        <p:spPr>
          <a:xfrm rot="526405">
            <a:off x="11909748" y="7677590"/>
            <a:ext cx="6579103" cy="2299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EDD6E-7155-4ED3-9CF6-16614BE586B4}"/>
              </a:ext>
            </a:extLst>
          </p:cNvPr>
          <p:cNvSpPr txBox="1"/>
          <p:nvPr/>
        </p:nvSpPr>
        <p:spPr>
          <a:xfrm rot="471335">
            <a:off x="12102046" y="7820161"/>
            <a:ext cx="5552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be 90% more efficient per bit than 4G in the near future.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FE2E38-D99D-4236-A5A7-44F06D9D7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1FB179-4681-4439-BDDC-ED6F866D415E}"/>
              </a:ext>
            </a:extLst>
          </p:cNvPr>
          <p:cNvSpPr txBox="1"/>
          <p:nvPr/>
        </p:nvSpPr>
        <p:spPr>
          <a:xfrm>
            <a:off x="0" y="-114300"/>
            <a:ext cx="12192000" cy="6972300"/>
          </a:xfrm>
          <a:custGeom>
            <a:avLst/>
            <a:gdLst/>
            <a:ahLst/>
            <a:cxnLst/>
            <a:rect l="l" t="t" r="r" b="b"/>
            <a:pathLst>
              <a:path w="12192000" h="6842500">
                <a:moveTo>
                  <a:pt x="4654905" y="4280327"/>
                </a:moveTo>
                <a:lnTo>
                  <a:pt x="4522313" y="5090269"/>
                </a:lnTo>
                <a:lnTo>
                  <a:pt x="4878974" y="5141661"/>
                </a:lnTo>
                <a:cubicBezTo>
                  <a:pt x="4912551" y="5103973"/>
                  <a:pt x="4943386" y="5077934"/>
                  <a:pt x="4971480" y="5063545"/>
                </a:cubicBezTo>
                <a:cubicBezTo>
                  <a:pt x="5009169" y="5043673"/>
                  <a:pt x="5048226" y="5033737"/>
                  <a:pt x="5088655" y="5033737"/>
                </a:cubicBezTo>
                <a:cubicBezTo>
                  <a:pt x="5152381" y="5033737"/>
                  <a:pt x="5203431" y="5054637"/>
                  <a:pt x="5241803" y="5096436"/>
                </a:cubicBezTo>
                <a:cubicBezTo>
                  <a:pt x="5280177" y="5138235"/>
                  <a:pt x="5299363" y="5204017"/>
                  <a:pt x="5299363" y="5293782"/>
                </a:cubicBezTo>
                <a:cubicBezTo>
                  <a:pt x="5299363" y="5381491"/>
                  <a:pt x="5280348" y="5447445"/>
                  <a:pt x="5242317" y="5491642"/>
                </a:cubicBezTo>
                <a:cubicBezTo>
                  <a:pt x="5204287" y="5535839"/>
                  <a:pt x="5156150" y="5557938"/>
                  <a:pt x="5097905" y="5557938"/>
                </a:cubicBezTo>
                <a:cubicBezTo>
                  <a:pt x="5045828" y="5557938"/>
                  <a:pt x="5000945" y="5540293"/>
                  <a:pt x="4963258" y="5505004"/>
                </a:cubicBezTo>
                <a:cubicBezTo>
                  <a:pt x="4925570" y="5469715"/>
                  <a:pt x="4901587" y="5418151"/>
                  <a:pt x="4891309" y="5350313"/>
                </a:cubicBezTo>
                <a:lnTo>
                  <a:pt x="4467837" y="5396566"/>
                </a:lnTo>
                <a:cubicBezTo>
                  <a:pt x="4488394" y="5467145"/>
                  <a:pt x="4514090" y="5526075"/>
                  <a:pt x="4544925" y="5573356"/>
                </a:cubicBezTo>
                <a:cubicBezTo>
                  <a:pt x="4575761" y="5620636"/>
                  <a:pt x="4616018" y="5662949"/>
                  <a:pt x="4665697" y="5700294"/>
                </a:cubicBezTo>
                <a:cubicBezTo>
                  <a:pt x="4715376" y="5737639"/>
                  <a:pt x="4775676" y="5765734"/>
                  <a:pt x="4846597" y="5784578"/>
                </a:cubicBezTo>
                <a:cubicBezTo>
                  <a:pt x="4917519" y="5803421"/>
                  <a:pt x="5002659" y="5812843"/>
                  <a:pt x="5102017" y="5812843"/>
                </a:cubicBezTo>
                <a:cubicBezTo>
                  <a:pt x="5240433" y="5812843"/>
                  <a:pt x="5354010" y="5789203"/>
                  <a:pt x="5442747" y="5741922"/>
                </a:cubicBezTo>
                <a:cubicBezTo>
                  <a:pt x="5531485" y="5694641"/>
                  <a:pt x="5600007" y="5626118"/>
                  <a:pt x="5648316" y="5536353"/>
                </a:cubicBezTo>
                <a:cubicBezTo>
                  <a:pt x="5696624" y="5446588"/>
                  <a:pt x="5720779" y="5353054"/>
                  <a:pt x="5720779" y="5255752"/>
                </a:cubicBezTo>
                <a:cubicBezTo>
                  <a:pt x="5720779" y="5117335"/>
                  <a:pt x="5673841" y="5002559"/>
                  <a:pt x="5579964" y="4911424"/>
                </a:cubicBezTo>
                <a:cubicBezTo>
                  <a:pt x="5486088" y="4820288"/>
                  <a:pt x="5363774" y="4774720"/>
                  <a:pt x="5213024" y="4774720"/>
                </a:cubicBezTo>
                <a:cubicBezTo>
                  <a:pt x="5168484" y="4774720"/>
                  <a:pt x="5123430" y="4780202"/>
                  <a:pt x="5077862" y="4791166"/>
                </a:cubicBezTo>
                <a:cubicBezTo>
                  <a:pt x="5032295" y="4802130"/>
                  <a:pt x="4986214" y="4818575"/>
                  <a:pt x="4939617" y="4840502"/>
                </a:cubicBezTo>
                <a:lnTo>
                  <a:pt x="4975592" y="4614377"/>
                </a:lnTo>
                <a:lnTo>
                  <a:pt x="5648830" y="4614377"/>
                </a:lnTo>
                <a:lnTo>
                  <a:pt x="5648830" y="4280327"/>
                </a:lnTo>
                <a:close/>
                <a:moveTo>
                  <a:pt x="6707760" y="4254631"/>
                </a:moveTo>
                <a:cubicBezTo>
                  <a:pt x="6535083" y="4254631"/>
                  <a:pt x="6397694" y="4278957"/>
                  <a:pt x="6295595" y="4327608"/>
                </a:cubicBezTo>
                <a:cubicBezTo>
                  <a:pt x="6164716" y="4390649"/>
                  <a:pt x="6065358" y="4482984"/>
                  <a:pt x="5997520" y="4604612"/>
                </a:cubicBezTo>
                <a:cubicBezTo>
                  <a:pt x="5929682" y="4726241"/>
                  <a:pt x="5895763" y="4869282"/>
                  <a:pt x="5895763" y="5033737"/>
                </a:cubicBezTo>
                <a:cubicBezTo>
                  <a:pt x="5895763" y="5189970"/>
                  <a:pt x="5926770" y="5328386"/>
                  <a:pt x="5988784" y="5448986"/>
                </a:cubicBezTo>
                <a:cubicBezTo>
                  <a:pt x="6050798" y="5569587"/>
                  <a:pt x="6138164" y="5660380"/>
                  <a:pt x="6250884" y="5721365"/>
                </a:cubicBezTo>
                <a:cubicBezTo>
                  <a:pt x="6363604" y="5782351"/>
                  <a:pt x="6509386" y="5812843"/>
                  <a:pt x="6688231" y="5812843"/>
                </a:cubicBezTo>
                <a:cubicBezTo>
                  <a:pt x="6833500" y="5812843"/>
                  <a:pt x="6959068" y="5795884"/>
                  <a:pt x="7064936" y="5761965"/>
                </a:cubicBezTo>
                <a:cubicBezTo>
                  <a:pt x="7170804" y="5728046"/>
                  <a:pt x="7292604" y="5664149"/>
                  <a:pt x="7430335" y="5570272"/>
                </a:cubicBezTo>
                <a:lnTo>
                  <a:pt x="7430335" y="4927869"/>
                </a:lnTo>
                <a:lnTo>
                  <a:pt x="6710844" y="4927869"/>
                </a:lnTo>
                <a:lnTo>
                  <a:pt x="6710844" y="5241362"/>
                </a:lnTo>
                <a:lnTo>
                  <a:pt x="7022281" y="5241362"/>
                </a:lnTo>
                <a:lnTo>
                  <a:pt x="7022281" y="5383204"/>
                </a:lnTo>
                <a:cubicBezTo>
                  <a:pt x="6961296" y="5419521"/>
                  <a:pt x="6907162" y="5445218"/>
                  <a:pt x="6859881" y="5460293"/>
                </a:cubicBezTo>
                <a:cubicBezTo>
                  <a:pt x="6812601" y="5475368"/>
                  <a:pt x="6762922" y="5482905"/>
                  <a:pt x="6710844" y="5482905"/>
                </a:cubicBezTo>
                <a:cubicBezTo>
                  <a:pt x="6601208" y="5482905"/>
                  <a:pt x="6515725" y="5447959"/>
                  <a:pt x="6454397" y="5378065"/>
                </a:cubicBezTo>
                <a:cubicBezTo>
                  <a:pt x="6393069" y="5308172"/>
                  <a:pt x="6362405" y="5191683"/>
                  <a:pt x="6362405" y="5028598"/>
                </a:cubicBezTo>
                <a:cubicBezTo>
                  <a:pt x="6362405" y="4875107"/>
                  <a:pt x="6392726" y="4762900"/>
                  <a:pt x="6453369" y="4691979"/>
                </a:cubicBezTo>
                <a:cubicBezTo>
                  <a:pt x="6514012" y="4621058"/>
                  <a:pt x="6595383" y="4585597"/>
                  <a:pt x="6697482" y="4585597"/>
                </a:cubicBezTo>
                <a:cubicBezTo>
                  <a:pt x="6766005" y="4585597"/>
                  <a:pt x="6822365" y="4600672"/>
                  <a:pt x="6866562" y="4630822"/>
                </a:cubicBezTo>
                <a:cubicBezTo>
                  <a:pt x="6910760" y="4660972"/>
                  <a:pt x="6942109" y="4704485"/>
                  <a:pt x="6960610" y="4761358"/>
                </a:cubicBezTo>
                <a:lnTo>
                  <a:pt x="7409778" y="4681187"/>
                </a:lnTo>
                <a:cubicBezTo>
                  <a:pt x="7382369" y="4583884"/>
                  <a:pt x="7341426" y="4503541"/>
                  <a:pt x="7286951" y="4440157"/>
                </a:cubicBezTo>
                <a:cubicBezTo>
                  <a:pt x="7232475" y="4376774"/>
                  <a:pt x="7163952" y="4330007"/>
                  <a:pt x="7081382" y="4299856"/>
                </a:cubicBezTo>
                <a:cubicBezTo>
                  <a:pt x="6998812" y="4269706"/>
                  <a:pt x="6874271" y="4254631"/>
                  <a:pt x="6707760" y="4254631"/>
                </a:cubicBezTo>
                <a:close/>
                <a:moveTo>
                  <a:pt x="9628446" y="2425055"/>
                </a:moveTo>
                <a:cubicBezTo>
                  <a:pt x="9686006" y="2425055"/>
                  <a:pt x="9734314" y="2448181"/>
                  <a:pt x="9773372" y="2494434"/>
                </a:cubicBezTo>
                <a:cubicBezTo>
                  <a:pt x="9812431" y="2540687"/>
                  <a:pt x="9831960" y="2611095"/>
                  <a:pt x="9831960" y="2705656"/>
                </a:cubicBezTo>
                <a:cubicBezTo>
                  <a:pt x="9831960" y="2807070"/>
                  <a:pt x="9812603" y="2880732"/>
                  <a:pt x="9773886" y="2926643"/>
                </a:cubicBezTo>
                <a:cubicBezTo>
                  <a:pt x="9735172" y="2972553"/>
                  <a:pt x="9685664" y="2995508"/>
                  <a:pt x="9625363" y="2995508"/>
                </a:cubicBezTo>
                <a:cubicBezTo>
                  <a:pt x="9565748" y="2995508"/>
                  <a:pt x="9516241" y="2972210"/>
                  <a:pt x="9476839" y="2925615"/>
                </a:cubicBezTo>
                <a:cubicBezTo>
                  <a:pt x="9437439" y="2879019"/>
                  <a:pt x="9417738" y="2807070"/>
                  <a:pt x="9417738" y="2709768"/>
                </a:cubicBezTo>
                <a:cubicBezTo>
                  <a:pt x="9417738" y="2613836"/>
                  <a:pt x="9437611" y="2542400"/>
                  <a:pt x="9477353" y="2495462"/>
                </a:cubicBezTo>
                <a:cubicBezTo>
                  <a:pt x="9517097" y="2448524"/>
                  <a:pt x="9567461" y="2425055"/>
                  <a:pt x="9628446" y="2425055"/>
                </a:cubicBezTo>
                <a:close/>
                <a:moveTo>
                  <a:pt x="7507456" y="2384969"/>
                </a:moveTo>
                <a:cubicBezTo>
                  <a:pt x="7565015" y="2384969"/>
                  <a:pt x="7611440" y="2402442"/>
                  <a:pt x="7646729" y="2437389"/>
                </a:cubicBezTo>
                <a:cubicBezTo>
                  <a:pt x="7682018" y="2472336"/>
                  <a:pt x="7703774" y="2530237"/>
                  <a:pt x="7711997" y="2611095"/>
                </a:cubicBezTo>
                <a:lnTo>
                  <a:pt x="7299831" y="2611095"/>
                </a:lnTo>
                <a:cubicBezTo>
                  <a:pt x="7306684" y="2545998"/>
                  <a:pt x="7322786" y="2497004"/>
                  <a:pt x="7348140" y="2464113"/>
                </a:cubicBezTo>
                <a:cubicBezTo>
                  <a:pt x="7387883" y="2411350"/>
                  <a:pt x="7440988" y="2384969"/>
                  <a:pt x="7507456" y="2384969"/>
                </a:cubicBezTo>
                <a:close/>
                <a:moveTo>
                  <a:pt x="4549860" y="2161927"/>
                </a:moveTo>
                <a:lnTo>
                  <a:pt x="4549860" y="2856749"/>
                </a:lnTo>
                <a:cubicBezTo>
                  <a:pt x="4549860" y="2999962"/>
                  <a:pt x="4582579" y="3106002"/>
                  <a:pt x="4648019" y="3174867"/>
                </a:cubicBezTo>
                <a:cubicBezTo>
                  <a:pt x="4713459" y="3243733"/>
                  <a:pt x="4803737" y="3278165"/>
                  <a:pt x="4918856" y="3278165"/>
                </a:cubicBezTo>
                <a:cubicBezTo>
                  <a:pt x="5005195" y="3278165"/>
                  <a:pt x="5078000" y="3262748"/>
                  <a:pt x="5137273" y="3231912"/>
                </a:cubicBezTo>
                <a:cubicBezTo>
                  <a:pt x="5196546" y="3201077"/>
                  <a:pt x="5255303" y="3149342"/>
                  <a:pt x="5313548" y="3076708"/>
                </a:cubicBezTo>
                <a:lnTo>
                  <a:pt x="5313548" y="3253497"/>
                </a:lnTo>
                <a:lnTo>
                  <a:pt x="5704129" y="3253497"/>
                </a:lnTo>
                <a:lnTo>
                  <a:pt x="5704129" y="2161927"/>
                </a:lnTo>
                <a:lnTo>
                  <a:pt x="5285796" y="2161927"/>
                </a:lnTo>
                <a:lnTo>
                  <a:pt x="5285796" y="2687155"/>
                </a:lnTo>
                <a:cubicBezTo>
                  <a:pt x="5285796" y="2786513"/>
                  <a:pt x="5269864" y="2855379"/>
                  <a:pt x="5238001" y="2893752"/>
                </a:cubicBezTo>
                <a:cubicBezTo>
                  <a:pt x="5206139" y="2932125"/>
                  <a:pt x="5165196" y="2951311"/>
                  <a:pt x="5115174" y="2951311"/>
                </a:cubicBezTo>
                <a:cubicBezTo>
                  <a:pt x="5069264" y="2951311"/>
                  <a:pt x="5033632" y="2936921"/>
                  <a:pt x="5008278" y="2908142"/>
                </a:cubicBezTo>
                <a:cubicBezTo>
                  <a:pt x="4982924" y="2879362"/>
                  <a:pt x="4970248" y="2830711"/>
                  <a:pt x="4970248" y="2762188"/>
                </a:cubicBezTo>
                <a:lnTo>
                  <a:pt x="4970248" y="2161927"/>
                </a:lnTo>
                <a:close/>
                <a:moveTo>
                  <a:pt x="2216235" y="2161927"/>
                </a:moveTo>
                <a:lnTo>
                  <a:pt x="2216235" y="2856749"/>
                </a:lnTo>
                <a:cubicBezTo>
                  <a:pt x="2216235" y="2999962"/>
                  <a:pt x="2248955" y="3106002"/>
                  <a:pt x="2314394" y="3174867"/>
                </a:cubicBezTo>
                <a:cubicBezTo>
                  <a:pt x="2379834" y="3243733"/>
                  <a:pt x="2470113" y="3278165"/>
                  <a:pt x="2585231" y="3278165"/>
                </a:cubicBezTo>
                <a:cubicBezTo>
                  <a:pt x="2671570" y="3278165"/>
                  <a:pt x="2744376" y="3262748"/>
                  <a:pt x="2803648" y="3231912"/>
                </a:cubicBezTo>
                <a:cubicBezTo>
                  <a:pt x="2862921" y="3201077"/>
                  <a:pt x="2921679" y="3149342"/>
                  <a:pt x="2979923" y="3076708"/>
                </a:cubicBezTo>
                <a:lnTo>
                  <a:pt x="2979923" y="3253497"/>
                </a:lnTo>
                <a:lnTo>
                  <a:pt x="3370504" y="3253497"/>
                </a:lnTo>
                <a:lnTo>
                  <a:pt x="3370504" y="2161927"/>
                </a:lnTo>
                <a:lnTo>
                  <a:pt x="2952171" y="2161927"/>
                </a:lnTo>
                <a:lnTo>
                  <a:pt x="2952171" y="2687155"/>
                </a:lnTo>
                <a:cubicBezTo>
                  <a:pt x="2952171" y="2786513"/>
                  <a:pt x="2936240" y="2855379"/>
                  <a:pt x="2904377" y="2893752"/>
                </a:cubicBezTo>
                <a:cubicBezTo>
                  <a:pt x="2872514" y="2932125"/>
                  <a:pt x="2831571" y="2951311"/>
                  <a:pt x="2781550" y="2951311"/>
                </a:cubicBezTo>
                <a:cubicBezTo>
                  <a:pt x="2735639" y="2951311"/>
                  <a:pt x="2700007" y="2936921"/>
                  <a:pt x="2674654" y="2908142"/>
                </a:cubicBezTo>
                <a:cubicBezTo>
                  <a:pt x="2649300" y="2879362"/>
                  <a:pt x="2636624" y="2830711"/>
                  <a:pt x="2636624" y="2762188"/>
                </a:cubicBezTo>
                <a:lnTo>
                  <a:pt x="2636624" y="2161927"/>
                </a:lnTo>
                <a:close/>
                <a:moveTo>
                  <a:pt x="9622279" y="2137259"/>
                </a:moveTo>
                <a:cubicBezTo>
                  <a:pt x="9431100" y="2137259"/>
                  <a:pt x="9279323" y="2191220"/>
                  <a:pt x="9166944" y="2299144"/>
                </a:cubicBezTo>
                <a:cubicBezTo>
                  <a:pt x="9054567" y="2407068"/>
                  <a:pt x="8998378" y="2544285"/>
                  <a:pt x="8998378" y="2710796"/>
                </a:cubicBezTo>
                <a:cubicBezTo>
                  <a:pt x="8998378" y="2889640"/>
                  <a:pt x="9064845" y="3034224"/>
                  <a:pt x="9197780" y="3144546"/>
                </a:cubicBezTo>
                <a:cubicBezTo>
                  <a:pt x="9306047" y="3233626"/>
                  <a:pt x="9447889" y="3278165"/>
                  <a:pt x="9623307" y="3278165"/>
                </a:cubicBezTo>
                <a:cubicBezTo>
                  <a:pt x="9819970" y="3278165"/>
                  <a:pt x="9973974" y="3224546"/>
                  <a:pt x="10085323" y="3117308"/>
                </a:cubicBezTo>
                <a:cubicBezTo>
                  <a:pt x="10196675" y="3010069"/>
                  <a:pt x="10252348" y="2872510"/>
                  <a:pt x="10252348" y="2704629"/>
                </a:cubicBezTo>
                <a:cubicBezTo>
                  <a:pt x="10252348" y="2555249"/>
                  <a:pt x="10207467" y="2429509"/>
                  <a:pt x="10117700" y="2327410"/>
                </a:cubicBezTo>
                <a:cubicBezTo>
                  <a:pt x="10006009" y="2200642"/>
                  <a:pt x="9840868" y="2137259"/>
                  <a:pt x="9622279" y="2137259"/>
                </a:cubicBezTo>
                <a:close/>
                <a:moveTo>
                  <a:pt x="7489982" y="2137259"/>
                </a:moveTo>
                <a:cubicBezTo>
                  <a:pt x="7297433" y="2137259"/>
                  <a:pt x="7146511" y="2190021"/>
                  <a:pt x="7037217" y="2295547"/>
                </a:cubicBezTo>
                <a:cubicBezTo>
                  <a:pt x="6927923" y="2401072"/>
                  <a:pt x="6873276" y="2539145"/>
                  <a:pt x="6873276" y="2709768"/>
                </a:cubicBezTo>
                <a:cubicBezTo>
                  <a:pt x="6873276" y="2829683"/>
                  <a:pt x="6900514" y="2934009"/>
                  <a:pt x="6954989" y="3022746"/>
                </a:cubicBezTo>
                <a:cubicBezTo>
                  <a:pt x="7009465" y="3111483"/>
                  <a:pt x="7078159" y="3176238"/>
                  <a:pt x="7161072" y="3217009"/>
                </a:cubicBezTo>
                <a:cubicBezTo>
                  <a:pt x="7243985" y="3257780"/>
                  <a:pt x="7357733" y="3278165"/>
                  <a:pt x="7502317" y="3278165"/>
                </a:cubicBezTo>
                <a:cubicBezTo>
                  <a:pt x="7668827" y="3278165"/>
                  <a:pt x="7796622" y="3254354"/>
                  <a:pt x="7885702" y="3206730"/>
                </a:cubicBezTo>
                <a:cubicBezTo>
                  <a:pt x="7974782" y="3159107"/>
                  <a:pt x="8050843" y="3080477"/>
                  <a:pt x="8113884" y="2970840"/>
                </a:cubicBezTo>
                <a:lnTo>
                  <a:pt x="7701718" y="2932810"/>
                </a:lnTo>
                <a:cubicBezTo>
                  <a:pt x="7675680" y="2965701"/>
                  <a:pt x="7651354" y="2988656"/>
                  <a:pt x="7628741" y="3001676"/>
                </a:cubicBezTo>
                <a:cubicBezTo>
                  <a:pt x="7591739" y="3022232"/>
                  <a:pt x="7552681" y="3032511"/>
                  <a:pt x="7511567" y="3032511"/>
                </a:cubicBezTo>
                <a:cubicBezTo>
                  <a:pt x="7446471" y="3032511"/>
                  <a:pt x="7393707" y="3008870"/>
                  <a:pt x="7353279" y="2961589"/>
                </a:cubicBezTo>
                <a:cubicBezTo>
                  <a:pt x="7324499" y="2928698"/>
                  <a:pt x="7306341" y="2878677"/>
                  <a:pt x="7298803" y="2811524"/>
                </a:cubicBezTo>
                <a:lnTo>
                  <a:pt x="8137524" y="2811524"/>
                </a:lnTo>
                <a:lnTo>
                  <a:pt x="8137524" y="2764243"/>
                </a:lnTo>
                <a:cubicBezTo>
                  <a:pt x="8137524" y="2620345"/>
                  <a:pt x="8113884" y="2503514"/>
                  <a:pt x="8066603" y="2413749"/>
                </a:cubicBezTo>
                <a:cubicBezTo>
                  <a:pt x="8019322" y="2323984"/>
                  <a:pt x="7950457" y="2255460"/>
                  <a:pt x="7860006" y="2208180"/>
                </a:cubicBezTo>
                <a:cubicBezTo>
                  <a:pt x="7769556" y="2160899"/>
                  <a:pt x="7646215" y="2137259"/>
                  <a:pt x="7489982" y="2137259"/>
                </a:cubicBezTo>
                <a:close/>
                <a:moveTo>
                  <a:pt x="6615050" y="2137259"/>
                </a:moveTo>
                <a:cubicBezTo>
                  <a:pt x="6556120" y="2137259"/>
                  <a:pt x="6506612" y="2151819"/>
                  <a:pt x="6466526" y="2180942"/>
                </a:cubicBezTo>
                <a:cubicBezTo>
                  <a:pt x="6426440" y="2210064"/>
                  <a:pt x="6387553" y="2263341"/>
                  <a:pt x="6349866" y="2340772"/>
                </a:cubicBezTo>
                <a:lnTo>
                  <a:pt x="6349866" y="2161927"/>
                </a:lnTo>
                <a:lnTo>
                  <a:pt x="5958257" y="2161927"/>
                </a:lnTo>
                <a:lnTo>
                  <a:pt x="5958257" y="3253497"/>
                </a:lnTo>
                <a:lnTo>
                  <a:pt x="6378646" y="3253497"/>
                </a:lnTo>
                <a:lnTo>
                  <a:pt x="6378646" y="2887585"/>
                </a:lnTo>
                <a:cubicBezTo>
                  <a:pt x="6378646" y="2712851"/>
                  <a:pt x="6400230" y="2593621"/>
                  <a:pt x="6443400" y="2529895"/>
                </a:cubicBezTo>
                <a:cubicBezTo>
                  <a:pt x="6473550" y="2484670"/>
                  <a:pt x="6516034" y="2462057"/>
                  <a:pt x="6570852" y="2462057"/>
                </a:cubicBezTo>
                <a:cubicBezTo>
                  <a:pt x="6599632" y="2462057"/>
                  <a:pt x="6638690" y="2472336"/>
                  <a:pt x="6688027" y="2492893"/>
                </a:cubicBezTo>
                <a:lnTo>
                  <a:pt x="6817535" y="2194818"/>
                </a:lnTo>
                <a:cubicBezTo>
                  <a:pt x="6744215" y="2156445"/>
                  <a:pt x="6676720" y="2137259"/>
                  <a:pt x="6615050" y="2137259"/>
                </a:cubicBezTo>
                <a:close/>
                <a:moveTo>
                  <a:pt x="4125193" y="1746678"/>
                </a:moveTo>
                <a:lnTo>
                  <a:pt x="3705832" y="1961497"/>
                </a:lnTo>
                <a:lnTo>
                  <a:pt x="3705832" y="2161927"/>
                </a:lnTo>
                <a:lnTo>
                  <a:pt x="3551656" y="2161927"/>
                </a:lnTo>
                <a:lnTo>
                  <a:pt x="3551656" y="2468224"/>
                </a:lnTo>
                <a:lnTo>
                  <a:pt x="3705832" y="2468224"/>
                </a:lnTo>
                <a:lnTo>
                  <a:pt x="3705832" y="2852156"/>
                </a:lnTo>
                <a:cubicBezTo>
                  <a:pt x="3705832" y="2973966"/>
                  <a:pt x="3717653" y="3062075"/>
                  <a:pt x="3741293" y="3116481"/>
                </a:cubicBezTo>
                <a:cubicBezTo>
                  <a:pt x="3764933" y="3170887"/>
                  <a:pt x="3801422" y="3211436"/>
                  <a:pt x="3850759" y="3238128"/>
                </a:cubicBezTo>
                <a:cubicBezTo>
                  <a:pt x="3900096" y="3264820"/>
                  <a:pt x="3976841" y="3278165"/>
                  <a:pt x="4080996" y="3278165"/>
                </a:cubicBezTo>
                <a:cubicBezTo>
                  <a:pt x="4170761" y="3278165"/>
                  <a:pt x="4267378" y="3266859"/>
                  <a:pt x="4370848" y="3244247"/>
                </a:cubicBezTo>
                <a:lnTo>
                  <a:pt x="4340012" y="2955470"/>
                </a:lnTo>
                <a:cubicBezTo>
                  <a:pt x="4284509" y="2973254"/>
                  <a:pt x="4241339" y="2982146"/>
                  <a:pt x="4210505" y="2982146"/>
                </a:cubicBezTo>
                <a:cubicBezTo>
                  <a:pt x="4176242" y="2982146"/>
                  <a:pt x="4152260" y="2970519"/>
                  <a:pt x="4138555" y="2947264"/>
                </a:cubicBezTo>
                <a:cubicBezTo>
                  <a:pt x="4129648" y="2932221"/>
                  <a:pt x="4125193" y="2901450"/>
                  <a:pt x="4125193" y="2854951"/>
                </a:cubicBezTo>
                <a:lnTo>
                  <a:pt x="4125193" y="2468224"/>
                </a:lnTo>
                <a:lnTo>
                  <a:pt x="4355430" y="2468224"/>
                </a:lnTo>
                <a:lnTo>
                  <a:pt x="4355430" y="2161927"/>
                </a:lnTo>
                <a:lnTo>
                  <a:pt x="4125193" y="2161927"/>
                </a:lnTo>
                <a:close/>
                <a:moveTo>
                  <a:pt x="849979" y="1746678"/>
                </a:moveTo>
                <a:lnTo>
                  <a:pt x="849979" y="3253497"/>
                </a:lnTo>
                <a:lnTo>
                  <a:pt x="1317648" y="3253497"/>
                </a:lnTo>
                <a:lnTo>
                  <a:pt x="1317648" y="2637819"/>
                </a:lnTo>
                <a:lnTo>
                  <a:pt x="1901464" y="2637819"/>
                </a:lnTo>
                <a:lnTo>
                  <a:pt x="1901464" y="2333577"/>
                </a:lnTo>
                <a:lnTo>
                  <a:pt x="1317648" y="2333577"/>
                </a:lnTo>
                <a:lnTo>
                  <a:pt x="1317648" y="2070449"/>
                </a:lnTo>
                <a:lnTo>
                  <a:pt x="2001164" y="2070449"/>
                </a:lnTo>
                <a:lnTo>
                  <a:pt x="2001164" y="1746678"/>
                </a:lnTo>
                <a:close/>
                <a:moveTo>
                  <a:pt x="10884724" y="1720981"/>
                </a:moveTo>
                <a:cubicBezTo>
                  <a:pt x="10792903" y="1720981"/>
                  <a:pt x="10723182" y="1731431"/>
                  <a:pt x="10675558" y="1752331"/>
                </a:cubicBezTo>
                <a:cubicBezTo>
                  <a:pt x="10627934" y="1773230"/>
                  <a:pt x="10590932" y="1800640"/>
                  <a:pt x="10564551" y="1834558"/>
                </a:cubicBezTo>
                <a:cubicBezTo>
                  <a:pt x="10538170" y="1868477"/>
                  <a:pt x="10520183" y="1912161"/>
                  <a:pt x="10510589" y="1965608"/>
                </a:cubicBezTo>
                <a:cubicBezTo>
                  <a:pt x="10500995" y="2019056"/>
                  <a:pt x="10496199" y="2068050"/>
                  <a:pt x="10496199" y="2112590"/>
                </a:cubicBezTo>
                <a:lnTo>
                  <a:pt x="10496199" y="2161927"/>
                </a:lnTo>
                <a:lnTo>
                  <a:pt x="10339967" y="2161927"/>
                </a:lnTo>
                <a:lnTo>
                  <a:pt x="10339967" y="2468224"/>
                </a:lnTo>
                <a:lnTo>
                  <a:pt x="10496199" y="2468224"/>
                </a:lnTo>
                <a:lnTo>
                  <a:pt x="10496199" y="3253497"/>
                </a:lnTo>
                <a:lnTo>
                  <a:pt x="10915560" y="3253497"/>
                </a:lnTo>
                <a:lnTo>
                  <a:pt x="10915560" y="2468224"/>
                </a:lnTo>
                <a:lnTo>
                  <a:pt x="11114961" y="2468224"/>
                </a:lnTo>
                <a:lnTo>
                  <a:pt x="11114961" y="2161927"/>
                </a:lnTo>
                <a:lnTo>
                  <a:pt x="10915560" y="2161927"/>
                </a:lnTo>
                <a:cubicBezTo>
                  <a:pt x="10915560" y="2113275"/>
                  <a:pt x="10917272" y="2081412"/>
                  <a:pt x="10920699" y="2066337"/>
                </a:cubicBezTo>
                <a:cubicBezTo>
                  <a:pt x="10927551" y="2038928"/>
                  <a:pt x="10939200" y="2018885"/>
                  <a:pt x="10955646" y="2006208"/>
                </a:cubicBezTo>
                <a:cubicBezTo>
                  <a:pt x="10972091" y="1993531"/>
                  <a:pt x="10999158" y="1987193"/>
                  <a:pt x="11036845" y="1987193"/>
                </a:cubicBezTo>
                <a:cubicBezTo>
                  <a:pt x="11067681" y="1987193"/>
                  <a:pt x="11108110" y="1991304"/>
                  <a:pt x="11158131" y="1999527"/>
                </a:cubicBezTo>
                <a:lnTo>
                  <a:pt x="11204384" y="1746678"/>
                </a:lnTo>
                <a:cubicBezTo>
                  <a:pt x="11064597" y="1729547"/>
                  <a:pt x="10958044" y="1720981"/>
                  <a:pt x="10884724" y="172098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42500"/>
                </a:lnTo>
                <a:lnTo>
                  <a:pt x="0" y="68425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25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3A8D252-FEBB-41F8-BB09-85CCDD4580A8}"/>
              </a:ext>
            </a:extLst>
          </p:cNvPr>
          <p:cNvSpPr txBox="1"/>
          <p:nvPr/>
        </p:nvSpPr>
        <p:spPr>
          <a:xfrm>
            <a:off x="241300" y="2413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19580D-EC96-4802-88EC-7221DC6F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181" y="975799"/>
            <a:ext cx="8788400" cy="5350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B4DE96-A36E-4FE7-BDC6-DA0142F33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5523">
            <a:off x="3858526" y="-425002"/>
            <a:ext cx="11430000" cy="6429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B3BFFA-1FAD-44AF-BE31-AD00B3F464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0" r="26747"/>
          <a:stretch/>
        </p:blipFill>
        <p:spPr>
          <a:xfrm rot="20292895">
            <a:off x="-798964" y="204564"/>
            <a:ext cx="6395663" cy="81110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A500BA-432D-4E87-ADB7-44CFD8029EC9}"/>
              </a:ext>
            </a:extLst>
          </p:cNvPr>
          <p:cNvSpPr/>
          <p:nvPr/>
        </p:nvSpPr>
        <p:spPr>
          <a:xfrm rot="526405">
            <a:off x="-324143" y="-685962"/>
            <a:ext cx="6168706" cy="210487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1852E-692F-4DD3-8EF2-F621D0C6DA16}"/>
              </a:ext>
            </a:extLst>
          </p:cNvPr>
          <p:cNvSpPr txBox="1"/>
          <p:nvPr/>
        </p:nvSpPr>
        <p:spPr>
          <a:xfrm>
            <a:off x="101600" y="406400"/>
            <a:ext cx="5181599" cy="93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perform far more better than 4G Technology.</a:t>
            </a:r>
          </a:p>
          <a:p>
            <a:pPr algn="r"/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834B06-AE05-4C43-95AB-46569532C86C}"/>
              </a:ext>
            </a:extLst>
          </p:cNvPr>
          <p:cNvSpPr/>
          <p:nvPr/>
        </p:nvSpPr>
        <p:spPr>
          <a:xfrm rot="526405">
            <a:off x="5940748" y="5416990"/>
            <a:ext cx="6579103" cy="2299107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41D5E-8D33-4699-B403-D5B24194184E}"/>
              </a:ext>
            </a:extLst>
          </p:cNvPr>
          <p:cNvSpPr txBox="1"/>
          <p:nvPr/>
        </p:nvSpPr>
        <p:spPr>
          <a:xfrm rot="471335">
            <a:off x="6151975" y="5601505"/>
            <a:ext cx="5552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be 90% more efficient per bit than 4G in the near future. 5G adoption is expected to grow 70% in about 2027.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3F7F5B-D5A8-4F4F-9D0A-C6B640E44A67}"/>
              </a:ext>
            </a:extLst>
          </p:cNvPr>
          <p:cNvSpPr txBox="1"/>
          <p:nvPr/>
        </p:nvSpPr>
        <p:spPr>
          <a:xfrm>
            <a:off x="-1" y="-7681891"/>
            <a:ext cx="12192000" cy="6972300"/>
          </a:xfrm>
          <a:custGeom>
            <a:avLst/>
            <a:gdLst/>
            <a:ahLst/>
            <a:cxnLst/>
            <a:rect l="l" t="t" r="r" b="b"/>
            <a:pathLst>
              <a:path w="12192000" h="6842500">
                <a:moveTo>
                  <a:pt x="4654905" y="4280327"/>
                </a:moveTo>
                <a:lnTo>
                  <a:pt x="4522313" y="5090269"/>
                </a:lnTo>
                <a:lnTo>
                  <a:pt x="4878974" y="5141661"/>
                </a:lnTo>
                <a:cubicBezTo>
                  <a:pt x="4912551" y="5103973"/>
                  <a:pt x="4943386" y="5077934"/>
                  <a:pt x="4971480" y="5063545"/>
                </a:cubicBezTo>
                <a:cubicBezTo>
                  <a:pt x="5009169" y="5043673"/>
                  <a:pt x="5048226" y="5033737"/>
                  <a:pt x="5088655" y="5033737"/>
                </a:cubicBezTo>
                <a:cubicBezTo>
                  <a:pt x="5152381" y="5033737"/>
                  <a:pt x="5203431" y="5054637"/>
                  <a:pt x="5241803" y="5096436"/>
                </a:cubicBezTo>
                <a:cubicBezTo>
                  <a:pt x="5280177" y="5138235"/>
                  <a:pt x="5299363" y="5204017"/>
                  <a:pt x="5299363" y="5293782"/>
                </a:cubicBezTo>
                <a:cubicBezTo>
                  <a:pt x="5299363" y="5381491"/>
                  <a:pt x="5280348" y="5447445"/>
                  <a:pt x="5242317" y="5491642"/>
                </a:cubicBezTo>
                <a:cubicBezTo>
                  <a:pt x="5204287" y="5535839"/>
                  <a:pt x="5156150" y="5557938"/>
                  <a:pt x="5097905" y="5557938"/>
                </a:cubicBezTo>
                <a:cubicBezTo>
                  <a:pt x="5045828" y="5557938"/>
                  <a:pt x="5000945" y="5540293"/>
                  <a:pt x="4963258" y="5505004"/>
                </a:cubicBezTo>
                <a:cubicBezTo>
                  <a:pt x="4925570" y="5469715"/>
                  <a:pt x="4901587" y="5418151"/>
                  <a:pt x="4891309" y="5350313"/>
                </a:cubicBezTo>
                <a:lnTo>
                  <a:pt x="4467837" y="5396566"/>
                </a:lnTo>
                <a:cubicBezTo>
                  <a:pt x="4488394" y="5467145"/>
                  <a:pt x="4514090" y="5526075"/>
                  <a:pt x="4544925" y="5573356"/>
                </a:cubicBezTo>
                <a:cubicBezTo>
                  <a:pt x="4575761" y="5620636"/>
                  <a:pt x="4616018" y="5662949"/>
                  <a:pt x="4665697" y="5700294"/>
                </a:cubicBezTo>
                <a:cubicBezTo>
                  <a:pt x="4715376" y="5737639"/>
                  <a:pt x="4775676" y="5765734"/>
                  <a:pt x="4846597" y="5784578"/>
                </a:cubicBezTo>
                <a:cubicBezTo>
                  <a:pt x="4917519" y="5803421"/>
                  <a:pt x="5002659" y="5812843"/>
                  <a:pt x="5102017" y="5812843"/>
                </a:cubicBezTo>
                <a:cubicBezTo>
                  <a:pt x="5240433" y="5812843"/>
                  <a:pt x="5354010" y="5789203"/>
                  <a:pt x="5442747" y="5741922"/>
                </a:cubicBezTo>
                <a:cubicBezTo>
                  <a:pt x="5531485" y="5694641"/>
                  <a:pt x="5600007" y="5626118"/>
                  <a:pt x="5648316" y="5536353"/>
                </a:cubicBezTo>
                <a:cubicBezTo>
                  <a:pt x="5696624" y="5446588"/>
                  <a:pt x="5720779" y="5353054"/>
                  <a:pt x="5720779" y="5255752"/>
                </a:cubicBezTo>
                <a:cubicBezTo>
                  <a:pt x="5720779" y="5117335"/>
                  <a:pt x="5673841" y="5002559"/>
                  <a:pt x="5579964" y="4911424"/>
                </a:cubicBezTo>
                <a:cubicBezTo>
                  <a:pt x="5486088" y="4820288"/>
                  <a:pt x="5363774" y="4774720"/>
                  <a:pt x="5213024" y="4774720"/>
                </a:cubicBezTo>
                <a:cubicBezTo>
                  <a:pt x="5168484" y="4774720"/>
                  <a:pt x="5123430" y="4780202"/>
                  <a:pt x="5077862" y="4791166"/>
                </a:cubicBezTo>
                <a:cubicBezTo>
                  <a:pt x="5032295" y="4802130"/>
                  <a:pt x="4986214" y="4818575"/>
                  <a:pt x="4939617" y="4840502"/>
                </a:cubicBezTo>
                <a:lnTo>
                  <a:pt x="4975592" y="4614377"/>
                </a:lnTo>
                <a:lnTo>
                  <a:pt x="5648830" y="4614377"/>
                </a:lnTo>
                <a:lnTo>
                  <a:pt x="5648830" y="4280327"/>
                </a:lnTo>
                <a:close/>
                <a:moveTo>
                  <a:pt x="6707760" y="4254631"/>
                </a:moveTo>
                <a:cubicBezTo>
                  <a:pt x="6535083" y="4254631"/>
                  <a:pt x="6397694" y="4278957"/>
                  <a:pt x="6295595" y="4327608"/>
                </a:cubicBezTo>
                <a:cubicBezTo>
                  <a:pt x="6164716" y="4390649"/>
                  <a:pt x="6065358" y="4482984"/>
                  <a:pt x="5997520" y="4604612"/>
                </a:cubicBezTo>
                <a:cubicBezTo>
                  <a:pt x="5929682" y="4726241"/>
                  <a:pt x="5895763" y="4869282"/>
                  <a:pt x="5895763" y="5033737"/>
                </a:cubicBezTo>
                <a:cubicBezTo>
                  <a:pt x="5895763" y="5189970"/>
                  <a:pt x="5926770" y="5328386"/>
                  <a:pt x="5988784" y="5448986"/>
                </a:cubicBezTo>
                <a:cubicBezTo>
                  <a:pt x="6050798" y="5569587"/>
                  <a:pt x="6138164" y="5660380"/>
                  <a:pt x="6250884" y="5721365"/>
                </a:cubicBezTo>
                <a:cubicBezTo>
                  <a:pt x="6363604" y="5782351"/>
                  <a:pt x="6509386" y="5812843"/>
                  <a:pt x="6688231" y="5812843"/>
                </a:cubicBezTo>
                <a:cubicBezTo>
                  <a:pt x="6833500" y="5812843"/>
                  <a:pt x="6959068" y="5795884"/>
                  <a:pt x="7064936" y="5761965"/>
                </a:cubicBezTo>
                <a:cubicBezTo>
                  <a:pt x="7170804" y="5728046"/>
                  <a:pt x="7292604" y="5664149"/>
                  <a:pt x="7430335" y="5570272"/>
                </a:cubicBezTo>
                <a:lnTo>
                  <a:pt x="7430335" y="4927869"/>
                </a:lnTo>
                <a:lnTo>
                  <a:pt x="6710844" y="4927869"/>
                </a:lnTo>
                <a:lnTo>
                  <a:pt x="6710844" y="5241362"/>
                </a:lnTo>
                <a:lnTo>
                  <a:pt x="7022281" y="5241362"/>
                </a:lnTo>
                <a:lnTo>
                  <a:pt x="7022281" y="5383204"/>
                </a:lnTo>
                <a:cubicBezTo>
                  <a:pt x="6961296" y="5419521"/>
                  <a:pt x="6907162" y="5445218"/>
                  <a:pt x="6859881" y="5460293"/>
                </a:cubicBezTo>
                <a:cubicBezTo>
                  <a:pt x="6812601" y="5475368"/>
                  <a:pt x="6762922" y="5482905"/>
                  <a:pt x="6710844" y="5482905"/>
                </a:cubicBezTo>
                <a:cubicBezTo>
                  <a:pt x="6601208" y="5482905"/>
                  <a:pt x="6515725" y="5447959"/>
                  <a:pt x="6454397" y="5378065"/>
                </a:cubicBezTo>
                <a:cubicBezTo>
                  <a:pt x="6393069" y="5308172"/>
                  <a:pt x="6362405" y="5191683"/>
                  <a:pt x="6362405" y="5028598"/>
                </a:cubicBezTo>
                <a:cubicBezTo>
                  <a:pt x="6362405" y="4875107"/>
                  <a:pt x="6392726" y="4762900"/>
                  <a:pt x="6453369" y="4691979"/>
                </a:cubicBezTo>
                <a:cubicBezTo>
                  <a:pt x="6514012" y="4621058"/>
                  <a:pt x="6595383" y="4585597"/>
                  <a:pt x="6697482" y="4585597"/>
                </a:cubicBezTo>
                <a:cubicBezTo>
                  <a:pt x="6766005" y="4585597"/>
                  <a:pt x="6822365" y="4600672"/>
                  <a:pt x="6866562" y="4630822"/>
                </a:cubicBezTo>
                <a:cubicBezTo>
                  <a:pt x="6910760" y="4660972"/>
                  <a:pt x="6942109" y="4704485"/>
                  <a:pt x="6960610" y="4761358"/>
                </a:cubicBezTo>
                <a:lnTo>
                  <a:pt x="7409778" y="4681187"/>
                </a:lnTo>
                <a:cubicBezTo>
                  <a:pt x="7382369" y="4583884"/>
                  <a:pt x="7341426" y="4503541"/>
                  <a:pt x="7286951" y="4440157"/>
                </a:cubicBezTo>
                <a:cubicBezTo>
                  <a:pt x="7232475" y="4376774"/>
                  <a:pt x="7163952" y="4330007"/>
                  <a:pt x="7081382" y="4299856"/>
                </a:cubicBezTo>
                <a:cubicBezTo>
                  <a:pt x="6998812" y="4269706"/>
                  <a:pt x="6874271" y="4254631"/>
                  <a:pt x="6707760" y="4254631"/>
                </a:cubicBezTo>
                <a:close/>
                <a:moveTo>
                  <a:pt x="9628446" y="2425055"/>
                </a:moveTo>
                <a:cubicBezTo>
                  <a:pt x="9686006" y="2425055"/>
                  <a:pt x="9734314" y="2448181"/>
                  <a:pt x="9773372" y="2494434"/>
                </a:cubicBezTo>
                <a:cubicBezTo>
                  <a:pt x="9812431" y="2540687"/>
                  <a:pt x="9831960" y="2611095"/>
                  <a:pt x="9831960" y="2705656"/>
                </a:cubicBezTo>
                <a:cubicBezTo>
                  <a:pt x="9831960" y="2807070"/>
                  <a:pt x="9812603" y="2880732"/>
                  <a:pt x="9773886" y="2926643"/>
                </a:cubicBezTo>
                <a:cubicBezTo>
                  <a:pt x="9735172" y="2972553"/>
                  <a:pt x="9685664" y="2995508"/>
                  <a:pt x="9625363" y="2995508"/>
                </a:cubicBezTo>
                <a:cubicBezTo>
                  <a:pt x="9565748" y="2995508"/>
                  <a:pt x="9516241" y="2972210"/>
                  <a:pt x="9476839" y="2925615"/>
                </a:cubicBezTo>
                <a:cubicBezTo>
                  <a:pt x="9437439" y="2879019"/>
                  <a:pt x="9417738" y="2807070"/>
                  <a:pt x="9417738" y="2709768"/>
                </a:cubicBezTo>
                <a:cubicBezTo>
                  <a:pt x="9417738" y="2613836"/>
                  <a:pt x="9437611" y="2542400"/>
                  <a:pt x="9477353" y="2495462"/>
                </a:cubicBezTo>
                <a:cubicBezTo>
                  <a:pt x="9517097" y="2448524"/>
                  <a:pt x="9567461" y="2425055"/>
                  <a:pt x="9628446" y="2425055"/>
                </a:cubicBezTo>
                <a:close/>
                <a:moveTo>
                  <a:pt x="7507456" y="2384969"/>
                </a:moveTo>
                <a:cubicBezTo>
                  <a:pt x="7565015" y="2384969"/>
                  <a:pt x="7611440" y="2402442"/>
                  <a:pt x="7646729" y="2437389"/>
                </a:cubicBezTo>
                <a:cubicBezTo>
                  <a:pt x="7682018" y="2472336"/>
                  <a:pt x="7703774" y="2530237"/>
                  <a:pt x="7711997" y="2611095"/>
                </a:cubicBezTo>
                <a:lnTo>
                  <a:pt x="7299831" y="2611095"/>
                </a:lnTo>
                <a:cubicBezTo>
                  <a:pt x="7306684" y="2545998"/>
                  <a:pt x="7322786" y="2497004"/>
                  <a:pt x="7348140" y="2464113"/>
                </a:cubicBezTo>
                <a:cubicBezTo>
                  <a:pt x="7387883" y="2411350"/>
                  <a:pt x="7440988" y="2384969"/>
                  <a:pt x="7507456" y="2384969"/>
                </a:cubicBezTo>
                <a:close/>
                <a:moveTo>
                  <a:pt x="4549860" y="2161927"/>
                </a:moveTo>
                <a:lnTo>
                  <a:pt x="4549860" y="2856749"/>
                </a:lnTo>
                <a:cubicBezTo>
                  <a:pt x="4549860" y="2999962"/>
                  <a:pt x="4582579" y="3106002"/>
                  <a:pt x="4648019" y="3174867"/>
                </a:cubicBezTo>
                <a:cubicBezTo>
                  <a:pt x="4713459" y="3243733"/>
                  <a:pt x="4803737" y="3278165"/>
                  <a:pt x="4918856" y="3278165"/>
                </a:cubicBezTo>
                <a:cubicBezTo>
                  <a:pt x="5005195" y="3278165"/>
                  <a:pt x="5078000" y="3262748"/>
                  <a:pt x="5137273" y="3231912"/>
                </a:cubicBezTo>
                <a:cubicBezTo>
                  <a:pt x="5196546" y="3201077"/>
                  <a:pt x="5255303" y="3149342"/>
                  <a:pt x="5313548" y="3076708"/>
                </a:cubicBezTo>
                <a:lnTo>
                  <a:pt x="5313548" y="3253497"/>
                </a:lnTo>
                <a:lnTo>
                  <a:pt x="5704129" y="3253497"/>
                </a:lnTo>
                <a:lnTo>
                  <a:pt x="5704129" y="2161927"/>
                </a:lnTo>
                <a:lnTo>
                  <a:pt x="5285796" y="2161927"/>
                </a:lnTo>
                <a:lnTo>
                  <a:pt x="5285796" y="2687155"/>
                </a:lnTo>
                <a:cubicBezTo>
                  <a:pt x="5285796" y="2786513"/>
                  <a:pt x="5269864" y="2855379"/>
                  <a:pt x="5238001" y="2893752"/>
                </a:cubicBezTo>
                <a:cubicBezTo>
                  <a:pt x="5206139" y="2932125"/>
                  <a:pt x="5165196" y="2951311"/>
                  <a:pt x="5115174" y="2951311"/>
                </a:cubicBezTo>
                <a:cubicBezTo>
                  <a:pt x="5069264" y="2951311"/>
                  <a:pt x="5033632" y="2936921"/>
                  <a:pt x="5008278" y="2908142"/>
                </a:cubicBezTo>
                <a:cubicBezTo>
                  <a:pt x="4982924" y="2879362"/>
                  <a:pt x="4970248" y="2830711"/>
                  <a:pt x="4970248" y="2762188"/>
                </a:cubicBezTo>
                <a:lnTo>
                  <a:pt x="4970248" y="2161927"/>
                </a:lnTo>
                <a:close/>
                <a:moveTo>
                  <a:pt x="2216235" y="2161927"/>
                </a:moveTo>
                <a:lnTo>
                  <a:pt x="2216235" y="2856749"/>
                </a:lnTo>
                <a:cubicBezTo>
                  <a:pt x="2216235" y="2999962"/>
                  <a:pt x="2248955" y="3106002"/>
                  <a:pt x="2314394" y="3174867"/>
                </a:cubicBezTo>
                <a:cubicBezTo>
                  <a:pt x="2379834" y="3243733"/>
                  <a:pt x="2470113" y="3278165"/>
                  <a:pt x="2585231" y="3278165"/>
                </a:cubicBezTo>
                <a:cubicBezTo>
                  <a:pt x="2671570" y="3278165"/>
                  <a:pt x="2744376" y="3262748"/>
                  <a:pt x="2803648" y="3231912"/>
                </a:cubicBezTo>
                <a:cubicBezTo>
                  <a:pt x="2862921" y="3201077"/>
                  <a:pt x="2921679" y="3149342"/>
                  <a:pt x="2979923" y="3076708"/>
                </a:cubicBezTo>
                <a:lnTo>
                  <a:pt x="2979923" y="3253497"/>
                </a:lnTo>
                <a:lnTo>
                  <a:pt x="3370504" y="3253497"/>
                </a:lnTo>
                <a:lnTo>
                  <a:pt x="3370504" y="2161927"/>
                </a:lnTo>
                <a:lnTo>
                  <a:pt x="2952171" y="2161927"/>
                </a:lnTo>
                <a:lnTo>
                  <a:pt x="2952171" y="2687155"/>
                </a:lnTo>
                <a:cubicBezTo>
                  <a:pt x="2952171" y="2786513"/>
                  <a:pt x="2936240" y="2855379"/>
                  <a:pt x="2904377" y="2893752"/>
                </a:cubicBezTo>
                <a:cubicBezTo>
                  <a:pt x="2872514" y="2932125"/>
                  <a:pt x="2831571" y="2951311"/>
                  <a:pt x="2781550" y="2951311"/>
                </a:cubicBezTo>
                <a:cubicBezTo>
                  <a:pt x="2735639" y="2951311"/>
                  <a:pt x="2700007" y="2936921"/>
                  <a:pt x="2674654" y="2908142"/>
                </a:cubicBezTo>
                <a:cubicBezTo>
                  <a:pt x="2649300" y="2879362"/>
                  <a:pt x="2636624" y="2830711"/>
                  <a:pt x="2636624" y="2762188"/>
                </a:cubicBezTo>
                <a:lnTo>
                  <a:pt x="2636624" y="2161927"/>
                </a:lnTo>
                <a:close/>
                <a:moveTo>
                  <a:pt x="9622279" y="2137259"/>
                </a:moveTo>
                <a:cubicBezTo>
                  <a:pt x="9431100" y="2137259"/>
                  <a:pt x="9279323" y="2191220"/>
                  <a:pt x="9166944" y="2299144"/>
                </a:cubicBezTo>
                <a:cubicBezTo>
                  <a:pt x="9054567" y="2407068"/>
                  <a:pt x="8998378" y="2544285"/>
                  <a:pt x="8998378" y="2710796"/>
                </a:cubicBezTo>
                <a:cubicBezTo>
                  <a:pt x="8998378" y="2889640"/>
                  <a:pt x="9064845" y="3034224"/>
                  <a:pt x="9197780" y="3144546"/>
                </a:cubicBezTo>
                <a:cubicBezTo>
                  <a:pt x="9306047" y="3233626"/>
                  <a:pt x="9447889" y="3278165"/>
                  <a:pt x="9623307" y="3278165"/>
                </a:cubicBezTo>
                <a:cubicBezTo>
                  <a:pt x="9819970" y="3278165"/>
                  <a:pt x="9973974" y="3224546"/>
                  <a:pt x="10085323" y="3117308"/>
                </a:cubicBezTo>
                <a:cubicBezTo>
                  <a:pt x="10196675" y="3010069"/>
                  <a:pt x="10252348" y="2872510"/>
                  <a:pt x="10252348" y="2704629"/>
                </a:cubicBezTo>
                <a:cubicBezTo>
                  <a:pt x="10252348" y="2555249"/>
                  <a:pt x="10207467" y="2429509"/>
                  <a:pt x="10117700" y="2327410"/>
                </a:cubicBezTo>
                <a:cubicBezTo>
                  <a:pt x="10006009" y="2200642"/>
                  <a:pt x="9840868" y="2137259"/>
                  <a:pt x="9622279" y="2137259"/>
                </a:cubicBezTo>
                <a:close/>
                <a:moveTo>
                  <a:pt x="7489982" y="2137259"/>
                </a:moveTo>
                <a:cubicBezTo>
                  <a:pt x="7297433" y="2137259"/>
                  <a:pt x="7146511" y="2190021"/>
                  <a:pt x="7037217" y="2295547"/>
                </a:cubicBezTo>
                <a:cubicBezTo>
                  <a:pt x="6927923" y="2401072"/>
                  <a:pt x="6873276" y="2539145"/>
                  <a:pt x="6873276" y="2709768"/>
                </a:cubicBezTo>
                <a:cubicBezTo>
                  <a:pt x="6873276" y="2829683"/>
                  <a:pt x="6900514" y="2934009"/>
                  <a:pt x="6954989" y="3022746"/>
                </a:cubicBezTo>
                <a:cubicBezTo>
                  <a:pt x="7009465" y="3111483"/>
                  <a:pt x="7078159" y="3176238"/>
                  <a:pt x="7161072" y="3217009"/>
                </a:cubicBezTo>
                <a:cubicBezTo>
                  <a:pt x="7243985" y="3257780"/>
                  <a:pt x="7357733" y="3278165"/>
                  <a:pt x="7502317" y="3278165"/>
                </a:cubicBezTo>
                <a:cubicBezTo>
                  <a:pt x="7668827" y="3278165"/>
                  <a:pt x="7796622" y="3254354"/>
                  <a:pt x="7885702" y="3206730"/>
                </a:cubicBezTo>
                <a:cubicBezTo>
                  <a:pt x="7974782" y="3159107"/>
                  <a:pt x="8050843" y="3080477"/>
                  <a:pt x="8113884" y="2970840"/>
                </a:cubicBezTo>
                <a:lnTo>
                  <a:pt x="7701718" y="2932810"/>
                </a:lnTo>
                <a:cubicBezTo>
                  <a:pt x="7675680" y="2965701"/>
                  <a:pt x="7651354" y="2988656"/>
                  <a:pt x="7628741" y="3001676"/>
                </a:cubicBezTo>
                <a:cubicBezTo>
                  <a:pt x="7591739" y="3022232"/>
                  <a:pt x="7552681" y="3032511"/>
                  <a:pt x="7511567" y="3032511"/>
                </a:cubicBezTo>
                <a:cubicBezTo>
                  <a:pt x="7446471" y="3032511"/>
                  <a:pt x="7393707" y="3008870"/>
                  <a:pt x="7353279" y="2961589"/>
                </a:cubicBezTo>
                <a:cubicBezTo>
                  <a:pt x="7324499" y="2928698"/>
                  <a:pt x="7306341" y="2878677"/>
                  <a:pt x="7298803" y="2811524"/>
                </a:cubicBezTo>
                <a:lnTo>
                  <a:pt x="8137524" y="2811524"/>
                </a:lnTo>
                <a:lnTo>
                  <a:pt x="8137524" y="2764243"/>
                </a:lnTo>
                <a:cubicBezTo>
                  <a:pt x="8137524" y="2620345"/>
                  <a:pt x="8113884" y="2503514"/>
                  <a:pt x="8066603" y="2413749"/>
                </a:cubicBezTo>
                <a:cubicBezTo>
                  <a:pt x="8019322" y="2323984"/>
                  <a:pt x="7950457" y="2255460"/>
                  <a:pt x="7860006" y="2208180"/>
                </a:cubicBezTo>
                <a:cubicBezTo>
                  <a:pt x="7769556" y="2160899"/>
                  <a:pt x="7646215" y="2137259"/>
                  <a:pt x="7489982" y="2137259"/>
                </a:cubicBezTo>
                <a:close/>
                <a:moveTo>
                  <a:pt x="6615050" y="2137259"/>
                </a:moveTo>
                <a:cubicBezTo>
                  <a:pt x="6556120" y="2137259"/>
                  <a:pt x="6506612" y="2151819"/>
                  <a:pt x="6466526" y="2180942"/>
                </a:cubicBezTo>
                <a:cubicBezTo>
                  <a:pt x="6426440" y="2210064"/>
                  <a:pt x="6387553" y="2263341"/>
                  <a:pt x="6349866" y="2340772"/>
                </a:cubicBezTo>
                <a:lnTo>
                  <a:pt x="6349866" y="2161927"/>
                </a:lnTo>
                <a:lnTo>
                  <a:pt x="5958257" y="2161927"/>
                </a:lnTo>
                <a:lnTo>
                  <a:pt x="5958257" y="3253497"/>
                </a:lnTo>
                <a:lnTo>
                  <a:pt x="6378646" y="3253497"/>
                </a:lnTo>
                <a:lnTo>
                  <a:pt x="6378646" y="2887585"/>
                </a:lnTo>
                <a:cubicBezTo>
                  <a:pt x="6378646" y="2712851"/>
                  <a:pt x="6400230" y="2593621"/>
                  <a:pt x="6443400" y="2529895"/>
                </a:cubicBezTo>
                <a:cubicBezTo>
                  <a:pt x="6473550" y="2484670"/>
                  <a:pt x="6516034" y="2462057"/>
                  <a:pt x="6570852" y="2462057"/>
                </a:cubicBezTo>
                <a:cubicBezTo>
                  <a:pt x="6599632" y="2462057"/>
                  <a:pt x="6638690" y="2472336"/>
                  <a:pt x="6688027" y="2492893"/>
                </a:cubicBezTo>
                <a:lnTo>
                  <a:pt x="6817535" y="2194818"/>
                </a:lnTo>
                <a:cubicBezTo>
                  <a:pt x="6744215" y="2156445"/>
                  <a:pt x="6676720" y="2137259"/>
                  <a:pt x="6615050" y="2137259"/>
                </a:cubicBezTo>
                <a:close/>
                <a:moveTo>
                  <a:pt x="4125193" y="1746678"/>
                </a:moveTo>
                <a:lnTo>
                  <a:pt x="3705832" y="1961497"/>
                </a:lnTo>
                <a:lnTo>
                  <a:pt x="3705832" y="2161927"/>
                </a:lnTo>
                <a:lnTo>
                  <a:pt x="3551656" y="2161927"/>
                </a:lnTo>
                <a:lnTo>
                  <a:pt x="3551656" y="2468224"/>
                </a:lnTo>
                <a:lnTo>
                  <a:pt x="3705832" y="2468224"/>
                </a:lnTo>
                <a:lnTo>
                  <a:pt x="3705832" y="2852156"/>
                </a:lnTo>
                <a:cubicBezTo>
                  <a:pt x="3705832" y="2973966"/>
                  <a:pt x="3717653" y="3062075"/>
                  <a:pt x="3741293" y="3116481"/>
                </a:cubicBezTo>
                <a:cubicBezTo>
                  <a:pt x="3764933" y="3170887"/>
                  <a:pt x="3801422" y="3211436"/>
                  <a:pt x="3850759" y="3238128"/>
                </a:cubicBezTo>
                <a:cubicBezTo>
                  <a:pt x="3900096" y="3264820"/>
                  <a:pt x="3976841" y="3278165"/>
                  <a:pt x="4080996" y="3278165"/>
                </a:cubicBezTo>
                <a:cubicBezTo>
                  <a:pt x="4170761" y="3278165"/>
                  <a:pt x="4267378" y="3266859"/>
                  <a:pt x="4370848" y="3244247"/>
                </a:cubicBezTo>
                <a:lnTo>
                  <a:pt x="4340012" y="2955470"/>
                </a:lnTo>
                <a:cubicBezTo>
                  <a:pt x="4284509" y="2973254"/>
                  <a:pt x="4241339" y="2982146"/>
                  <a:pt x="4210505" y="2982146"/>
                </a:cubicBezTo>
                <a:cubicBezTo>
                  <a:pt x="4176242" y="2982146"/>
                  <a:pt x="4152260" y="2970519"/>
                  <a:pt x="4138555" y="2947264"/>
                </a:cubicBezTo>
                <a:cubicBezTo>
                  <a:pt x="4129648" y="2932221"/>
                  <a:pt x="4125193" y="2901450"/>
                  <a:pt x="4125193" y="2854951"/>
                </a:cubicBezTo>
                <a:lnTo>
                  <a:pt x="4125193" y="2468224"/>
                </a:lnTo>
                <a:lnTo>
                  <a:pt x="4355430" y="2468224"/>
                </a:lnTo>
                <a:lnTo>
                  <a:pt x="4355430" y="2161927"/>
                </a:lnTo>
                <a:lnTo>
                  <a:pt x="4125193" y="2161927"/>
                </a:lnTo>
                <a:close/>
                <a:moveTo>
                  <a:pt x="849979" y="1746678"/>
                </a:moveTo>
                <a:lnTo>
                  <a:pt x="849979" y="3253497"/>
                </a:lnTo>
                <a:lnTo>
                  <a:pt x="1317648" y="3253497"/>
                </a:lnTo>
                <a:lnTo>
                  <a:pt x="1317648" y="2637819"/>
                </a:lnTo>
                <a:lnTo>
                  <a:pt x="1901464" y="2637819"/>
                </a:lnTo>
                <a:lnTo>
                  <a:pt x="1901464" y="2333577"/>
                </a:lnTo>
                <a:lnTo>
                  <a:pt x="1317648" y="2333577"/>
                </a:lnTo>
                <a:lnTo>
                  <a:pt x="1317648" y="2070449"/>
                </a:lnTo>
                <a:lnTo>
                  <a:pt x="2001164" y="2070449"/>
                </a:lnTo>
                <a:lnTo>
                  <a:pt x="2001164" y="1746678"/>
                </a:lnTo>
                <a:close/>
                <a:moveTo>
                  <a:pt x="10884724" y="1720981"/>
                </a:moveTo>
                <a:cubicBezTo>
                  <a:pt x="10792903" y="1720981"/>
                  <a:pt x="10723182" y="1731431"/>
                  <a:pt x="10675558" y="1752331"/>
                </a:cubicBezTo>
                <a:cubicBezTo>
                  <a:pt x="10627934" y="1773230"/>
                  <a:pt x="10590932" y="1800640"/>
                  <a:pt x="10564551" y="1834558"/>
                </a:cubicBezTo>
                <a:cubicBezTo>
                  <a:pt x="10538170" y="1868477"/>
                  <a:pt x="10520183" y="1912161"/>
                  <a:pt x="10510589" y="1965608"/>
                </a:cubicBezTo>
                <a:cubicBezTo>
                  <a:pt x="10500995" y="2019056"/>
                  <a:pt x="10496199" y="2068050"/>
                  <a:pt x="10496199" y="2112590"/>
                </a:cubicBezTo>
                <a:lnTo>
                  <a:pt x="10496199" y="2161927"/>
                </a:lnTo>
                <a:lnTo>
                  <a:pt x="10339967" y="2161927"/>
                </a:lnTo>
                <a:lnTo>
                  <a:pt x="10339967" y="2468224"/>
                </a:lnTo>
                <a:lnTo>
                  <a:pt x="10496199" y="2468224"/>
                </a:lnTo>
                <a:lnTo>
                  <a:pt x="10496199" y="3253497"/>
                </a:lnTo>
                <a:lnTo>
                  <a:pt x="10915560" y="3253497"/>
                </a:lnTo>
                <a:lnTo>
                  <a:pt x="10915560" y="2468224"/>
                </a:lnTo>
                <a:lnTo>
                  <a:pt x="11114961" y="2468224"/>
                </a:lnTo>
                <a:lnTo>
                  <a:pt x="11114961" y="2161927"/>
                </a:lnTo>
                <a:lnTo>
                  <a:pt x="10915560" y="2161927"/>
                </a:lnTo>
                <a:cubicBezTo>
                  <a:pt x="10915560" y="2113275"/>
                  <a:pt x="10917272" y="2081412"/>
                  <a:pt x="10920699" y="2066337"/>
                </a:cubicBezTo>
                <a:cubicBezTo>
                  <a:pt x="10927551" y="2038928"/>
                  <a:pt x="10939200" y="2018885"/>
                  <a:pt x="10955646" y="2006208"/>
                </a:cubicBezTo>
                <a:cubicBezTo>
                  <a:pt x="10972091" y="1993531"/>
                  <a:pt x="10999158" y="1987193"/>
                  <a:pt x="11036845" y="1987193"/>
                </a:cubicBezTo>
                <a:cubicBezTo>
                  <a:pt x="11067681" y="1987193"/>
                  <a:pt x="11108110" y="1991304"/>
                  <a:pt x="11158131" y="1999527"/>
                </a:cubicBezTo>
                <a:lnTo>
                  <a:pt x="11204384" y="1746678"/>
                </a:lnTo>
                <a:cubicBezTo>
                  <a:pt x="11064597" y="1729547"/>
                  <a:pt x="10958044" y="1720981"/>
                  <a:pt x="10884724" y="172098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42500"/>
                </a:lnTo>
                <a:lnTo>
                  <a:pt x="0" y="68425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66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5A7CDD3-D3C6-4E1B-B6CC-A6C9D32E2B8A}"/>
              </a:ext>
            </a:extLst>
          </p:cNvPr>
          <p:cNvSpPr txBox="1"/>
          <p:nvPr/>
        </p:nvSpPr>
        <p:spPr>
          <a:xfrm>
            <a:off x="241300" y="2413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D7FA94-C9E1-4558-A7DE-6BD7AAC8C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181" y="975799"/>
            <a:ext cx="8788400" cy="5350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061ABA-8694-492D-AA63-EA23D5C0C0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0" r="26747"/>
          <a:stretch/>
        </p:blipFill>
        <p:spPr>
          <a:xfrm rot="20292895">
            <a:off x="-6247264" y="4547964"/>
            <a:ext cx="6395663" cy="811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71D5E0-3B6B-4336-8E08-624C450BD3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5523">
            <a:off x="13485127" y="436113"/>
            <a:ext cx="11430000" cy="6429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5AFEE9-C3E1-4014-82A5-BB8105BA49FF}"/>
              </a:ext>
            </a:extLst>
          </p:cNvPr>
          <p:cNvSpPr/>
          <p:nvPr/>
        </p:nvSpPr>
        <p:spPr>
          <a:xfrm rot="526405">
            <a:off x="-4429119" y="-1858537"/>
            <a:ext cx="4338158" cy="1525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C72F1-9A2D-4EAA-B849-BE84DA6C24E7}"/>
              </a:ext>
            </a:extLst>
          </p:cNvPr>
          <p:cNvSpPr txBox="1"/>
          <p:nvPr/>
        </p:nvSpPr>
        <p:spPr>
          <a:xfrm>
            <a:off x="-3969900" y="-1202555"/>
            <a:ext cx="3848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perform far more better than 4G Technology.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E90BB-C194-4911-800A-B4FF1BEB8060}"/>
              </a:ext>
            </a:extLst>
          </p:cNvPr>
          <p:cNvSpPr/>
          <p:nvPr/>
        </p:nvSpPr>
        <p:spPr>
          <a:xfrm rot="526405">
            <a:off x="11909748" y="7677590"/>
            <a:ext cx="6579103" cy="2299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33782-3A64-4A16-968E-7BDD6712EF07}"/>
              </a:ext>
            </a:extLst>
          </p:cNvPr>
          <p:cNvSpPr txBox="1"/>
          <p:nvPr/>
        </p:nvSpPr>
        <p:spPr>
          <a:xfrm rot="471335">
            <a:off x="12102046" y="7820161"/>
            <a:ext cx="5552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5G is expected to be 90% more efficient per bit than 4G in the near future.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39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27DDD-3DD5-443D-84D7-071D93E0A9BC}"/>
              </a:ext>
            </a:extLst>
          </p:cNvPr>
          <p:cNvSpPr txBox="1"/>
          <p:nvPr/>
        </p:nvSpPr>
        <p:spPr>
          <a:xfrm>
            <a:off x="-11938000" y="9017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00408-644B-41C7-A020-C64A0EC85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26119" y="1636199"/>
            <a:ext cx="8788400" cy="5350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5D467-ED11-4D93-ABA6-A812E29B72EF}"/>
              </a:ext>
            </a:extLst>
          </p:cNvPr>
          <p:cNvSpPr txBox="1"/>
          <p:nvPr/>
        </p:nvSpPr>
        <p:spPr>
          <a:xfrm>
            <a:off x="177800" y="20320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5G applications percentages in the near future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81A45-E6D6-46AA-BAA9-072241074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876" y="1403529"/>
            <a:ext cx="8074323" cy="505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6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27DDD-3DD5-443D-84D7-071D93E0A9BC}"/>
              </a:ext>
            </a:extLst>
          </p:cNvPr>
          <p:cNvSpPr txBox="1"/>
          <p:nvPr/>
        </p:nvSpPr>
        <p:spPr>
          <a:xfrm>
            <a:off x="-11938000" y="9017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00408-644B-41C7-A020-C64A0EC85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26119" y="1636199"/>
            <a:ext cx="8788400" cy="5350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5D467-ED11-4D93-ABA6-A812E29B72EF}"/>
              </a:ext>
            </a:extLst>
          </p:cNvPr>
          <p:cNvSpPr txBox="1"/>
          <p:nvPr/>
        </p:nvSpPr>
        <p:spPr>
          <a:xfrm>
            <a:off x="-12039600" y="60604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5G applications percentages in the near future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81A45-E6D6-46AA-BAA9-072241074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82524" y="1806372"/>
            <a:ext cx="8074323" cy="50516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68AB17-F8AA-4E43-9288-BE7C0464B483}"/>
              </a:ext>
            </a:extLst>
          </p:cNvPr>
          <p:cNvSpPr txBox="1"/>
          <p:nvPr/>
        </p:nvSpPr>
        <p:spPr>
          <a:xfrm>
            <a:off x="602380" y="127000"/>
            <a:ext cx="10987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Market share of 5G applications: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F2F2772-54CE-416C-B1AE-C1ED10216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482771"/>
              </p:ext>
            </p:extLst>
          </p:nvPr>
        </p:nvGraphicFramePr>
        <p:xfrm>
          <a:off x="2031999" y="90170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B2D2923-5E00-4F35-8F45-142B640EF6FF}"/>
              </a:ext>
            </a:extLst>
          </p:cNvPr>
          <p:cNvSpPr txBox="1"/>
          <p:nvPr/>
        </p:nvSpPr>
        <p:spPr>
          <a:xfrm>
            <a:off x="-5040878" y="1905243"/>
            <a:ext cx="4330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Network: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 is expected to have greater speed, less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latencyand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much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mor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improved connectivity as compared to 5G network. It will introduce new applications. It is the future successor of 5G. It is expected that 6G will be introduced somewhere around 2030s.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0E831-661F-43AD-A87C-D5D67BF6E224}"/>
              </a:ext>
            </a:extLst>
          </p:cNvPr>
          <p:cNvSpPr txBox="1"/>
          <p:nvPr/>
        </p:nvSpPr>
        <p:spPr>
          <a:xfrm>
            <a:off x="14652018" y="-438621"/>
            <a:ext cx="9155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Current 5G Infrastructure and Expense Distribution Chart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9624E86-611C-4DF1-8D2D-365E0E615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2524472"/>
              </p:ext>
            </p:extLst>
          </p:nvPr>
        </p:nvGraphicFramePr>
        <p:xfrm>
          <a:off x="15285662" y="773331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11903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27DDD-3DD5-443D-84D7-071D93E0A9BC}"/>
              </a:ext>
            </a:extLst>
          </p:cNvPr>
          <p:cNvSpPr txBox="1"/>
          <p:nvPr/>
        </p:nvSpPr>
        <p:spPr>
          <a:xfrm>
            <a:off x="-11938000" y="9017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00408-644B-41C7-A020-C64A0EC85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26119" y="1636199"/>
            <a:ext cx="8788400" cy="5350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5D467-ED11-4D93-ABA6-A812E29B72EF}"/>
              </a:ext>
            </a:extLst>
          </p:cNvPr>
          <p:cNvSpPr txBox="1"/>
          <p:nvPr/>
        </p:nvSpPr>
        <p:spPr>
          <a:xfrm>
            <a:off x="-12039600" y="60604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5G applications percentages in the near future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81A45-E6D6-46AA-BAA9-072241074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82524" y="1806372"/>
            <a:ext cx="8074323" cy="50516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68AB17-F8AA-4E43-9288-BE7C0464B483}"/>
              </a:ext>
            </a:extLst>
          </p:cNvPr>
          <p:cNvSpPr txBox="1"/>
          <p:nvPr/>
        </p:nvSpPr>
        <p:spPr>
          <a:xfrm>
            <a:off x="-10987239" y="-55034"/>
            <a:ext cx="10987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Market share of 5G applications: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F2F2772-54CE-416C-B1AE-C1ED10216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075966"/>
              </p:ext>
            </p:extLst>
          </p:nvPr>
        </p:nvGraphicFramePr>
        <p:xfrm>
          <a:off x="-955762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B2D2923-5E00-4F35-8F45-142B640EF6FF}"/>
              </a:ext>
            </a:extLst>
          </p:cNvPr>
          <p:cNvSpPr txBox="1"/>
          <p:nvPr/>
        </p:nvSpPr>
        <p:spPr>
          <a:xfrm>
            <a:off x="-5040878" y="1905243"/>
            <a:ext cx="4330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Network: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 is expected to have greater speed, less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latencyand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much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mor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improved connectivity as compared to 5G network. It will introduce new applications. It is the future successor of 5G. It is expected that 6G will be introduced somewhere around 2030s.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3737C1-1DE2-48A6-9351-69B092CBAC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12369800" y="0"/>
            <a:ext cx="792762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222638-B64B-4F25-8C00-053A23252F65}"/>
              </a:ext>
            </a:extLst>
          </p:cNvPr>
          <p:cNvSpPr txBox="1"/>
          <p:nvPr/>
        </p:nvSpPr>
        <p:spPr>
          <a:xfrm>
            <a:off x="1220899" y="67434"/>
            <a:ext cx="9155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Current 5G Infrastructure and Expense Distribution Chart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E4AF20F-733F-40BB-9E43-A6390A2E6A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165376"/>
              </p:ext>
            </p:extLst>
          </p:nvPr>
        </p:nvGraphicFramePr>
        <p:xfrm>
          <a:off x="1854543" y="127938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047016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27DDD-3DD5-443D-84D7-071D93E0A9BC}"/>
              </a:ext>
            </a:extLst>
          </p:cNvPr>
          <p:cNvSpPr txBox="1"/>
          <p:nvPr/>
        </p:nvSpPr>
        <p:spPr>
          <a:xfrm>
            <a:off x="-11938000" y="901700"/>
            <a:ext cx="11412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Speed Difference Between Generations: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E5D467-ED11-4D93-ABA6-A812E29B72EF}"/>
              </a:ext>
            </a:extLst>
          </p:cNvPr>
          <p:cNvSpPr txBox="1"/>
          <p:nvPr/>
        </p:nvSpPr>
        <p:spPr>
          <a:xfrm>
            <a:off x="-12039600" y="60604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Expected 5G applications percentages in the near future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E280B-446B-4753-B3CB-FAF5F667A1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5359400" y="0"/>
            <a:ext cx="792762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7F700D-B544-4E60-90AF-A547760F0B8E}"/>
              </a:ext>
            </a:extLst>
          </p:cNvPr>
          <p:cNvSpPr txBox="1"/>
          <p:nvPr/>
        </p:nvSpPr>
        <p:spPr>
          <a:xfrm>
            <a:off x="420122" y="1255643"/>
            <a:ext cx="4330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Network: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6G network is expected to have greater speed, less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latencyand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much </a:t>
            </a:r>
            <a:r>
              <a:rPr lang="en-US" sz="20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mor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improved connectivity as compared to 5G network. It will introduce new applications. It is the future successor of 5G. It is expected that 6G will be introduced somewhere around 2030s.</a:t>
            </a:r>
          </a:p>
        </p:txBody>
      </p:sp>
    </p:spTree>
    <p:extLst>
      <p:ext uri="{BB962C8B-B14F-4D97-AF65-F5344CB8AC3E}">
        <p14:creationId xmlns:p14="http://schemas.microsoft.com/office/powerpoint/2010/main" val="2051918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57652-8AEE-4E78-BE01-F2F6314B7C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12649200" y="0"/>
            <a:ext cx="792762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B741B-DDD6-437D-B4FF-2FE9DA8E1FDC}"/>
              </a:ext>
            </a:extLst>
          </p:cNvPr>
          <p:cNvSpPr txBox="1"/>
          <p:nvPr/>
        </p:nvSpPr>
        <p:spPr>
          <a:xfrm>
            <a:off x="649962" y="2773834"/>
            <a:ext cx="10892076" cy="1310331"/>
          </a:xfrm>
          <a:custGeom>
            <a:avLst/>
            <a:gdLst/>
            <a:ahLst/>
            <a:cxnLst/>
            <a:rect l="l" t="t" r="r" b="b"/>
            <a:pathLst>
              <a:path w="10316737" h="1045862">
                <a:moveTo>
                  <a:pt x="2017840" y="537079"/>
                </a:moveTo>
                <a:cubicBezTo>
                  <a:pt x="1987367" y="547962"/>
                  <a:pt x="1955625" y="557576"/>
                  <a:pt x="1922613" y="565919"/>
                </a:cubicBezTo>
                <a:cubicBezTo>
                  <a:pt x="1877630" y="577891"/>
                  <a:pt x="1849153" y="589681"/>
                  <a:pt x="1837181" y="601289"/>
                </a:cubicBezTo>
                <a:cubicBezTo>
                  <a:pt x="1824847" y="613261"/>
                  <a:pt x="1818680" y="626864"/>
                  <a:pt x="1818680" y="642101"/>
                </a:cubicBezTo>
                <a:cubicBezTo>
                  <a:pt x="1818680" y="659514"/>
                  <a:pt x="1824756" y="673752"/>
                  <a:pt x="1836909" y="684817"/>
                </a:cubicBezTo>
                <a:cubicBezTo>
                  <a:pt x="1849062" y="695881"/>
                  <a:pt x="1866928" y="701413"/>
                  <a:pt x="1890508" y="701413"/>
                </a:cubicBezTo>
                <a:cubicBezTo>
                  <a:pt x="1915176" y="701413"/>
                  <a:pt x="1938122" y="695428"/>
                  <a:pt x="1959343" y="683456"/>
                </a:cubicBezTo>
                <a:cubicBezTo>
                  <a:pt x="1980566" y="671485"/>
                  <a:pt x="1995620" y="656884"/>
                  <a:pt x="2004508" y="639652"/>
                </a:cubicBezTo>
                <a:cubicBezTo>
                  <a:pt x="2013396" y="622421"/>
                  <a:pt x="2017840" y="600020"/>
                  <a:pt x="2017840" y="572449"/>
                </a:cubicBezTo>
                <a:close/>
                <a:moveTo>
                  <a:pt x="4882441" y="380907"/>
                </a:moveTo>
                <a:cubicBezTo>
                  <a:pt x="4854145" y="380907"/>
                  <a:pt x="4831563" y="391156"/>
                  <a:pt x="4814694" y="411652"/>
                </a:cubicBezTo>
                <a:cubicBezTo>
                  <a:pt x="4797826" y="432148"/>
                  <a:pt x="4789391" y="466158"/>
                  <a:pt x="4789391" y="513681"/>
                </a:cubicBezTo>
                <a:cubicBezTo>
                  <a:pt x="4789391" y="555399"/>
                  <a:pt x="4798279" y="586325"/>
                  <a:pt x="4816055" y="606459"/>
                </a:cubicBezTo>
                <a:cubicBezTo>
                  <a:pt x="4833830" y="626592"/>
                  <a:pt x="4857229" y="636659"/>
                  <a:pt x="4886250" y="636659"/>
                </a:cubicBezTo>
                <a:cubicBezTo>
                  <a:pt x="4913821" y="636659"/>
                  <a:pt x="4936947" y="626230"/>
                  <a:pt x="4955630" y="605370"/>
                </a:cubicBezTo>
                <a:cubicBezTo>
                  <a:pt x="4974312" y="584511"/>
                  <a:pt x="4983654" y="553041"/>
                  <a:pt x="4983654" y="510960"/>
                </a:cubicBezTo>
                <a:cubicBezTo>
                  <a:pt x="4983654" y="468879"/>
                  <a:pt x="4973859" y="436683"/>
                  <a:pt x="4954270" y="414373"/>
                </a:cubicBezTo>
                <a:cubicBezTo>
                  <a:pt x="4934680" y="392062"/>
                  <a:pt x="4910737" y="380907"/>
                  <a:pt x="4882441" y="380907"/>
                </a:cubicBezTo>
                <a:close/>
                <a:moveTo>
                  <a:pt x="7464256" y="372745"/>
                </a:moveTo>
                <a:cubicBezTo>
                  <a:pt x="7431969" y="372745"/>
                  <a:pt x="7405306" y="385170"/>
                  <a:pt x="7384265" y="410020"/>
                </a:cubicBezTo>
                <a:cubicBezTo>
                  <a:pt x="7363225" y="434869"/>
                  <a:pt x="7352705" y="472688"/>
                  <a:pt x="7352705" y="523475"/>
                </a:cubicBezTo>
                <a:cubicBezTo>
                  <a:pt x="7352705" y="574989"/>
                  <a:pt x="7363134" y="613079"/>
                  <a:pt x="7383993" y="637747"/>
                </a:cubicBezTo>
                <a:cubicBezTo>
                  <a:pt x="7404853" y="662416"/>
                  <a:pt x="7431063" y="674750"/>
                  <a:pt x="7462623" y="674750"/>
                </a:cubicBezTo>
                <a:cubicBezTo>
                  <a:pt x="7494547" y="674750"/>
                  <a:pt x="7520757" y="662597"/>
                  <a:pt x="7541253" y="638292"/>
                </a:cubicBezTo>
                <a:cubicBezTo>
                  <a:pt x="7561750" y="613986"/>
                  <a:pt x="7571998" y="574989"/>
                  <a:pt x="7571998" y="521299"/>
                </a:cubicBezTo>
                <a:cubicBezTo>
                  <a:pt x="7571998" y="471237"/>
                  <a:pt x="7561659" y="433962"/>
                  <a:pt x="7540981" y="409475"/>
                </a:cubicBezTo>
                <a:cubicBezTo>
                  <a:pt x="7520304" y="384989"/>
                  <a:pt x="7494728" y="372745"/>
                  <a:pt x="7464256" y="372745"/>
                </a:cubicBezTo>
                <a:close/>
                <a:moveTo>
                  <a:pt x="5646613" y="351523"/>
                </a:moveTo>
                <a:cubicBezTo>
                  <a:pt x="5611425" y="351523"/>
                  <a:pt x="5583310" y="365490"/>
                  <a:pt x="5562270" y="393423"/>
                </a:cubicBezTo>
                <a:cubicBezTo>
                  <a:pt x="5548847" y="410836"/>
                  <a:pt x="5540322" y="436774"/>
                  <a:pt x="5536694" y="471237"/>
                </a:cubicBezTo>
                <a:lnTo>
                  <a:pt x="5754900" y="471237"/>
                </a:lnTo>
                <a:cubicBezTo>
                  <a:pt x="5750547" y="428430"/>
                  <a:pt x="5739029" y="397776"/>
                  <a:pt x="5720346" y="379275"/>
                </a:cubicBezTo>
                <a:cubicBezTo>
                  <a:pt x="5701663" y="360774"/>
                  <a:pt x="5677086" y="351523"/>
                  <a:pt x="5646613" y="351523"/>
                </a:cubicBezTo>
                <a:close/>
                <a:moveTo>
                  <a:pt x="3417764" y="351523"/>
                </a:moveTo>
                <a:cubicBezTo>
                  <a:pt x="3382575" y="351523"/>
                  <a:pt x="3354461" y="365490"/>
                  <a:pt x="3333420" y="393423"/>
                </a:cubicBezTo>
                <a:cubicBezTo>
                  <a:pt x="3319998" y="410836"/>
                  <a:pt x="3311473" y="436774"/>
                  <a:pt x="3307845" y="471237"/>
                </a:cubicBezTo>
                <a:lnTo>
                  <a:pt x="3526050" y="471237"/>
                </a:lnTo>
                <a:cubicBezTo>
                  <a:pt x="3521697" y="428430"/>
                  <a:pt x="3510180" y="397776"/>
                  <a:pt x="3491496" y="379275"/>
                </a:cubicBezTo>
                <a:cubicBezTo>
                  <a:pt x="3472814" y="360774"/>
                  <a:pt x="3448236" y="351523"/>
                  <a:pt x="3417764" y="351523"/>
                </a:cubicBezTo>
                <a:close/>
                <a:moveTo>
                  <a:pt x="7460991" y="220382"/>
                </a:moveTo>
                <a:cubicBezTo>
                  <a:pt x="7576714" y="220382"/>
                  <a:pt x="7664141" y="253938"/>
                  <a:pt x="7723273" y="321051"/>
                </a:cubicBezTo>
                <a:cubicBezTo>
                  <a:pt x="7770795" y="375103"/>
                  <a:pt x="7794557" y="441671"/>
                  <a:pt x="7794557" y="520755"/>
                </a:cubicBezTo>
                <a:cubicBezTo>
                  <a:pt x="7794557" y="609633"/>
                  <a:pt x="7765081" y="682459"/>
                  <a:pt x="7706131" y="739232"/>
                </a:cubicBezTo>
                <a:cubicBezTo>
                  <a:pt x="7647181" y="796005"/>
                  <a:pt x="7565650" y="824392"/>
                  <a:pt x="7461535" y="824392"/>
                </a:cubicBezTo>
                <a:cubicBezTo>
                  <a:pt x="7368666" y="824392"/>
                  <a:pt x="7293573" y="800812"/>
                  <a:pt x="7236256" y="753652"/>
                </a:cubicBezTo>
                <a:cubicBezTo>
                  <a:pt x="7165879" y="695246"/>
                  <a:pt x="7130690" y="618702"/>
                  <a:pt x="7130690" y="524020"/>
                </a:cubicBezTo>
                <a:cubicBezTo>
                  <a:pt x="7130690" y="435867"/>
                  <a:pt x="7160437" y="363222"/>
                  <a:pt x="7219931" y="306086"/>
                </a:cubicBezTo>
                <a:cubicBezTo>
                  <a:pt x="7279425" y="248950"/>
                  <a:pt x="7359779" y="220382"/>
                  <a:pt x="7460991" y="220382"/>
                </a:cubicBezTo>
                <a:close/>
                <a:moveTo>
                  <a:pt x="6347664" y="220382"/>
                </a:moveTo>
                <a:cubicBezTo>
                  <a:pt x="6416590" y="220382"/>
                  <a:pt x="6467468" y="225642"/>
                  <a:pt x="6500298" y="236163"/>
                </a:cubicBezTo>
                <a:cubicBezTo>
                  <a:pt x="6533129" y="246683"/>
                  <a:pt x="6560518" y="263008"/>
                  <a:pt x="6582465" y="285136"/>
                </a:cubicBezTo>
                <a:cubicBezTo>
                  <a:pt x="6604413" y="307265"/>
                  <a:pt x="6622642" y="337194"/>
                  <a:pt x="6637153" y="374922"/>
                </a:cubicBezTo>
                <a:lnTo>
                  <a:pt x="6427110" y="395599"/>
                </a:lnTo>
                <a:cubicBezTo>
                  <a:pt x="6421668" y="377098"/>
                  <a:pt x="6412599" y="363494"/>
                  <a:pt x="6399902" y="354788"/>
                </a:cubicBezTo>
                <a:cubicBezTo>
                  <a:pt x="6382489" y="343179"/>
                  <a:pt x="6361449" y="337375"/>
                  <a:pt x="6336780" y="337375"/>
                </a:cubicBezTo>
                <a:cubicBezTo>
                  <a:pt x="6311749" y="337375"/>
                  <a:pt x="6293520" y="341812"/>
                  <a:pt x="6282093" y="350686"/>
                </a:cubicBezTo>
                <a:cubicBezTo>
                  <a:pt x="6270666" y="359559"/>
                  <a:pt x="6264952" y="370336"/>
                  <a:pt x="6264952" y="383016"/>
                </a:cubicBezTo>
                <a:cubicBezTo>
                  <a:pt x="6264952" y="397141"/>
                  <a:pt x="6272208" y="407826"/>
                  <a:pt x="6286718" y="415070"/>
                </a:cubicBezTo>
                <a:cubicBezTo>
                  <a:pt x="6301229" y="422314"/>
                  <a:pt x="6332790" y="428835"/>
                  <a:pt x="6381401" y="434634"/>
                </a:cubicBezTo>
                <a:cubicBezTo>
                  <a:pt x="6455043" y="442966"/>
                  <a:pt x="6509821" y="454562"/>
                  <a:pt x="6545735" y="469421"/>
                </a:cubicBezTo>
                <a:cubicBezTo>
                  <a:pt x="6581649" y="484281"/>
                  <a:pt x="6609129" y="505482"/>
                  <a:pt x="6628174" y="533024"/>
                </a:cubicBezTo>
                <a:cubicBezTo>
                  <a:pt x="6647220" y="560566"/>
                  <a:pt x="6656742" y="590826"/>
                  <a:pt x="6656742" y="623804"/>
                </a:cubicBezTo>
                <a:cubicBezTo>
                  <a:pt x="6656742" y="657144"/>
                  <a:pt x="6646676" y="689579"/>
                  <a:pt x="6626542" y="721109"/>
                </a:cubicBezTo>
                <a:cubicBezTo>
                  <a:pt x="6606408" y="752639"/>
                  <a:pt x="6574666" y="777735"/>
                  <a:pt x="6531315" y="796398"/>
                </a:cubicBezTo>
                <a:cubicBezTo>
                  <a:pt x="6487964" y="815060"/>
                  <a:pt x="6428924" y="824392"/>
                  <a:pt x="6354193" y="824392"/>
                </a:cubicBezTo>
                <a:cubicBezTo>
                  <a:pt x="6248628" y="824392"/>
                  <a:pt x="6173444" y="809337"/>
                  <a:pt x="6128642" y="779227"/>
                </a:cubicBezTo>
                <a:cubicBezTo>
                  <a:pt x="6083840" y="749117"/>
                  <a:pt x="6055091" y="706311"/>
                  <a:pt x="6042394" y="650807"/>
                </a:cubicBezTo>
                <a:lnTo>
                  <a:pt x="6262232" y="630129"/>
                </a:lnTo>
                <a:cubicBezTo>
                  <a:pt x="6271301" y="656249"/>
                  <a:pt x="6283998" y="674931"/>
                  <a:pt x="6300322" y="686177"/>
                </a:cubicBezTo>
                <a:cubicBezTo>
                  <a:pt x="6316647" y="697423"/>
                  <a:pt x="6338413" y="703046"/>
                  <a:pt x="6365621" y="703046"/>
                </a:cubicBezTo>
                <a:cubicBezTo>
                  <a:pt x="6395368" y="703046"/>
                  <a:pt x="6418403" y="696706"/>
                  <a:pt x="6434728" y="684026"/>
                </a:cubicBezTo>
                <a:cubicBezTo>
                  <a:pt x="6447425" y="674611"/>
                  <a:pt x="6453773" y="662841"/>
                  <a:pt x="6453773" y="648716"/>
                </a:cubicBezTo>
                <a:cubicBezTo>
                  <a:pt x="6453773" y="632776"/>
                  <a:pt x="6445430" y="620459"/>
                  <a:pt x="6428742" y="611764"/>
                </a:cubicBezTo>
                <a:cubicBezTo>
                  <a:pt x="6416771" y="605608"/>
                  <a:pt x="6385029" y="598002"/>
                  <a:pt x="6333516" y="588944"/>
                </a:cubicBezTo>
                <a:cubicBezTo>
                  <a:pt x="6256609" y="575538"/>
                  <a:pt x="6203191" y="563128"/>
                  <a:pt x="6173263" y="551712"/>
                </a:cubicBezTo>
                <a:cubicBezTo>
                  <a:pt x="6143334" y="540296"/>
                  <a:pt x="6118122" y="520998"/>
                  <a:pt x="6097625" y="493819"/>
                </a:cubicBezTo>
                <a:cubicBezTo>
                  <a:pt x="6077129" y="466640"/>
                  <a:pt x="6066881" y="435654"/>
                  <a:pt x="6066881" y="400862"/>
                </a:cubicBezTo>
                <a:cubicBezTo>
                  <a:pt x="6066881" y="362806"/>
                  <a:pt x="6077945" y="330006"/>
                  <a:pt x="6100074" y="302464"/>
                </a:cubicBezTo>
                <a:cubicBezTo>
                  <a:pt x="6122203" y="274922"/>
                  <a:pt x="6152675" y="254356"/>
                  <a:pt x="6191492" y="240767"/>
                </a:cubicBezTo>
                <a:cubicBezTo>
                  <a:pt x="6230308" y="227177"/>
                  <a:pt x="6282365" y="220382"/>
                  <a:pt x="6347664" y="220382"/>
                </a:cubicBezTo>
                <a:close/>
                <a:moveTo>
                  <a:pt x="5637363" y="220382"/>
                </a:moveTo>
                <a:cubicBezTo>
                  <a:pt x="5720074" y="220382"/>
                  <a:pt x="5785372" y="232898"/>
                  <a:pt x="5833258" y="257929"/>
                </a:cubicBezTo>
                <a:cubicBezTo>
                  <a:pt x="5881143" y="282960"/>
                  <a:pt x="5917601" y="319237"/>
                  <a:pt x="5942632" y="366759"/>
                </a:cubicBezTo>
                <a:cubicBezTo>
                  <a:pt x="5967663" y="414282"/>
                  <a:pt x="5980179" y="476134"/>
                  <a:pt x="5980179" y="552315"/>
                </a:cubicBezTo>
                <a:lnTo>
                  <a:pt x="5980179" y="577347"/>
                </a:lnTo>
                <a:lnTo>
                  <a:pt x="5536150" y="577347"/>
                </a:lnTo>
                <a:cubicBezTo>
                  <a:pt x="5540141" y="612898"/>
                  <a:pt x="5549754" y="639380"/>
                  <a:pt x="5564990" y="656793"/>
                </a:cubicBezTo>
                <a:cubicBezTo>
                  <a:pt x="5586394" y="681824"/>
                  <a:pt x="5614327" y="694339"/>
                  <a:pt x="5648790" y="694339"/>
                </a:cubicBezTo>
                <a:cubicBezTo>
                  <a:pt x="5670556" y="694339"/>
                  <a:pt x="5691234" y="688898"/>
                  <a:pt x="5710823" y="678015"/>
                </a:cubicBezTo>
                <a:cubicBezTo>
                  <a:pt x="5722795" y="671122"/>
                  <a:pt x="5735673" y="658969"/>
                  <a:pt x="5749458" y="641557"/>
                </a:cubicBezTo>
                <a:lnTo>
                  <a:pt x="5967663" y="661690"/>
                </a:lnTo>
                <a:cubicBezTo>
                  <a:pt x="5934289" y="719733"/>
                  <a:pt x="5894021" y="761361"/>
                  <a:pt x="5846862" y="786573"/>
                </a:cubicBezTo>
                <a:cubicBezTo>
                  <a:pt x="5799702" y="811786"/>
                  <a:pt x="5732045" y="824392"/>
                  <a:pt x="5643893" y="824392"/>
                </a:cubicBezTo>
                <a:cubicBezTo>
                  <a:pt x="5567348" y="824392"/>
                  <a:pt x="5507129" y="813600"/>
                  <a:pt x="5463234" y="792015"/>
                </a:cubicBezTo>
                <a:cubicBezTo>
                  <a:pt x="5419339" y="770430"/>
                  <a:pt x="5382971" y="736148"/>
                  <a:pt x="5354131" y="689170"/>
                </a:cubicBezTo>
                <a:cubicBezTo>
                  <a:pt x="5325292" y="642191"/>
                  <a:pt x="5310871" y="586960"/>
                  <a:pt x="5310871" y="523475"/>
                </a:cubicBezTo>
                <a:cubicBezTo>
                  <a:pt x="5310871" y="433146"/>
                  <a:pt x="5339802" y="360048"/>
                  <a:pt x="5397663" y="304182"/>
                </a:cubicBezTo>
                <a:cubicBezTo>
                  <a:pt x="5455525" y="248315"/>
                  <a:pt x="5535425" y="220382"/>
                  <a:pt x="5637363" y="220382"/>
                </a:cubicBezTo>
                <a:close/>
                <a:moveTo>
                  <a:pt x="4804628" y="220382"/>
                </a:moveTo>
                <a:cubicBezTo>
                  <a:pt x="4849611" y="220382"/>
                  <a:pt x="4886704" y="228000"/>
                  <a:pt x="4915907" y="243237"/>
                </a:cubicBezTo>
                <a:cubicBezTo>
                  <a:pt x="4945110" y="258473"/>
                  <a:pt x="4972408" y="283685"/>
                  <a:pt x="4997802" y="318874"/>
                </a:cubicBezTo>
                <a:lnTo>
                  <a:pt x="4997802" y="233442"/>
                </a:lnTo>
                <a:lnTo>
                  <a:pt x="5205124" y="233442"/>
                </a:lnTo>
                <a:lnTo>
                  <a:pt x="5205124" y="779227"/>
                </a:lnTo>
                <a:lnTo>
                  <a:pt x="5205668" y="804802"/>
                </a:lnTo>
                <a:cubicBezTo>
                  <a:pt x="5205668" y="841079"/>
                  <a:pt x="5197959" y="875633"/>
                  <a:pt x="5182542" y="908463"/>
                </a:cubicBezTo>
                <a:cubicBezTo>
                  <a:pt x="5167124" y="941294"/>
                  <a:pt x="5146628" y="967867"/>
                  <a:pt x="5121052" y="988182"/>
                </a:cubicBezTo>
                <a:cubicBezTo>
                  <a:pt x="5095477" y="1008497"/>
                  <a:pt x="5063009" y="1023189"/>
                  <a:pt x="5023649" y="1032258"/>
                </a:cubicBezTo>
                <a:cubicBezTo>
                  <a:pt x="4984289" y="1041327"/>
                  <a:pt x="4939215" y="1045862"/>
                  <a:pt x="4888428" y="1045862"/>
                </a:cubicBezTo>
                <a:cubicBezTo>
                  <a:pt x="4772342" y="1045862"/>
                  <a:pt x="4692623" y="1028449"/>
                  <a:pt x="4649272" y="993623"/>
                </a:cubicBezTo>
                <a:cubicBezTo>
                  <a:pt x="4605922" y="958798"/>
                  <a:pt x="4584246" y="912182"/>
                  <a:pt x="4584246" y="853776"/>
                </a:cubicBezTo>
                <a:cubicBezTo>
                  <a:pt x="4584246" y="846521"/>
                  <a:pt x="4584609" y="836726"/>
                  <a:pt x="4585334" y="824392"/>
                </a:cubicBezTo>
                <a:lnTo>
                  <a:pt x="4800275" y="848879"/>
                </a:lnTo>
                <a:cubicBezTo>
                  <a:pt x="4805716" y="868831"/>
                  <a:pt x="4814060" y="882616"/>
                  <a:pt x="4825305" y="890234"/>
                </a:cubicBezTo>
                <a:cubicBezTo>
                  <a:pt x="4841630" y="901480"/>
                  <a:pt x="4862126" y="907103"/>
                  <a:pt x="4886795" y="907103"/>
                </a:cubicBezTo>
                <a:cubicBezTo>
                  <a:pt x="4918718" y="907103"/>
                  <a:pt x="4942570" y="898578"/>
                  <a:pt x="4958351" y="881528"/>
                </a:cubicBezTo>
                <a:cubicBezTo>
                  <a:pt x="4974131" y="864478"/>
                  <a:pt x="4982021" y="834731"/>
                  <a:pt x="4982021" y="792287"/>
                </a:cubicBezTo>
                <a:lnTo>
                  <a:pt x="4982021" y="704678"/>
                </a:lnTo>
                <a:cubicBezTo>
                  <a:pt x="4960255" y="730435"/>
                  <a:pt x="4938489" y="749117"/>
                  <a:pt x="4916723" y="760726"/>
                </a:cubicBezTo>
                <a:cubicBezTo>
                  <a:pt x="4882623" y="778864"/>
                  <a:pt x="4845802" y="787934"/>
                  <a:pt x="4806261" y="787934"/>
                </a:cubicBezTo>
                <a:cubicBezTo>
                  <a:pt x="4728991" y="787934"/>
                  <a:pt x="4666595" y="754196"/>
                  <a:pt x="4619072" y="686721"/>
                </a:cubicBezTo>
                <a:cubicBezTo>
                  <a:pt x="4585334" y="638836"/>
                  <a:pt x="4568466" y="575533"/>
                  <a:pt x="4568466" y="496812"/>
                </a:cubicBezTo>
                <a:cubicBezTo>
                  <a:pt x="4568466" y="406845"/>
                  <a:pt x="4590232" y="338282"/>
                  <a:pt x="4633764" y="291122"/>
                </a:cubicBezTo>
                <a:cubicBezTo>
                  <a:pt x="4677296" y="243962"/>
                  <a:pt x="4734251" y="220382"/>
                  <a:pt x="4804628" y="220382"/>
                </a:cubicBezTo>
                <a:close/>
                <a:moveTo>
                  <a:pt x="4267912" y="220382"/>
                </a:moveTo>
                <a:cubicBezTo>
                  <a:pt x="4329220" y="220382"/>
                  <a:pt x="4377196" y="238611"/>
                  <a:pt x="4411841" y="275070"/>
                </a:cubicBezTo>
                <a:cubicBezTo>
                  <a:pt x="4446485" y="311528"/>
                  <a:pt x="4463807" y="367848"/>
                  <a:pt x="4463807" y="444029"/>
                </a:cubicBezTo>
                <a:lnTo>
                  <a:pt x="4463807" y="811332"/>
                </a:lnTo>
                <a:lnTo>
                  <a:pt x="4241249" y="811332"/>
                </a:lnTo>
                <a:lnTo>
                  <a:pt x="4241249" y="493547"/>
                </a:lnTo>
                <a:cubicBezTo>
                  <a:pt x="4241249" y="457270"/>
                  <a:pt x="4234537" y="431604"/>
                  <a:pt x="4221115" y="416549"/>
                </a:cubicBezTo>
                <a:cubicBezTo>
                  <a:pt x="4207692" y="401494"/>
                  <a:pt x="4188828" y="393967"/>
                  <a:pt x="4164523" y="393967"/>
                </a:cubicBezTo>
                <a:cubicBezTo>
                  <a:pt x="4137678" y="393967"/>
                  <a:pt x="4115912" y="404125"/>
                  <a:pt x="4099225" y="424440"/>
                </a:cubicBezTo>
                <a:cubicBezTo>
                  <a:pt x="4082537" y="444755"/>
                  <a:pt x="4074194" y="481213"/>
                  <a:pt x="4074194" y="533814"/>
                </a:cubicBezTo>
                <a:lnTo>
                  <a:pt x="4074194" y="811332"/>
                </a:lnTo>
                <a:lnTo>
                  <a:pt x="3852723" y="811332"/>
                </a:lnTo>
                <a:lnTo>
                  <a:pt x="3852723" y="233442"/>
                </a:lnTo>
                <a:lnTo>
                  <a:pt x="4058957" y="233442"/>
                </a:lnTo>
                <a:lnTo>
                  <a:pt x="4058957" y="327580"/>
                </a:lnTo>
                <a:cubicBezTo>
                  <a:pt x="4089792" y="289127"/>
                  <a:pt x="4120990" y="261647"/>
                  <a:pt x="4152551" y="245141"/>
                </a:cubicBezTo>
                <a:cubicBezTo>
                  <a:pt x="4184112" y="228635"/>
                  <a:pt x="4222566" y="220382"/>
                  <a:pt x="4267912" y="220382"/>
                </a:cubicBezTo>
                <a:close/>
                <a:moveTo>
                  <a:pt x="3408513" y="220382"/>
                </a:moveTo>
                <a:cubicBezTo>
                  <a:pt x="3491224" y="220382"/>
                  <a:pt x="3556523" y="232898"/>
                  <a:pt x="3604408" y="257929"/>
                </a:cubicBezTo>
                <a:cubicBezTo>
                  <a:pt x="3652293" y="282960"/>
                  <a:pt x="3688752" y="319237"/>
                  <a:pt x="3713783" y="366759"/>
                </a:cubicBezTo>
                <a:cubicBezTo>
                  <a:pt x="3738814" y="414282"/>
                  <a:pt x="3751329" y="476134"/>
                  <a:pt x="3751329" y="552315"/>
                </a:cubicBezTo>
                <a:lnTo>
                  <a:pt x="3751329" y="577347"/>
                </a:lnTo>
                <a:lnTo>
                  <a:pt x="3307301" y="577347"/>
                </a:lnTo>
                <a:cubicBezTo>
                  <a:pt x="3311291" y="612898"/>
                  <a:pt x="3320905" y="639380"/>
                  <a:pt x="3336141" y="656793"/>
                </a:cubicBezTo>
                <a:cubicBezTo>
                  <a:pt x="3357544" y="681824"/>
                  <a:pt x="3385478" y="694339"/>
                  <a:pt x="3419940" y="694339"/>
                </a:cubicBezTo>
                <a:cubicBezTo>
                  <a:pt x="3441706" y="694339"/>
                  <a:pt x="3462384" y="688898"/>
                  <a:pt x="3481974" y="678015"/>
                </a:cubicBezTo>
                <a:cubicBezTo>
                  <a:pt x="3493945" y="671122"/>
                  <a:pt x="3506823" y="658969"/>
                  <a:pt x="3520609" y="641557"/>
                </a:cubicBezTo>
                <a:lnTo>
                  <a:pt x="3738814" y="661690"/>
                </a:lnTo>
                <a:cubicBezTo>
                  <a:pt x="3705439" y="719733"/>
                  <a:pt x="3665172" y="761361"/>
                  <a:pt x="3618012" y="786573"/>
                </a:cubicBezTo>
                <a:cubicBezTo>
                  <a:pt x="3570852" y="811786"/>
                  <a:pt x="3503196" y="824392"/>
                  <a:pt x="3415043" y="824392"/>
                </a:cubicBezTo>
                <a:cubicBezTo>
                  <a:pt x="3338499" y="824392"/>
                  <a:pt x="3278279" y="813600"/>
                  <a:pt x="3234384" y="792015"/>
                </a:cubicBezTo>
                <a:cubicBezTo>
                  <a:pt x="3190490" y="770430"/>
                  <a:pt x="3154122" y="736148"/>
                  <a:pt x="3125282" y="689170"/>
                </a:cubicBezTo>
                <a:cubicBezTo>
                  <a:pt x="3096442" y="642191"/>
                  <a:pt x="3082021" y="586960"/>
                  <a:pt x="3082021" y="523475"/>
                </a:cubicBezTo>
                <a:cubicBezTo>
                  <a:pt x="3082021" y="433146"/>
                  <a:pt x="3110952" y="360048"/>
                  <a:pt x="3168814" y="304182"/>
                </a:cubicBezTo>
                <a:cubicBezTo>
                  <a:pt x="3226675" y="248315"/>
                  <a:pt x="3306575" y="220382"/>
                  <a:pt x="3408513" y="220382"/>
                </a:cubicBezTo>
                <a:close/>
                <a:moveTo>
                  <a:pt x="1912819" y="220382"/>
                </a:moveTo>
                <a:cubicBezTo>
                  <a:pt x="1979205" y="220382"/>
                  <a:pt x="2032532" y="224101"/>
                  <a:pt x="2072799" y="231537"/>
                </a:cubicBezTo>
                <a:cubicBezTo>
                  <a:pt x="2113067" y="238974"/>
                  <a:pt x="2146623" y="254482"/>
                  <a:pt x="2173468" y="278062"/>
                </a:cubicBezTo>
                <a:cubicBezTo>
                  <a:pt x="2192332" y="294387"/>
                  <a:pt x="2207205" y="317514"/>
                  <a:pt x="2218088" y="347442"/>
                </a:cubicBezTo>
                <a:cubicBezTo>
                  <a:pt x="2228971" y="377370"/>
                  <a:pt x="2234413" y="405938"/>
                  <a:pt x="2234413" y="433146"/>
                </a:cubicBezTo>
                <a:lnTo>
                  <a:pt x="2234413" y="688354"/>
                </a:lnTo>
                <a:cubicBezTo>
                  <a:pt x="2234413" y="715561"/>
                  <a:pt x="2236136" y="736874"/>
                  <a:pt x="2239582" y="752292"/>
                </a:cubicBezTo>
                <a:cubicBezTo>
                  <a:pt x="2243029" y="767709"/>
                  <a:pt x="2250556" y="787389"/>
                  <a:pt x="2262165" y="811332"/>
                </a:cubicBezTo>
                <a:lnTo>
                  <a:pt x="2054298" y="811332"/>
                </a:lnTo>
                <a:cubicBezTo>
                  <a:pt x="2045955" y="796459"/>
                  <a:pt x="2040513" y="785122"/>
                  <a:pt x="2037974" y="777323"/>
                </a:cubicBezTo>
                <a:cubicBezTo>
                  <a:pt x="2035434" y="769523"/>
                  <a:pt x="2032895" y="757280"/>
                  <a:pt x="2030356" y="740592"/>
                </a:cubicBezTo>
                <a:cubicBezTo>
                  <a:pt x="2001334" y="768526"/>
                  <a:pt x="1972494" y="788478"/>
                  <a:pt x="1943835" y="800449"/>
                </a:cubicBezTo>
                <a:cubicBezTo>
                  <a:pt x="1904656" y="816411"/>
                  <a:pt x="1859129" y="824392"/>
                  <a:pt x="1807253" y="824392"/>
                </a:cubicBezTo>
                <a:cubicBezTo>
                  <a:pt x="1738327" y="824392"/>
                  <a:pt x="1685997" y="808430"/>
                  <a:pt x="1650265" y="776506"/>
                </a:cubicBezTo>
                <a:cubicBezTo>
                  <a:pt x="1614532" y="744583"/>
                  <a:pt x="1596666" y="705222"/>
                  <a:pt x="1596666" y="658425"/>
                </a:cubicBezTo>
                <a:cubicBezTo>
                  <a:pt x="1596666" y="614530"/>
                  <a:pt x="1609544" y="578435"/>
                  <a:pt x="1635300" y="550139"/>
                </a:cubicBezTo>
                <a:cubicBezTo>
                  <a:pt x="1661057" y="521843"/>
                  <a:pt x="1708580" y="500802"/>
                  <a:pt x="1777869" y="487017"/>
                </a:cubicBezTo>
                <a:cubicBezTo>
                  <a:pt x="1860942" y="470330"/>
                  <a:pt x="1914814" y="458631"/>
                  <a:pt x="1939482" y="451919"/>
                </a:cubicBezTo>
                <a:cubicBezTo>
                  <a:pt x="1964150" y="445208"/>
                  <a:pt x="1990270" y="436411"/>
                  <a:pt x="2017840" y="425528"/>
                </a:cubicBezTo>
                <a:cubicBezTo>
                  <a:pt x="2017840" y="398320"/>
                  <a:pt x="2012217" y="379275"/>
                  <a:pt x="2000971" y="368392"/>
                </a:cubicBezTo>
                <a:cubicBezTo>
                  <a:pt x="1989725" y="357509"/>
                  <a:pt x="1969955" y="352067"/>
                  <a:pt x="1941659" y="352067"/>
                </a:cubicBezTo>
                <a:cubicBezTo>
                  <a:pt x="1905382" y="352067"/>
                  <a:pt x="1878174" y="357872"/>
                  <a:pt x="1860036" y="369480"/>
                </a:cubicBezTo>
                <a:cubicBezTo>
                  <a:pt x="1845888" y="378549"/>
                  <a:pt x="1834460" y="395599"/>
                  <a:pt x="1825754" y="420631"/>
                </a:cubicBezTo>
                <a:lnTo>
                  <a:pt x="1614079" y="398320"/>
                </a:lnTo>
                <a:cubicBezTo>
                  <a:pt x="1622059" y="361318"/>
                  <a:pt x="1633577" y="332206"/>
                  <a:pt x="1648632" y="310984"/>
                </a:cubicBezTo>
                <a:cubicBezTo>
                  <a:pt x="1663687" y="289762"/>
                  <a:pt x="1685363" y="271351"/>
                  <a:pt x="1713659" y="255752"/>
                </a:cubicBezTo>
                <a:cubicBezTo>
                  <a:pt x="1733973" y="244506"/>
                  <a:pt x="1761907" y="235800"/>
                  <a:pt x="1797458" y="229633"/>
                </a:cubicBezTo>
                <a:cubicBezTo>
                  <a:pt x="1833009" y="223466"/>
                  <a:pt x="1871463" y="220382"/>
                  <a:pt x="1912819" y="220382"/>
                </a:cubicBezTo>
                <a:close/>
                <a:moveTo>
                  <a:pt x="8845711" y="13604"/>
                </a:moveTo>
                <a:lnTo>
                  <a:pt x="9371907" y="13604"/>
                </a:lnTo>
                <a:lnTo>
                  <a:pt x="9371907" y="190454"/>
                </a:lnTo>
                <a:lnTo>
                  <a:pt x="9015487" y="190454"/>
                </a:lnTo>
                <a:lnTo>
                  <a:pt x="8996441" y="310167"/>
                </a:lnTo>
                <a:cubicBezTo>
                  <a:pt x="9021110" y="298559"/>
                  <a:pt x="9045505" y="289852"/>
                  <a:pt x="9069630" y="284048"/>
                </a:cubicBezTo>
                <a:cubicBezTo>
                  <a:pt x="9093754" y="278244"/>
                  <a:pt x="9117605" y="275342"/>
                  <a:pt x="9141186" y="275342"/>
                </a:cubicBezTo>
                <a:cubicBezTo>
                  <a:pt x="9220994" y="275342"/>
                  <a:pt x="9285748" y="299466"/>
                  <a:pt x="9335448" y="347714"/>
                </a:cubicBezTo>
                <a:cubicBezTo>
                  <a:pt x="9385148" y="395962"/>
                  <a:pt x="9409997" y="456726"/>
                  <a:pt x="9409997" y="530005"/>
                </a:cubicBezTo>
                <a:cubicBezTo>
                  <a:pt x="9409997" y="581518"/>
                  <a:pt x="9397210" y="631036"/>
                  <a:pt x="9371635" y="678559"/>
                </a:cubicBezTo>
                <a:cubicBezTo>
                  <a:pt x="9346059" y="726082"/>
                  <a:pt x="9309783" y="762358"/>
                  <a:pt x="9262804" y="787389"/>
                </a:cubicBezTo>
                <a:cubicBezTo>
                  <a:pt x="9215825" y="812421"/>
                  <a:pt x="9155696" y="824936"/>
                  <a:pt x="9082417" y="824936"/>
                </a:cubicBezTo>
                <a:cubicBezTo>
                  <a:pt x="9029816" y="824936"/>
                  <a:pt x="8984742" y="819948"/>
                  <a:pt x="8947195" y="809972"/>
                </a:cubicBezTo>
                <a:cubicBezTo>
                  <a:pt x="8909649" y="799996"/>
                  <a:pt x="8877726" y="785122"/>
                  <a:pt x="8851424" y="765351"/>
                </a:cubicBezTo>
                <a:cubicBezTo>
                  <a:pt x="8825124" y="745580"/>
                  <a:pt x="8803811" y="723179"/>
                  <a:pt x="8787486" y="698148"/>
                </a:cubicBezTo>
                <a:cubicBezTo>
                  <a:pt x="8771162" y="673117"/>
                  <a:pt x="8757558" y="641919"/>
                  <a:pt x="8746675" y="604554"/>
                </a:cubicBezTo>
                <a:lnTo>
                  <a:pt x="8970866" y="580067"/>
                </a:lnTo>
                <a:cubicBezTo>
                  <a:pt x="8976308" y="615981"/>
                  <a:pt x="8989005" y="643280"/>
                  <a:pt x="9008957" y="661962"/>
                </a:cubicBezTo>
                <a:cubicBezTo>
                  <a:pt x="9028908" y="680645"/>
                  <a:pt x="9052671" y="689986"/>
                  <a:pt x="9080241" y="689986"/>
                </a:cubicBezTo>
                <a:cubicBezTo>
                  <a:pt x="9111075" y="689986"/>
                  <a:pt x="9136561" y="678287"/>
                  <a:pt x="9156694" y="654888"/>
                </a:cubicBezTo>
                <a:cubicBezTo>
                  <a:pt x="9176828" y="631490"/>
                  <a:pt x="9186895" y="596573"/>
                  <a:pt x="9186895" y="550139"/>
                </a:cubicBezTo>
                <a:cubicBezTo>
                  <a:pt x="9186895" y="502616"/>
                  <a:pt x="9176738" y="467790"/>
                  <a:pt x="9156422" y="445662"/>
                </a:cubicBezTo>
                <a:cubicBezTo>
                  <a:pt x="9136106" y="423533"/>
                  <a:pt x="9109081" y="412468"/>
                  <a:pt x="9075343" y="412468"/>
                </a:cubicBezTo>
                <a:cubicBezTo>
                  <a:pt x="9053939" y="412468"/>
                  <a:pt x="9033262" y="417728"/>
                  <a:pt x="9013310" y="428249"/>
                </a:cubicBezTo>
                <a:cubicBezTo>
                  <a:pt x="8998436" y="435867"/>
                  <a:pt x="8982111" y="449652"/>
                  <a:pt x="8964336" y="469604"/>
                </a:cubicBezTo>
                <a:lnTo>
                  <a:pt x="8775515" y="442397"/>
                </a:lnTo>
                <a:close/>
                <a:moveTo>
                  <a:pt x="2745917" y="13604"/>
                </a:moveTo>
                <a:lnTo>
                  <a:pt x="2967931" y="13604"/>
                </a:lnTo>
                <a:lnTo>
                  <a:pt x="2967931" y="811332"/>
                </a:lnTo>
                <a:lnTo>
                  <a:pt x="2745917" y="811332"/>
                </a:lnTo>
                <a:close/>
                <a:moveTo>
                  <a:pt x="2374441" y="13604"/>
                </a:moveTo>
                <a:lnTo>
                  <a:pt x="2596456" y="13604"/>
                </a:lnTo>
                <a:lnTo>
                  <a:pt x="2596456" y="811332"/>
                </a:lnTo>
                <a:lnTo>
                  <a:pt x="2374441" y="811332"/>
                </a:lnTo>
                <a:close/>
                <a:moveTo>
                  <a:pt x="880923" y="13604"/>
                </a:moveTo>
                <a:lnTo>
                  <a:pt x="1102393" y="13604"/>
                </a:lnTo>
                <a:lnTo>
                  <a:pt x="1102393" y="307447"/>
                </a:lnTo>
                <a:cubicBezTo>
                  <a:pt x="1132503" y="276249"/>
                  <a:pt x="1162432" y="253938"/>
                  <a:pt x="1192179" y="240516"/>
                </a:cubicBezTo>
                <a:cubicBezTo>
                  <a:pt x="1221926" y="227094"/>
                  <a:pt x="1257114" y="220382"/>
                  <a:pt x="1297744" y="220382"/>
                </a:cubicBezTo>
                <a:cubicBezTo>
                  <a:pt x="1357964" y="220382"/>
                  <a:pt x="1405396" y="238702"/>
                  <a:pt x="1440040" y="275342"/>
                </a:cubicBezTo>
                <a:cubicBezTo>
                  <a:pt x="1474685" y="311981"/>
                  <a:pt x="1492007" y="368210"/>
                  <a:pt x="1492007" y="444029"/>
                </a:cubicBezTo>
                <a:lnTo>
                  <a:pt x="1492007" y="811332"/>
                </a:lnTo>
                <a:lnTo>
                  <a:pt x="1269448" y="811332"/>
                </a:lnTo>
                <a:lnTo>
                  <a:pt x="1269448" y="493547"/>
                </a:lnTo>
                <a:cubicBezTo>
                  <a:pt x="1269448" y="457270"/>
                  <a:pt x="1262737" y="431604"/>
                  <a:pt x="1249315" y="416549"/>
                </a:cubicBezTo>
                <a:cubicBezTo>
                  <a:pt x="1235892" y="401494"/>
                  <a:pt x="1217028" y="393967"/>
                  <a:pt x="1192723" y="393967"/>
                </a:cubicBezTo>
                <a:cubicBezTo>
                  <a:pt x="1165878" y="393967"/>
                  <a:pt x="1144112" y="404125"/>
                  <a:pt x="1127424" y="424440"/>
                </a:cubicBezTo>
                <a:cubicBezTo>
                  <a:pt x="1110737" y="444755"/>
                  <a:pt x="1102393" y="481213"/>
                  <a:pt x="1102393" y="533814"/>
                </a:cubicBezTo>
                <a:lnTo>
                  <a:pt x="1102393" y="811332"/>
                </a:lnTo>
                <a:lnTo>
                  <a:pt x="880923" y="811332"/>
                </a:lnTo>
                <a:close/>
                <a:moveTo>
                  <a:pt x="9934198" y="0"/>
                </a:moveTo>
                <a:cubicBezTo>
                  <a:pt x="10022351" y="0"/>
                  <a:pt x="10088284" y="7981"/>
                  <a:pt x="10131997" y="23943"/>
                </a:cubicBezTo>
                <a:cubicBezTo>
                  <a:pt x="10175711" y="39905"/>
                  <a:pt x="10211988" y="64664"/>
                  <a:pt x="10240828" y="98220"/>
                </a:cubicBezTo>
                <a:cubicBezTo>
                  <a:pt x="10269668" y="131776"/>
                  <a:pt x="10291344" y="174311"/>
                  <a:pt x="10305854" y="225824"/>
                </a:cubicBezTo>
                <a:lnTo>
                  <a:pt x="10068059" y="268268"/>
                </a:lnTo>
                <a:cubicBezTo>
                  <a:pt x="10058265" y="238158"/>
                  <a:pt x="10041668" y="215122"/>
                  <a:pt x="10018269" y="199160"/>
                </a:cubicBezTo>
                <a:cubicBezTo>
                  <a:pt x="9994871" y="183198"/>
                  <a:pt x="9965033" y="175218"/>
                  <a:pt x="9928756" y="175218"/>
                </a:cubicBezTo>
                <a:cubicBezTo>
                  <a:pt x="9874704" y="175218"/>
                  <a:pt x="9831625" y="193991"/>
                  <a:pt x="9799520" y="231537"/>
                </a:cubicBezTo>
                <a:cubicBezTo>
                  <a:pt x="9767415" y="269084"/>
                  <a:pt x="9751363" y="328487"/>
                  <a:pt x="9751363" y="409747"/>
                </a:cubicBezTo>
                <a:cubicBezTo>
                  <a:pt x="9751363" y="496086"/>
                  <a:pt x="9767596" y="557757"/>
                  <a:pt x="9800064" y="594759"/>
                </a:cubicBezTo>
                <a:cubicBezTo>
                  <a:pt x="9832532" y="631762"/>
                  <a:pt x="9877787" y="650263"/>
                  <a:pt x="9935830" y="650263"/>
                </a:cubicBezTo>
                <a:cubicBezTo>
                  <a:pt x="9963401" y="650263"/>
                  <a:pt x="9989701" y="646273"/>
                  <a:pt x="10014732" y="638292"/>
                </a:cubicBezTo>
                <a:cubicBezTo>
                  <a:pt x="10039764" y="630311"/>
                  <a:pt x="10068422" y="616707"/>
                  <a:pt x="10100709" y="597480"/>
                </a:cubicBezTo>
                <a:lnTo>
                  <a:pt x="10100709" y="522387"/>
                </a:lnTo>
                <a:lnTo>
                  <a:pt x="9935830" y="522387"/>
                </a:lnTo>
                <a:lnTo>
                  <a:pt x="9935830" y="356420"/>
                </a:lnTo>
                <a:lnTo>
                  <a:pt x="10316737" y="356420"/>
                </a:lnTo>
                <a:lnTo>
                  <a:pt x="10316737" y="696516"/>
                </a:lnTo>
                <a:cubicBezTo>
                  <a:pt x="10243821" y="746215"/>
                  <a:pt x="10179339" y="780043"/>
                  <a:pt x="10123291" y="798000"/>
                </a:cubicBezTo>
                <a:cubicBezTo>
                  <a:pt x="10067243" y="815958"/>
                  <a:pt x="10000766" y="824936"/>
                  <a:pt x="9923859" y="824936"/>
                </a:cubicBezTo>
                <a:cubicBezTo>
                  <a:pt x="9829176" y="824936"/>
                  <a:pt x="9751997" y="808793"/>
                  <a:pt x="9692323" y="776506"/>
                </a:cubicBezTo>
                <a:cubicBezTo>
                  <a:pt x="9632647" y="744220"/>
                  <a:pt x="9586393" y="696153"/>
                  <a:pt x="9553564" y="632306"/>
                </a:cubicBezTo>
                <a:cubicBezTo>
                  <a:pt x="9520732" y="568459"/>
                  <a:pt x="9504318" y="495179"/>
                  <a:pt x="9504318" y="412468"/>
                </a:cubicBezTo>
                <a:cubicBezTo>
                  <a:pt x="9504318" y="325404"/>
                  <a:pt x="9522275" y="249676"/>
                  <a:pt x="9558189" y="185284"/>
                </a:cubicBezTo>
                <a:cubicBezTo>
                  <a:pt x="9594103" y="120893"/>
                  <a:pt x="9646704" y="72010"/>
                  <a:pt x="9715993" y="38635"/>
                </a:cubicBezTo>
                <a:cubicBezTo>
                  <a:pt x="9770045" y="12879"/>
                  <a:pt x="9842780" y="0"/>
                  <a:pt x="9934198" y="0"/>
                </a:cubicBezTo>
                <a:close/>
                <a:moveTo>
                  <a:pt x="8131024" y="0"/>
                </a:moveTo>
                <a:cubicBezTo>
                  <a:pt x="8169841" y="0"/>
                  <a:pt x="8226251" y="4535"/>
                  <a:pt x="8300256" y="13604"/>
                </a:cubicBezTo>
                <a:lnTo>
                  <a:pt x="8275769" y="147466"/>
                </a:lnTo>
                <a:cubicBezTo>
                  <a:pt x="8249287" y="143113"/>
                  <a:pt x="8227883" y="140936"/>
                  <a:pt x="8211559" y="140936"/>
                </a:cubicBezTo>
                <a:cubicBezTo>
                  <a:pt x="8191607" y="140936"/>
                  <a:pt x="8177277" y="144292"/>
                  <a:pt x="8168571" y="151003"/>
                </a:cubicBezTo>
                <a:cubicBezTo>
                  <a:pt x="8159865" y="157714"/>
                  <a:pt x="8153697" y="168325"/>
                  <a:pt x="8150069" y="182836"/>
                </a:cubicBezTo>
                <a:cubicBezTo>
                  <a:pt x="8148255" y="190817"/>
                  <a:pt x="8147349" y="207685"/>
                  <a:pt x="8147349" y="233442"/>
                </a:cubicBezTo>
                <a:lnTo>
                  <a:pt x="8252914" y="233442"/>
                </a:lnTo>
                <a:lnTo>
                  <a:pt x="8252914" y="395599"/>
                </a:lnTo>
                <a:lnTo>
                  <a:pt x="8147349" y="395599"/>
                </a:lnTo>
                <a:lnTo>
                  <a:pt x="8147349" y="811332"/>
                </a:lnTo>
                <a:lnTo>
                  <a:pt x="7925335" y="811332"/>
                </a:lnTo>
                <a:lnTo>
                  <a:pt x="7925335" y="395599"/>
                </a:lnTo>
                <a:lnTo>
                  <a:pt x="7842623" y="395599"/>
                </a:lnTo>
                <a:lnTo>
                  <a:pt x="7842623" y="233442"/>
                </a:lnTo>
                <a:lnTo>
                  <a:pt x="7925335" y="233442"/>
                </a:lnTo>
                <a:lnTo>
                  <a:pt x="7925335" y="207323"/>
                </a:lnTo>
                <a:cubicBezTo>
                  <a:pt x="7925335" y="183743"/>
                  <a:pt x="7927874" y="157805"/>
                  <a:pt x="7932953" y="129509"/>
                </a:cubicBezTo>
                <a:cubicBezTo>
                  <a:pt x="7938031" y="101213"/>
                  <a:pt x="7947554" y="78086"/>
                  <a:pt x="7961521" y="60129"/>
                </a:cubicBezTo>
                <a:cubicBezTo>
                  <a:pt x="7975487" y="42172"/>
                  <a:pt x="7995077" y="27661"/>
                  <a:pt x="8020289" y="16597"/>
                </a:cubicBezTo>
                <a:cubicBezTo>
                  <a:pt x="8045501" y="5533"/>
                  <a:pt x="8082413" y="0"/>
                  <a:pt x="8131024" y="0"/>
                </a:cubicBezTo>
                <a:close/>
                <a:moveTo>
                  <a:pt x="403218" y="0"/>
                </a:moveTo>
                <a:cubicBezTo>
                  <a:pt x="503704" y="0"/>
                  <a:pt x="582697" y="20315"/>
                  <a:pt x="640196" y="60945"/>
                </a:cubicBezTo>
                <a:cubicBezTo>
                  <a:pt x="697695" y="101576"/>
                  <a:pt x="740411" y="163972"/>
                  <a:pt x="768344" y="248134"/>
                </a:cubicBezTo>
                <a:lnTo>
                  <a:pt x="550683" y="296564"/>
                </a:lnTo>
                <a:cubicBezTo>
                  <a:pt x="543065" y="272258"/>
                  <a:pt x="535084" y="254482"/>
                  <a:pt x="526740" y="243237"/>
                </a:cubicBezTo>
                <a:cubicBezTo>
                  <a:pt x="512955" y="224373"/>
                  <a:pt x="496086" y="209862"/>
                  <a:pt x="476134" y="199704"/>
                </a:cubicBezTo>
                <a:cubicBezTo>
                  <a:pt x="456182" y="189547"/>
                  <a:pt x="433871" y="184468"/>
                  <a:pt x="409203" y="184468"/>
                </a:cubicBezTo>
                <a:cubicBezTo>
                  <a:pt x="353337" y="184468"/>
                  <a:pt x="310530" y="206934"/>
                  <a:pt x="280783" y="251867"/>
                </a:cubicBezTo>
                <a:cubicBezTo>
                  <a:pt x="258291" y="285202"/>
                  <a:pt x="247045" y="337557"/>
                  <a:pt x="247045" y="408931"/>
                </a:cubicBezTo>
                <a:cubicBezTo>
                  <a:pt x="247045" y="497345"/>
                  <a:pt x="260468" y="557947"/>
                  <a:pt x="287313" y="590738"/>
                </a:cubicBezTo>
                <a:cubicBezTo>
                  <a:pt x="314158" y="623529"/>
                  <a:pt x="351886" y="639924"/>
                  <a:pt x="400497" y="639924"/>
                </a:cubicBezTo>
                <a:cubicBezTo>
                  <a:pt x="447657" y="639924"/>
                  <a:pt x="483299" y="626683"/>
                  <a:pt x="507423" y="600201"/>
                </a:cubicBezTo>
                <a:cubicBezTo>
                  <a:pt x="531547" y="573719"/>
                  <a:pt x="549051" y="535265"/>
                  <a:pt x="559933" y="484841"/>
                </a:cubicBezTo>
                <a:lnTo>
                  <a:pt x="775962" y="550139"/>
                </a:lnTo>
                <a:cubicBezTo>
                  <a:pt x="761451" y="610721"/>
                  <a:pt x="738597" y="661327"/>
                  <a:pt x="707399" y="701957"/>
                </a:cubicBezTo>
                <a:cubicBezTo>
                  <a:pt x="676201" y="742588"/>
                  <a:pt x="637475" y="773242"/>
                  <a:pt x="591222" y="793919"/>
                </a:cubicBezTo>
                <a:cubicBezTo>
                  <a:pt x="544969" y="814597"/>
                  <a:pt x="486110" y="824936"/>
                  <a:pt x="414645" y="824936"/>
                </a:cubicBezTo>
                <a:cubicBezTo>
                  <a:pt x="327943" y="824936"/>
                  <a:pt x="257112" y="812338"/>
                  <a:pt x="202153" y="787143"/>
                </a:cubicBezTo>
                <a:cubicBezTo>
                  <a:pt x="147194" y="761948"/>
                  <a:pt x="99761" y="717629"/>
                  <a:pt x="59857" y="654187"/>
                </a:cubicBezTo>
                <a:cubicBezTo>
                  <a:pt x="19952" y="590745"/>
                  <a:pt x="0" y="509537"/>
                  <a:pt x="0" y="410564"/>
                </a:cubicBezTo>
                <a:cubicBezTo>
                  <a:pt x="0" y="278607"/>
                  <a:pt x="35098" y="177190"/>
                  <a:pt x="105294" y="106314"/>
                </a:cubicBezTo>
                <a:cubicBezTo>
                  <a:pt x="175490" y="35438"/>
                  <a:pt x="274797" y="0"/>
                  <a:pt x="403218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55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57652-8AEE-4E78-BE01-F2F6314B7C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12649200" y="0"/>
            <a:ext cx="792762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B741B-DDD6-437D-B4FF-2FE9DA8E1FDC}"/>
              </a:ext>
            </a:extLst>
          </p:cNvPr>
          <p:cNvSpPr txBox="1"/>
          <p:nvPr/>
        </p:nvSpPr>
        <p:spPr>
          <a:xfrm>
            <a:off x="947281" y="-1747365"/>
            <a:ext cx="8824238" cy="921865"/>
          </a:xfrm>
          <a:custGeom>
            <a:avLst/>
            <a:gdLst/>
            <a:ahLst/>
            <a:cxnLst/>
            <a:rect l="l" t="t" r="r" b="b"/>
            <a:pathLst>
              <a:path w="10316737" h="1045862">
                <a:moveTo>
                  <a:pt x="2017840" y="537079"/>
                </a:moveTo>
                <a:cubicBezTo>
                  <a:pt x="1987367" y="547962"/>
                  <a:pt x="1955625" y="557576"/>
                  <a:pt x="1922613" y="565919"/>
                </a:cubicBezTo>
                <a:cubicBezTo>
                  <a:pt x="1877630" y="577891"/>
                  <a:pt x="1849153" y="589681"/>
                  <a:pt x="1837181" y="601289"/>
                </a:cubicBezTo>
                <a:cubicBezTo>
                  <a:pt x="1824847" y="613261"/>
                  <a:pt x="1818680" y="626864"/>
                  <a:pt x="1818680" y="642101"/>
                </a:cubicBezTo>
                <a:cubicBezTo>
                  <a:pt x="1818680" y="659514"/>
                  <a:pt x="1824756" y="673752"/>
                  <a:pt x="1836909" y="684817"/>
                </a:cubicBezTo>
                <a:cubicBezTo>
                  <a:pt x="1849062" y="695881"/>
                  <a:pt x="1866928" y="701413"/>
                  <a:pt x="1890508" y="701413"/>
                </a:cubicBezTo>
                <a:cubicBezTo>
                  <a:pt x="1915176" y="701413"/>
                  <a:pt x="1938122" y="695428"/>
                  <a:pt x="1959343" y="683456"/>
                </a:cubicBezTo>
                <a:cubicBezTo>
                  <a:pt x="1980566" y="671485"/>
                  <a:pt x="1995620" y="656884"/>
                  <a:pt x="2004508" y="639652"/>
                </a:cubicBezTo>
                <a:cubicBezTo>
                  <a:pt x="2013396" y="622421"/>
                  <a:pt x="2017840" y="600020"/>
                  <a:pt x="2017840" y="572449"/>
                </a:cubicBezTo>
                <a:close/>
                <a:moveTo>
                  <a:pt x="4882441" y="380907"/>
                </a:moveTo>
                <a:cubicBezTo>
                  <a:pt x="4854145" y="380907"/>
                  <a:pt x="4831563" y="391156"/>
                  <a:pt x="4814694" y="411652"/>
                </a:cubicBezTo>
                <a:cubicBezTo>
                  <a:pt x="4797826" y="432148"/>
                  <a:pt x="4789391" y="466158"/>
                  <a:pt x="4789391" y="513681"/>
                </a:cubicBezTo>
                <a:cubicBezTo>
                  <a:pt x="4789391" y="555399"/>
                  <a:pt x="4798279" y="586325"/>
                  <a:pt x="4816055" y="606459"/>
                </a:cubicBezTo>
                <a:cubicBezTo>
                  <a:pt x="4833830" y="626592"/>
                  <a:pt x="4857229" y="636659"/>
                  <a:pt x="4886250" y="636659"/>
                </a:cubicBezTo>
                <a:cubicBezTo>
                  <a:pt x="4913821" y="636659"/>
                  <a:pt x="4936947" y="626230"/>
                  <a:pt x="4955630" y="605370"/>
                </a:cubicBezTo>
                <a:cubicBezTo>
                  <a:pt x="4974312" y="584511"/>
                  <a:pt x="4983654" y="553041"/>
                  <a:pt x="4983654" y="510960"/>
                </a:cubicBezTo>
                <a:cubicBezTo>
                  <a:pt x="4983654" y="468879"/>
                  <a:pt x="4973859" y="436683"/>
                  <a:pt x="4954270" y="414373"/>
                </a:cubicBezTo>
                <a:cubicBezTo>
                  <a:pt x="4934680" y="392062"/>
                  <a:pt x="4910737" y="380907"/>
                  <a:pt x="4882441" y="380907"/>
                </a:cubicBezTo>
                <a:close/>
                <a:moveTo>
                  <a:pt x="7464256" y="372745"/>
                </a:moveTo>
                <a:cubicBezTo>
                  <a:pt x="7431969" y="372745"/>
                  <a:pt x="7405306" y="385170"/>
                  <a:pt x="7384265" y="410020"/>
                </a:cubicBezTo>
                <a:cubicBezTo>
                  <a:pt x="7363225" y="434869"/>
                  <a:pt x="7352705" y="472688"/>
                  <a:pt x="7352705" y="523475"/>
                </a:cubicBezTo>
                <a:cubicBezTo>
                  <a:pt x="7352705" y="574989"/>
                  <a:pt x="7363134" y="613079"/>
                  <a:pt x="7383993" y="637747"/>
                </a:cubicBezTo>
                <a:cubicBezTo>
                  <a:pt x="7404853" y="662416"/>
                  <a:pt x="7431063" y="674750"/>
                  <a:pt x="7462623" y="674750"/>
                </a:cubicBezTo>
                <a:cubicBezTo>
                  <a:pt x="7494547" y="674750"/>
                  <a:pt x="7520757" y="662597"/>
                  <a:pt x="7541253" y="638292"/>
                </a:cubicBezTo>
                <a:cubicBezTo>
                  <a:pt x="7561750" y="613986"/>
                  <a:pt x="7571998" y="574989"/>
                  <a:pt x="7571998" y="521299"/>
                </a:cubicBezTo>
                <a:cubicBezTo>
                  <a:pt x="7571998" y="471237"/>
                  <a:pt x="7561659" y="433962"/>
                  <a:pt x="7540981" y="409475"/>
                </a:cubicBezTo>
                <a:cubicBezTo>
                  <a:pt x="7520304" y="384989"/>
                  <a:pt x="7494728" y="372745"/>
                  <a:pt x="7464256" y="372745"/>
                </a:cubicBezTo>
                <a:close/>
                <a:moveTo>
                  <a:pt x="5646613" y="351523"/>
                </a:moveTo>
                <a:cubicBezTo>
                  <a:pt x="5611425" y="351523"/>
                  <a:pt x="5583310" y="365490"/>
                  <a:pt x="5562270" y="393423"/>
                </a:cubicBezTo>
                <a:cubicBezTo>
                  <a:pt x="5548847" y="410836"/>
                  <a:pt x="5540322" y="436774"/>
                  <a:pt x="5536694" y="471237"/>
                </a:cubicBezTo>
                <a:lnTo>
                  <a:pt x="5754900" y="471237"/>
                </a:lnTo>
                <a:cubicBezTo>
                  <a:pt x="5750547" y="428430"/>
                  <a:pt x="5739029" y="397776"/>
                  <a:pt x="5720346" y="379275"/>
                </a:cubicBezTo>
                <a:cubicBezTo>
                  <a:pt x="5701663" y="360774"/>
                  <a:pt x="5677086" y="351523"/>
                  <a:pt x="5646613" y="351523"/>
                </a:cubicBezTo>
                <a:close/>
                <a:moveTo>
                  <a:pt x="3417764" y="351523"/>
                </a:moveTo>
                <a:cubicBezTo>
                  <a:pt x="3382575" y="351523"/>
                  <a:pt x="3354461" y="365490"/>
                  <a:pt x="3333420" y="393423"/>
                </a:cubicBezTo>
                <a:cubicBezTo>
                  <a:pt x="3319998" y="410836"/>
                  <a:pt x="3311473" y="436774"/>
                  <a:pt x="3307845" y="471237"/>
                </a:cubicBezTo>
                <a:lnTo>
                  <a:pt x="3526050" y="471237"/>
                </a:lnTo>
                <a:cubicBezTo>
                  <a:pt x="3521697" y="428430"/>
                  <a:pt x="3510180" y="397776"/>
                  <a:pt x="3491496" y="379275"/>
                </a:cubicBezTo>
                <a:cubicBezTo>
                  <a:pt x="3472814" y="360774"/>
                  <a:pt x="3448236" y="351523"/>
                  <a:pt x="3417764" y="351523"/>
                </a:cubicBezTo>
                <a:close/>
                <a:moveTo>
                  <a:pt x="7460991" y="220382"/>
                </a:moveTo>
                <a:cubicBezTo>
                  <a:pt x="7576714" y="220382"/>
                  <a:pt x="7664141" y="253938"/>
                  <a:pt x="7723273" y="321051"/>
                </a:cubicBezTo>
                <a:cubicBezTo>
                  <a:pt x="7770795" y="375103"/>
                  <a:pt x="7794557" y="441671"/>
                  <a:pt x="7794557" y="520755"/>
                </a:cubicBezTo>
                <a:cubicBezTo>
                  <a:pt x="7794557" y="609633"/>
                  <a:pt x="7765081" y="682459"/>
                  <a:pt x="7706131" y="739232"/>
                </a:cubicBezTo>
                <a:cubicBezTo>
                  <a:pt x="7647181" y="796005"/>
                  <a:pt x="7565650" y="824392"/>
                  <a:pt x="7461535" y="824392"/>
                </a:cubicBezTo>
                <a:cubicBezTo>
                  <a:pt x="7368666" y="824392"/>
                  <a:pt x="7293573" y="800812"/>
                  <a:pt x="7236256" y="753652"/>
                </a:cubicBezTo>
                <a:cubicBezTo>
                  <a:pt x="7165879" y="695246"/>
                  <a:pt x="7130690" y="618702"/>
                  <a:pt x="7130690" y="524020"/>
                </a:cubicBezTo>
                <a:cubicBezTo>
                  <a:pt x="7130690" y="435867"/>
                  <a:pt x="7160437" y="363222"/>
                  <a:pt x="7219931" y="306086"/>
                </a:cubicBezTo>
                <a:cubicBezTo>
                  <a:pt x="7279425" y="248950"/>
                  <a:pt x="7359779" y="220382"/>
                  <a:pt x="7460991" y="220382"/>
                </a:cubicBezTo>
                <a:close/>
                <a:moveTo>
                  <a:pt x="6347664" y="220382"/>
                </a:moveTo>
                <a:cubicBezTo>
                  <a:pt x="6416590" y="220382"/>
                  <a:pt x="6467468" y="225642"/>
                  <a:pt x="6500298" y="236163"/>
                </a:cubicBezTo>
                <a:cubicBezTo>
                  <a:pt x="6533129" y="246683"/>
                  <a:pt x="6560518" y="263008"/>
                  <a:pt x="6582465" y="285136"/>
                </a:cubicBezTo>
                <a:cubicBezTo>
                  <a:pt x="6604413" y="307265"/>
                  <a:pt x="6622642" y="337194"/>
                  <a:pt x="6637153" y="374922"/>
                </a:cubicBezTo>
                <a:lnTo>
                  <a:pt x="6427110" y="395599"/>
                </a:lnTo>
                <a:cubicBezTo>
                  <a:pt x="6421668" y="377098"/>
                  <a:pt x="6412599" y="363494"/>
                  <a:pt x="6399902" y="354788"/>
                </a:cubicBezTo>
                <a:cubicBezTo>
                  <a:pt x="6382489" y="343179"/>
                  <a:pt x="6361449" y="337375"/>
                  <a:pt x="6336780" y="337375"/>
                </a:cubicBezTo>
                <a:cubicBezTo>
                  <a:pt x="6311749" y="337375"/>
                  <a:pt x="6293520" y="341812"/>
                  <a:pt x="6282093" y="350686"/>
                </a:cubicBezTo>
                <a:cubicBezTo>
                  <a:pt x="6270666" y="359559"/>
                  <a:pt x="6264952" y="370336"/>
                  <a:pt x="6264952" y="383016"/>
                </a:cubicBezTo>
                <a:cubicBezTo>
                  <a:pt x="6264952" y="397141"/>
                  <a:pt x="6272208" y="407826"/>
                  <a:pt x="6286718" y="415070"/>
                </a:cubicBezTo>
                <a:cubicBezTo>
                  <a:pt x="6301229" y="422314"/>
                  <a:pt x="6332790" y="428835"/>
                  <a:pt x="6381401" y="434634"/>
                </a:cubicBezTo>
                <a:cubicBezTo>
                  <a:pt x="6455043" y="442966"/>
                  <a:pt x="6509821" y="454562"/>
                  <a:pt x="6545735" y="469421"/>
                </a:cubicBezTo>
                <a:cubicBezTo>
                  <a:pt x="6581649" y="484281"/>
                  <a:pt x="6609129" y="505482"/>
                  <a:pt x="6628174" y="533024"/>
                </a:cubicBezTo>
                <a:cubicBezTo>
                  <a:pt x="6647220" y="560566"/>
                  <a:pt x="6656742" y="590826"/>
                  <a:pt x="6656742" y="623804"/>
                </a:cubicBezTo>
                <a:cubicBezTo>
                  <a:pt x="6656742" y="657144"/>
                  <a:pt x="6646676" y="689579"/>
                  <a:pt x="6626542" y="721109"/>
                </a:cubicBezTo>
                <a:cubicBezTo>
                  <a:pt x="6606408" y="752639"/>
                  <a:pt x="6574666" y="777735"/>
                  <a:pt x="6531315" y="796398"/>
                </a:cubicBezTo>
                <a:cubicBezTo>
                  <a:pt x="6487964" y="815060"/>
                  <a:pt x="6428924" y="824392"/>
                  <a:pt x="6354193" y="824392"/>
                </a:cubicBezTo>
                <a:cubicBezTo>
                  <a:pt x="6248628" y="824392"/>
                  <a:pt x="6173444" y="809337"/>
                  <a:pt x="6128642" y="779227"/>
                </a:cubicBezTo>
                <a:cubicBezTo>
                  <a:pt x="6083840" y="749117"/>
                  <a:pt x="6055091" y="706311"/>
                  <a:pt x="6042394" y="650807"/>
                </a:cubicBezTo>
                <a:lnTo>
                  <a:pt x="6262232" y="630129"/>
                </a:lnTo>
                <a:cubicBezTo>
                  <a:pt x="6271301" y="656249"/>
                  <a:pt x="6283998" y="674931"/>
                  <a:pt x="6300322" y="686177"/>
                </a:cubicBezTo>
                <a:cubicBezTo>
                  <a:pt x="6316647" y="697423"/>
                  <a:pt x="6338413" y="703046"/>
                  <a:pt x="6365621" y="703046"/>
                </a:cubicBezTo>
                <a:cubicBezTo>
                  <a:pt x="6395368" y="703046"/>
                  <a:pt x="6418403" y="696706"/>
                  <a:pt x="6434728" y="684026"/>
                </a:cubicBezTo>
                <a:cubicBezTo>
                  <a:pt x="6447425" y="674611"/>
                  <a:pt x="6453773" y="662841"/>
                  <a:pt x="6453773" y="648716"/>
                </a:cubicBezTo>
                <a:cubicBezTo>
                  <a:pt x="6453773" y="632776"/>
                  <a:pt x="6445430" y="620459"/>
                  <a:pt x="6428742" y="611764"/>
                </a:cubicBezTo>
                <a:cubicBezTo>
                  <a:pt x="6416771" y="605608"/>
                  <a:pt x="6385029" y="598002"/>
                  <a:pt x="6333516" y="588944"/>
                </a:cubicBezTo>
                <a:cubicBezTo>
                  <a:pt x="6256609" y="575538"/>
                  <a:pt x="6203191" y="563128"/>
                  <a:pt x="6173263" y="551712"/>
                </a:cubicBezTo>
                <a:cubicBezTo>
                  <a:pt x="6143334" y="540296"/>
                  <a:pt x="6118122" y="520998"/>
                  <a:pt x="6097625" y="493819"/>
                </a:cubicBezTo>
                <a:cubicBezTo>
                  <a:pt x="6077129" y="466640"/>
                  <a:pt x="6066881" y="435654"/>
                  <a:pt x="6066881" y="400862"/>
                </a:cubicBezTo>
                <a:cubicBezTo>
                  <a:pt x="6066881" y="362806"/>
                  <a:pt x="6077945" y="330006"/>
                  <a:pt x="6100074" y="302464"/>
                </a:cubicBezTo>
                <a:cubicBezTo>
                  <a:pt x="6122203" y="274922"/>
                  <a:pt x="6152675" y="254356"/>
                  <a:pt x="6191492" y="240767"/>
                </a:cubicBezTo>
                <a:cubicBezTo>
                  <a:pt x="6230308" y="227177"/>
                  <a:pt x="6282365" y="220382"/>
                  <a:pt x="6347664" y="220382"/>
                </a:cubicBezTo>
                <a:close/>
                <a:moveTo>
                  <a:pt x="5637363" y="220382"/>
                </a:moveTo>
                <a:cubicBezTo>
                  <a:pt x="5720074" y="220382"/>
                  <a:pt x="5785372" y="232898"/>
                  <a:pt x="5833258" y="257929"/>
                </a:cubicBezTo>
                <a:cubicBezTo>
                  <a:pt x="5881143" y="282960"/>
                  <a:pt x="5917601" y="319237"/>
                  <a:pt x="5942632" y="366759"/>
                </a:cubicBezTo>
                <a:cubicBezTo>
                  <a:pt x="5967663" y="414282"/>
                  <a:pt x="5980179" y="476134"/>
                  <a:pt x="5980179" y="552315"/>
                </a:cubicBezTo>
                <a:lnTo>
                  <a:pt x="5980179" y="577347"/>
                </a:lnTo>
                <a:lnTo>
                  <a:pt x="5536150" y="577347"/>
                </a:lnTo>
                <a:cubicBezTo>
                  <a:pt x="5540141" y="612898"/>
                  <a:pt x="5549754" y="639380"/>
                  <a:pt x="5564990" y="656793"/>
                </a:cubicBezTo>
                <a:cubicBezTo>
                  <a:pt x="5586394" y="681824"/>
                  <a:pt x="5614327" y="694339"/>
                  <a:pt x="5648790" y="694339"/>
                </a:cubicBezTo>
                <a:cubicBezTo>
                  <a:pt x="5670556" y="694339"/>
                  <a:pt x="5691234" y="688898"/>
                  <a:pt x="5710823" y="678015"/>
                </a:cubicBezTo>
                <a:cubicBezTo>
                  <a:pt x="5722795" y="671122"/>
                  <a:pt x="5735673" y="658969"/>
                  <a:pt x="5749458" y="641557"/>
                </a:cubicBezTo>
                <a:lnTo>
                  <a:pt x="5967663" y="661690"/>
                </a:lnTo>
                <a:cubicBezTo>
                  <a:pt x="5934289" y="719733"/>
                  <a:pt x="5894021" y="761361"/>
                  <a:pt x="5846862" y="786573"/>
                </a:cubicBezTo>
                <a:cubicBezTo>
                  <a:pt x="5799702" y="811786"/>
                  <a:pt x="5732045" y="824392"/>
                  <a:pt x="5643893" y="824392"/>
                </a:cubicBezTo>
                <a:cubicBezTo>
                  <a:pt x="5567348" y="824392"/>
                  <a:pt x="5507129" y="813600"/>
                  <a:pt x="5463234" y="792015"/>
                </a:cubicBezTo>
                <a:cubicBezTo>
                  <a:pt x="5419339" y="770430"/>
                  <a:pt x="5382971" y="736148"/>
                  <a:pt x="5354131" y="689170"/>
                </a:cubicBezTo>
                <a:cubicBezTo>
                  <a:pt x="5325292" y="642191"/>
                  <a:pt x="5310871" y="586960"/>
                  <a:pt x="5310871" y="523475"/>
                </a:cubicBezTo>
                <a:cubicBezTo>
                  <a:pt x="5310871" y="433146"/>
                  <a:pt x="5339802" y="360048"/>
                  <a:pt x="5397663" y="304182"/>
                </a:cubicBezTo>
                <a:cubicBezTo>
                  <a:pt x="5455525" y="248315"/>
                  <a:pt x="5535425" y="220382"/>
                  <a:pt x="5637363" y="220382"/>
                </a:cubicBezTo>
                <a:close/>
                <a:moveTo>
                  <a:pt x="4804628" y="220382"/>
                </a:moveTo>
                <a:cubicBezTo>
                  <a:pt x="4849611" y="220382"/>
                  <a:pt x="4886704" y="228000"/>
                  <a:pt x="4915907" y="243237"/>
                </a:cubicBezTo>
                <a:cubicBezTo>
                  <a:pt x="4945110" y="258473"/>
                  <a:pt x="4972408" y="283685"/>
                  <a:pt x="4997802" y="318874"/>
                </a:cubicBezTo>
                <a:lnTo>
                  <a:pt x="4997802" y="233442"/>
                </a:lnTo>
                <a:lnTo>
                  <a:pt x="5205124" y="233442"/>
                </a:lnTo>
                <a:lnTo>
                  <a:pt x="5205124" y="779227"/>
                </a:lnTo>
                <a:lnTo>
                  <a:pt x="5205668" y="804802"/>
                </a:lnTo>
                <a:cubicBezTo>
                  <a:pt x="5205668" y="841079"/>
                  <a:pt x="5197959" y="875633"/>
                  <a:pt x="5182542" y="908463"/>
                </a:cubicBezTo>
                <a:cubicBezTo>
                  <a:pt x="5167124" y="941294"/>
                  <a:pt x="5146628" y="967867"/>
                  <a:pt x="5121052" y="988182"/>
                </a:cubicBezTo>
                <a:cubicBezTo>
                  <a:pt x="5095477" y="1008497"/>
                  <a:pt x="5063009" y="1023189"/>
                  <a:pt x="5023649" y="1032258"/>
                </a:cubicBezTo>
                <a:cubicBezTo>
                  <a:pt x="4984289" y="1041327"/>
                  <a:pt x="4939215" y="1045862"/>
                  <a:pt x="4888428" y="1045862"/>
                </a:cubicBezTo>
                <a:cubicBezTo>
                  <a:pt x="4772342" y="1045862"/>
                  <a:pt x="4692623" y="1028449"/>
                  <a:pt x="4649272" y="993623"/>
                </a:cubicBezTo>
                <a:cubicBezTo>
                  <a:pt x="4605922" y="958798"/>
                  <a:pt x="4584246" y="912182"/>
                  <a:pt x="4584246" y="853776"/>
                </a:cubicBezTo>
                <a:cubicBezTo>
                  <a:pt x="4584246" y="846521"/>
                  <a:pt x="4584609" y="836726"/>
                  <a:pt x="4585334" y="824392"/>
                </a:cubicBezTo>
                <a:lnTo>
                  <a:pt x="4800275" y="848879"/>
                </a:lnTo>
                <a:cubicBezTo>
                  <a:pt x="4805716" y="868831"/>
                  <a:pt x="4814060" y="882616"/>
                  <a:pt x="4825305" y="890234"/>
                </a:cubicBezTo>
                <a:cubicBezTo>
                  <a:pt x="4841630" y="901480"/>
                  <a:pt x="4862126" y="907103"/>
                  <a:pt x="4886795" y="907103"/>
                </a:cubicBezTo>
                <a:cubicBezTo>
                  <a:pt x="4918718" y="907103"/>
                  <a:pt x="4942570" y="898578"/>
                  <a:pt x="4958351" y="881528"/>
                </a:cubicBezTo>
                <a:cubicBezTo>
                  <a:pt x="4974131" y="864478"/>
                  <a:pt x="4982021" y="834731"/>
                  <a:pt x="4982021" y="792287"/>
                </a:cubicBezTo>
                <a:lnTo>
                  <a:pt x="4982021" y="704678"/>
                </a:lnTo>
                <a:cubicBezTo>
                  <a:pt x="4960255" y="730435"/>
                  <a:pt x="4938489" y="749117"/>
                  <a:pt x="4916723" y="760726"/>
                </a:cubicBezTo>
                <a:cubicBezTo>
                  <a:pt x="4882623" y="778864"/>
                  <a:pt x="4845802" y="787934"/>
                  <a:pt x="4806261" y="787934"/>
                </a:cubicBezTo>
                <a:cubicBezTo>
                  <a:pt x="4728991" y="787934"/>
                  <a:pt x="4666595" y="754196"/>
                  <a:pt x="4619072" y="686721"/>
                </a:cubicBezTo>
                <a:cubicBezTo>
                  <a:pt x="4585334" y="638836"/>
                  <a:pt x="4568466" y="575533"/>
                  <a:pt x="4568466" y="496812"/>
                </a:cubicBezTo>
                <a:cubicBezTo>
                  <a:pt x="4568466" y="406845"/>
                  <a:pt x="4590232" y="338282"/>
                  <a:pt x="4633764" y="291122"/>
                </a:cubicBezTo>
                <a:cubicBezTo>
                  <a:pt x="4677296" y="243962"/>
                  <a:pt x="4734251" y="220382"/>
                  <a:pt x="4804628" y="220382"/>
                </a:cubicBezTo>
                <a:close/>
                <a:moveTo>
                  <a:pt x="4267912" y="220382"/>
                </a:moveTo>
                <a:cubicBezTo>
                  <a:pt x="4329220" y="220382"/>
                  <a:pt x="4377196" y="238611"/>
                  <a:pt x="4411841" y="275070"/>
                </a:cubicBezTo>
                <a:cubicBezTo>
                  <a:pt x="4446485" y="311528"/>
                  <a:pt x="4463807" y="367848"/>
                  <a:pt x="4463807" y="444029"/>
                </a:cubicBezTo>
                <a:lnTo>
                  <a:pt x="4463807" y="811332"/>
                </a:lnTo>
                <a:lnTo>
                  <a:pt x="4241249" y="811332"/>
                </a:lnTo>
                <a:lnTo>
                  <a:pt x="4241249" y="493547"/>
                </a:lnTo>
                <a:cubicBezTo>
                  <a:pt x="4241249" y="457270"/>
                  <a:pt x="4234537" y="431604"/>
                  <a:pt x="4221115" y="416549"/>
                </a:cubicBezTo>
                <a:cubicBezTo>
                  <a:pt x="4207692" y="401494"/>
                  <a:pt x="4188828" y="393967"/>
                  <a:pt x="4164523" y="393967"/>
                </a:cubicBezTo>
                <a:cubicBezTo>
                  <a:pt x="4137678" y="393967"/>
                  <a:pt x="4115912" y="404125"/>
                  <a:pt x="4099225" y="424440"/>
                </a:cubicBezTo>
                <a:cubicBezTo>
                  <a:pt x="4082537" y="444755"/>
                  <a:pt x="4074194" y="481213"/>
                  <a:pt x="4074194" y="533814"/>
                </a:cubicBezTo>
                <a:lnTo>
                  <a:pt x="4074194" y="811332"/>
                </a:lnTo>
                <a:lnTo>
                  <a:pt x="3852723" y="811332"/>
                </a:lnTo>
                <a:lnTo>
                  <a:pt x="3852723" y="233442"/>
                </a:lnTo>
                <a:lnTo>
                  <a:pt x="4058957" y="233442"/>
                </a:lnTo>
                <a:lnTo>
                  <a:pt x="4058957" y="327580"/>
                </a:lnTo>
                <a:cubicBezTo>
                  <a:pt x="4089792" y="289127"/>
                  <a:pt x="4120990" y="261647"/>
                  <a:pt x="4152551" y="245141"/>
                </a:cubicBezTo>
                <a:cubicBezTo>
                  <a:pt x="4184112" y="228635"/>
                  <a:pt x="4222566" y="220382"/>
                  <a:pt x="4267912" y="220382"/>
                </a:cubicBezTo>
                <a:close/>
                <a:moveTo>
                  <a:pt x="3408513" y="220382"/>
                </a:moveTo>
                <a:cubicBezTo>
                  <a:pt x="3491224" y="220382"/>
                  <a:pt x="3556523" y="232898"/>
                  <a:pt x="3604408" y="257929"/>
                </a:cubicBezTo>
                <a:cubicBezTo>
                  <a:pt x="3652293" y="282960"/>
                  <a:pt x="3688752" y="319237"/>
                  <a:pt x="3713783" y="366759"/>
                </a:cubicBezTo>
                <a:cubicBezTo>
                  <a:pt x="3738814" y="414282"/>
                  <a:pt x="3751329" y="476134"/>
                  <a:pt x="3751329" y="552315"/>
                </a:cubicBezTo>
                <a:lnTo>
                  <a:pt x="3751329" y="577347"/>
                </a:lnTo>
                <a:lnTo>
                  <a:pt x="3307301" y="577347"/>
                </a:lnTo>
                <a:cubicBezTo>
                  <a:pt x="3311291" y="612898"/>
                  <a:pt x="3320905" y="639380"/>
                  <a:pt x="3336141" y="656793"/>
                </a:cubicBezTo>
                <a:cubicBezTo>
                  <a:pt x="3357544" y="681824"/>
                  <a:pt x="3385478" y="694339"/>
                  <a:pt x="3419940" y="694339"/>
                </a:cubicBezTo>
                <a:cubicBezTo>
                  <a:pt x="3441706" y="694339"/>
                  <a:pt x="3462384" y="688898"/>
                  <a:pt x="3481974" y="678015"/>
                </a:cubicBezTo>
                <a:cubicBezTo>
                  <a:pt x="3493945" y="671122"/>
                  <a:pt x="3506823" y="658969"/>
                  <a:pt x="3520609" y="641557"/>
                </a:cubicBezTo>
                <a:lnTo>
                  <a:pt x="3738814" y="661690"/>
                </a:lnTo>
                <a:cubicBezTo>
                  <a:pt x="3705439" y="719733"/>
                  <a:pt x="3665172" y="761361"/>
                  <a:pt x="3618012" y="786573"/>
                </a:cubicBezTo>
                <a:cubicBezTo>
                  <a:pt x="3570852" y="811786"/>
                  <a:pt x="3503196" y="824392"/>
                  <a:pt x="3415043" y="824392"/>
                </a:cubicBezTo>
                <a:cubicBezTo>
                  <a:pt x="3338499" y="824392"/>
                  <a:pt x="3278279" y="813600"/>
                  <a:pt x="3234384" y="792015"/>
                </a:cubicBezTo>
                <a:cubicBezTo>
                  <a:pt x="3190490" y="770430"/>
                  <a:pt x="3154122" y="736148"/>
                  <a:pt x="3125282" y="689170"/>
                </a:cubicBezTo>
                <a:cubicBezTo>
                  <a:pt x="3096442" y="642191"/>
                  <a:pt x="3082021" y="586960"/>
                  <a:pt x="3082021" y="523475"/>
                </a:cubicBezTo>
                <a:cubicBezTo>
                  <a:pt x="3082021" y="433146"/>
                  <a:pt x="3110952" y="360048"/>
                  <a:pt x="3168814" y="304182"/>
                </a:cubicBezTo>
                <a:cubicBezTo>
                  <a:pt x="3226675" y="248315"/>
                  <a:pt x="3306575" y="220382"/>
                  <a:pt x="3408513" y="220382"/>
                </a:cubicBezTo>
                <a:close/>
                <a:moveTo>
                  <a:pt x="1912819" y="220382"/>
                </a:moveTo>
                <a:cubicBezTo>
                  <a:pt x="1979205" y="220382"/>
                  <a:pt x="2032532" y="224101"/>
                  <a:pt x="2072799" y="231537"/>
                </a:cubicBezTo>
                <a:cubicBezTo>
                  <a:pt x="2113067" y="238974"/>
                  <a:pt x="2146623" y="254482"/>
                  <a:pt x="2173468" y="278062"/>
                </a:cubicBezTo>
                <a:cubicBezTo>
                  <a:pt x="2192332" y="294387"/>
                  <a:pt x="2207205" y="317514"/>
                  <a:pt x="2218088" y="347442"/>
                </a:cubicBezTo>
                <a:cubicBezTo>
                  <a:pt x="2228971" y="377370"/>
                  <a:pt x="2234413" y="405938"/>
                  <a:pt x="2234413" y="433146"/>
                </a:cubicBezTo>
                <a:lnTo>
                  <a:pt x="2234413" y="688354"/>
                </a:lnTo>
                <a:cubicBezTo>
                  <a:pt x="2234413" y="715561"/>
                  <a:pt x="2236136" y="736874"/>
                  <a:pt x="2239582" y="752292"/>
                </a:cubicBezTo>
                <a:cubicBezTo>
                  <a:pt x="2243029" y="767709"/>
                  <a:pt x="2250556" y="787389"/>
                  <a:pt x="2262165" y="811332"/>
                </a:cubicBezTo>
                <a:lnTo>
                  <a:pt x="2054298" y="811332"/>
                </a:lnTo>
                <a:cubicBezTo>
                  <a:pt x="2045955" y="796459"/>
                  <a:pt x="2040513" y="785122"/>
                  <a:pt x="2037974" y="777323"/>
                </a:cubicBezTo>
                <a:cubicBezTo>
                  <a:pt x="2035434" y="769523"/>
                  <a:pt x="2032895" y="757280"/>
                  <a:pt x="2030356" y="740592"/>
                </a:cubicBezTo>
                <a:cubicBezTo>
                  <a:pt x="2001334" y="768526"/>
                  <a:pt x="1972494" y="788478"/>
                  <a:pt x="1943835" y="800449"/>
                </a:cubicBezTo>
                <a:cubicBezTo>
                  <a:pt x="1904656" y="816411"/>
                  <a:pt x="1859129" y="824392"/>
                  <a:pt x="1807253" y="824392"/>
                </a:cubicBezTo>
                <a:cubicBezTo>
                  <a:pt x="1738327" y="824392"/>
                  <a:pt x="1685997" y="808430"/>
                  <a:pt x="1650265" y="776506"/>
                </a:cubicBezTo>
                <a:cubicBezTo>
                  <a:pt x="1614532" y="744583"/>
                  <a:pt x="1596666" y="705222"/>
                  <a:pt x="1596666" y="658425"/>
                </a:cubicBezTo>
                <a:cubicBezTo>
                  <a:pt x="1596666" y="614530"/>
                  <a:pt x="1609544" y="578435"/>
                  <a:pt x="1635300" y="550139"/>
                </a:cubicBezTo>
                <a:cubicBezTo>
                  <a:pt x="1661057" y="521843"/>
                  <a:pt x="1708580" y="500802"/>
                  <a:pt x="1777869" y="487017"/>
                </a:cubicBezTo>
                <a:cubicBezTo>
                  <a:pt x="1860942" y="470330"/>
                  <a:pt x="1914814" y="458631"/>
                  <a:pt x="1939482" y="451919"/>
                </a:cubicBezTo>
                <a:cubicBezTo>
                  <a:pt x="1964150" y="445208"/>
                  <a:pt x="1990270" y="436411"/>
                  <a:pt x="2017840" y="425528"/>
                </a:cubicBezTo>
                <a:cubicBezTo>
                  <a:pt x="2017840" y="398320"/>
                  <a:pt x="2012217" y="379275"/>
                  <a:pt x="2000971" y="368392"/>
                </a:cubicBezTo>
                <a:cubicBezTo>
                  <a:pt x="1989725" y="357509"/>
                  <a:pt x="1969955" y="352067"/>
                  <a:pt x="1941659" y="352067"/>
                </a:cubicBezTo>
                <a:cubicBezTo>
                  <a:pt x="1905382" y="352067"/>
                  <a:pt x="1878174" y="357872"/>
                  <a:pt x="1860036" y="369480"/>
                </a:cubicBezTo>
                <a:cubicBezTo>
                  <a:pt x="1845888" y="378549"/>
                  <a:pt x="1834460" y="395599"/>
                  <a:pt x="1825754" y="420631"/>
                </a:cubicBezTo>
                <a:lnTo>
                  <a:pt x="1614079" y="398320"/>
                </a:lnTo>
                <a:cubicBezTo>
                  <a:pt x="1622059" y="361318"/>
                  <a:pt x="1633577" y="332206"/>
                  <a:pt x="1648632" y="310984"/>
                </a:cubicBezTo>
                <a:cubicBezTo>
                  <a:pt x="1663687" y="289762"/>
                  <a:pt x="1685363" y="271351"/>
                  <a:pt x="1713659" y="255752"/>
                </a:cubicBezTo>
                <a:cubicBezTo>
                  <a:pt x="1733973" y="244506"/>
                  <a:pt x="1761907" y="235800"/>
                  <a:pt x="1797458" y="229633"/>
                </a:cubicBezTo>
                <a:cubicBezTo>
                  <a:pt x="1833009" y="223466"/>
                  <a:pt x="1871463" y="220382"/>
                  <a:pt x="1912819" y="220382"/>
                </a:cubicBezTo>
                <a:close/>
                <a:moveTo>
                  <a:pt x="8845711" y="13604"/>
                </a:moveTo>
                <a:lnTo>
                  <a:pt x="9371907" y="13604"/>
                </a:lnTo>
                <a:lnTo>
                  <a:pt x="9371907" y="190454"/>
                </a:lnTo>
                <a:lnTo>
                  <a:pt x="9015487" y="190454"/>
                </a:lnTo>
                <a:lnTo>
                  <a:pt x="8996441" y="310167"/>
                </a:lnTo>
                <a:cubicBezTo>
                  <a:pt x="9021110" y="298559"/>
                  <a:pt x="9045505" y="289852"/>
                  <a:pt x="9069630" y="284048"/>
                </a:cubicBezTo>
                <a:cubicBezTo>
                  <a:pt x="9093754" y="278244"/>
                  <a:pt x="9117605" y="275342"/>
                  <a:pt x="9141186" y="275342"/>
                </a:cubicBezTo>
                <a:cubicBezTo>
                  <a:pt x="9220994" y="275342"/>
                  <a:pt x="9285748" y="299466"/>
                  <a:pt x="9335448" y="347714"/>
                </a:cubicBezTo>
                <a:cubicBezTo>
                  <a:pt x="9385148" y="395962"/>
                  <a:pt x="9409997" y="456726"/>
                  <a:pt x="9409997" y="530005"/>
                </a:cubicBezTo>
                <a:cubicBezTo>
                  <a:pt x="9409997" y="581518"/>
                  <a:pt x="9397210" y="631036"/>
                  <a:pt x="9371635" y="678559"/>
                </a:cubicBezTo>
                <a:cubicBezTo>
                  <a:pt x="9346059" y="726082"/>
                  <a:pt x="9309783" y="762358"/>
                  <a:pt x="9262804" y="787389"/>
                </a:cubicBezTo>
                <a:cubicBezTo>
                  <a:pt x="9215825" y="812421"/>
                  <a:pt x="9155696" y="824936"/>
                  <a:pt x="9082417" y="824936"/>
                </a:cubicBezTo>
                <a:cubicBezTo>
                  <a:pt x="9029816" y="824936"/>
                  <a:pt x="8984742" y="819948"/>
                  <a:pt x="8947195" y="809972"/>
                </a:cubicBezTo>
                <a:cubicBezTo>
                  <a:pt x="8909649" y="799996"/>
                  <a:pt x="8877726" y="785122"/>
                  <a:pt x="8851424" y="765351"/>
                </a:cubicBezTo>
                <a:cubicBezTo>
                  <a:pt x="8825124" y="745580"/>
                  <a:pt x="8803811" y="723179"/>
                  <a:pt x="8787486" y="698148"/>
                </a:cubicBezTo>
                <a:cubicBezTo>
                  <a:pt x="8771162" y="673117"/>
                  <a:pt x="8757558" y="641919"/>
                  <a:pt x="8746675" y="604554"/>
                </a:cubicBezTo>
                <a:lnTo>
                  <a:pt x="8970866" y="580067"/>
                </a:lnTo>
                <a:cubicBezTo>
                  <a:pt x="8976308" y="615981"/>
                  <a:pt x="8989005" y="643280"/>
                  <a:pt x="9008957" y="661962"/>
                </a:cubicBezTo>
                <a:cubicBezTo>
                  <a:pt x="9028908" y="680645"/>
                  <a:pt x="9052671" y="689986"/>
                  <a:pt x="9080241" y="689986"/>
                </a:cubicBezTo>
                <a:cubicBezTo>
                  <a:pt x="9111075" y="689986"/>
                  <a:pt x="9136561" y="678287"/>
                  <a:pt x="9156694" y="654888"/>
                </a:cubicBezTo>
                <a:cubicBezTo>
                  <a:pt x="9176828" y="631490"/>
                  <a:pt x="9186895" y="596573"/>
                  <a:pt x="9186895" y="550139"/>
                </a:cubicBezTo>
                <a:cubicBezTo>
                  <a:pt x="9186895" y="502616"/>
                  <a:pt x="9176738" y="467790"/>
                  <a:pt x="9156422" y="445662"/>
                </a:cubicBezTo>
                <a:cubicBezTo>
                  <a:pt x="9136106" y="423533"/>
                  <a:pt x="9109081" y="412468"/>
                  <a:pt x="9075343" y="412468"/>
                </a:cubicBezTo>
                <a:cubicBezTo>
                  <a:pt x="9053939" y="412468"/>
                  <a:pt x="9033262" y="417728"/>
                  <a:pt x="9013310" y="428249"/>
                </a:cubicBezTo>
                <a:cubicBezTo>
                  <a:pt x="8998436" y="435867"/>
                  <a:pt x="8982111" y="449652"/>
                  <a:pt x="8964336" y="469604"/>
                </a:cubicBezTo>
                <a:lnTo>
                  <a:pt x="8775515" y="442397"/>
                </a:lnTo>
                <a:close/>
                <a:moveTo>
                  <a:pt x="2745917" y="13604"/>
                </a:moveTo>
                <a:lnTo>
                  <a:pt x="2967931" y="13604"/>
                </a:lnTo>
                <a:lnTo>
                  <a:pt x="2967931" y="811332"/>
                </a:lnTo>
                <a:lnTo>
                  <a:pt x="2745917" y="811332"/>
                </a:lnTo>
                <a:close/>
                <a:moveTo>
                  <a:pt x="2374441" y="13604"/>
                </a:moveTo>
                <a:lnTo>
                  <a:pt x="2596456" y="13604"/>
                </a:lnTo>
                <a:lnTo>
                  <a:pt x="2596456" y="811332"/>
                </a:lnTo>
                <a:lnTo>
                  <a:pt x="2374441" y="811332"/>
                </a:lnTo>
                <a:close/>
                <a:moveTo>
                  <a:pt x="880923" y="13604"/>
                </a:moveTo>
                <a:lnTo>
                  <a:pt x="1102393" y="13604"/>
                </a:lnTo>
                <a:lnTo>
                  <a:pt x="1102393" y="307447"/>
                </a:lnTo>
                <a:cubicBezTo>
                  <a:pt x="1132503" y="276249"/>
                  <a:pt x="1162432" y="253938"/>
                  <a:pt x="1192179" y="240516"/>
                </a:cubicBezTo>
                <a:cubicBezTo>
                  <a:pt x="1221926" y="227094"/>
                  <a:pt x="1257114" y="220382"/>
                  <a:pt x="1297744" y="220382"/>
                </a:cubicBezTo>
                <a:cubicBezTo>
                  <a:pt x="1357964" y="220382"/>
                  <a:pt x="1405396" y="238702"/>
                  <a:pt x="1440040" y="275342"/>
                </a:cubicBezTo>
                <a:cubicBezTo>
                  <a:pt x="1474685" y="311981"/>
                  <a:pt x="1492007" y="368210"/>
                  <a:pt x="1492007" y="444029"/>
                </a:cubicBezTo>
                <a:lnTo>
                  <a:pt x="1492007" y="811332"/>
                </a:lnTo>
                <a:lnTo>
                  <a:pt x="1269448" y="811332"/>
                </a:lnTo>
                <a:lnTo>
                  <a:pt x="1269448" y="493547"/>
                </a:lnTo>
                <a:cubicBezTo>
                  <a:pt x="1269448" y="457270"/>
                  <a:pt x="1262737" y="431604"/>
                  <a:pt x="1249315" y="416549"/>
                </a:cubicBezTo>
                <a:cubicBezTo>
                  <a:pt x="1235892" y="401494"/>
                  <a:pt x="1217028" y="393967"/>
                  <a:pt x="1192723" y="393967"/>
                </a:cubicBezTo>
                <a:cubicBezTo>
                  <a:pt x="1165878" y="393967"/>
                  <a:pt x="1144112" y="404125"/>
                  <a:pt x="1127424" y="424440"/>
                </a:cubicBezTo>
                <a:cubicBezTo>
                  <a:pt x="1110737" y="444755"/>
                  <a:pt x="1102393" y="481213"/>
                  <a:pt x="1102393" y="533814"/>
                </a:cubicBezTo>
                <a:lnTo>
                  <a:pt x="1102393" y="811332"/>
                </a:lnTo>
                <a:lnTo>
                  <a:pt x="880923" y="811332"/>
                </a:lnTo>
                <a:close/>
                <a:moveTo>
                  <a:pt x="9934198" y="0"/>
                </a:moveTo>
                <a:cubicBezTo>
                  <a:pt x="10022351" y="0"/>
                  <a:pt x="10088284" y="7981"/>
                  <a:pt x="10131997" y="23943"/>
                </a:cubicBezTo>
                <a:cubicBezTo>
                  <a:pt x="10175711" y="39905"/>
                  <a:pt x="10211988" y="64664"/>
                  <a:pt x="10240828" y="98220"/>
                </a:cubicBezTo>
                <a:cubicBezTo>
                  <a:pt x="10269668" y="131776"/>
                  <a:pt x="10291344" y="174311"/>
                  <a:pt x="10305854" y="225824"/>
                </a:cubicBezTo>
                <a:lnTo>
                  <a:pt x="10068059" y="268268"/>
                </a:lnTo>
                <a:cubicBezTo>
                  <a:pt x="10058265" y="238158"/>
                  <a:pt x="10041668" y="215122"/>
                  <a:pt x="10018269" y="199160"/>
                </a:cubicBezTo>
                <a:cubicBezTo>
                  <a:pt x="9994871" y="183198"/>
                  <a:pt x="9965033" y="175218"/>
                  <a:pt x="9928756" y="175218"/>
                </a:cubicBezTo>
                <a:cubicBezTo>
                  <a:pt x="9874704" y="175218"/>
                  <a:pt x="9831625" y="193991"/>
                  <a:pt x="9799520" y="231537"/>
                </a:cubicBezTo>
                <a:cubicBezTo>
                  <a:pt x="9767415" y="269084"/>
                  <a:pt x="9751363" y="328487"/>
                  <a:pt x="9751363" y="409747"/>
                </a:cubicBezTo>
                <a:cubicBezTo>
                  <a:pt x="9751363" y="496086"/>
                  <a:pt x="9767596" y="557757"/>
                  <a:pt x="9800064" y="594759"/>
                </a:cubicBezTo>
                <a:cubicBezTo>
                  <a:pt x="9832532" y="631762"/>
                  <a:pt x="9877787" y="650263"/>
                  <a:pt x="9935830" y="650263"/>
                </a:cubicBezTo>
                <a:cubicBezTo>
                  <a:pt x="9963401" y="650263"/>
                  <a:pt x="9989701" y="646273"/>
                  <a:pt x="10014732" y="638292"/>
                </a:cubicBezTo>
                <a:cubicBezTo>
                  <a:pt x="10039764" y="630311"/>
                  <a:pt x="10068422" y="616707"/>
                  <a:pt x="10100709" y="597480"/>
                </a:cubicBezTo>
                <a:lnTo>
                  <a:pt x="10100709" y="522387"/>
                </a:lnTo>
                <a:lnTo>
                  <a:pt x="9935830" y="522387"/>
                </a:lnTo>
                <a:lnTo>
                  <a:pt x="9935830" y="356420"/>
                </a:lnTo>
                <a:lnTo>
                  <a:pt x="10316737" y="356420"/>
                </a:lnTo>
                <a:lnTo>
                  <a:pt x="10316737" y="696516"/>
                </a:lnTo>
                <a:cubicBezTo>
                  <a:pt x="10243821" y="746215"/>
                  <a:pt x="10179339" y="780043"/>
                  <a:pt x="10123291" y="798000"/>
                </a:cubicBezTo>
                <a:cubicBezTo>
                  <a:pt x="10067243" y="815958"/>
                  <a:pt x="10000766" y="824936"/>
                  <a:pt x="9923859" y="824936"/>
                </a:cubicBezTo>
                <a:cubicBezTo>
                  <a:pt x="9829176" y="824936"/>
                  <a:pt x="9751997" y="808793"/>
                  <a:pt x="9692323" y="776506"/>
                </a:cubicBezTo>
                <a:cubicBezTo>
                  <a:pt x="9632647" y="744220"/>
                  <a:pt x="9586393" y="696153"/>
                  <a:pt x="9553564" y="632306"/>
                </a:cubicBezTo>
                <a:cubicBezTo>
                  <a:pt x="9520732" y="568459"/>
                  <a:pt x="9504318" y="495179"/>
                  <a:pt x="9504318" y="412468"/>
                </a:cubicBezTo>
                <a:cubicBezTo>
                  <a:pt x="9504318" y="325404"/>
                  <a:pt x="9522275" y="249676"/>
                  <a:pt x="9558189" y="185284"/>
                </a:cubicBezTo>
                <a:cubicBezTo>
                  <a:pt x="9594103" y="120893"/>
                  <a:pt x="9646704" y="72010"/>
                  <a:pt x="9715993" y="38635"/>
                </a:cubicBezTo>
                <a:cubicBezTo>
                  <a:pt x="9770045" y="12879"/>
                  <a:pt x="9842780" y="0"/>
                  <a:pt x="9934198" y="0"/>
                </a:cubicBezTo>
                <a:close/>
                <a:moveTo>
                  <a:pt x="8131024" y="0"/>
                </a:moveTo>
                <a:cubicBezTo>
                  <a:pt x="8169841" y="0"/>
                  <a:pt x="8226251" y="4535"/>
                  <a:pt x="8300256" y="13604"/>
                </a:cubicBezTo>
                <a:lnTo>
                  <a:pt x="8275769" y="147466"/>
                </a:lnTo>
                <a:cubicBezTo>
                  <a:pt x="8249287" y="143113"/>
                  <a:pt x="8227883" y="140936"/>
                  <a:pt x="8211559" y="140936"/>
                </a:cubicBezTo>
                <a:cubicBezTo>
                  <a:pt x="8191607" y="140936"/>
                  <a:pt x="8177277" y="144292"/>
                  <a:pt x="8168571" y="151003"/>
                </a:cubicBezTo>
                <a:cubicBezTo>
                  <a:pt x="8159865" y="157714"/>
                  <a:pt x="8153697" y="168325"/>
                  <a:pt x="8150069" y="182836"/>
                </a:cubicBezTo>
                <a:cubicBezTo>
                  <a:pt x="8148255" y="190817"/>
                  <a:pt x="8147349" y="207685"/>
                  <a:pt x="8147349" y="233442"/>
                </a:cubicBezTo>
                <a:lnTo>
                  <a:pt x="8252914" y="233442"/>
                </a:lnTo>
                <a:lnTo>
                  <a:pt x="8252914" y="395599"/>
                </a:lnTo>
                <a:lnTo>
                  <a:pt x="8147349" y="395599"/>
                </a:lnTo>
                <a:lnTo>
                  <a:pt x="8147349" y="811332"/>
                </a:lnTo>
                <a:lnTo>
                  <a:pt x="7925335" y="811332"/>
                </a:lnTo>
                <a:lnTo>
                  <a:pt x="7925335" y="395599"/>
                </a:lnTo>
                <a:lnTo>
                  <a:pt x="7842623" y="395599"/>
                </a:lnTo>
                <a:lnTo>
                  <a:pt x="7842623" y="233442"/>
                </a:lnTo>
                <a:lnTo>
                  <a:pt x="7925335" y="233442"/>
                </a:lnTo>
                <a:lnTo>
                  <a:pt x="7925335" y="207323"/>
                </a:lnTo>
                <a:cubicBezTo>
                  <a:pt x="7925335" y="183743"/>
                  <a:pt x="7927874" y="157805"/>
                  <a:pt x="7932953" y="129509"/>
                </a:cubicBezTo>
                <a:cubicBezTo>
                  <a:pt x="7938031" y="101213"/>
                  <a:pt x="7947554" y="78086"/>
                  <a:pt x="7961521" y="60129"/>
                </a:cubicBezTo>
                <a:cubicBezTo>
                  <a:pt x="7975487" y="42172"/>
                  <a:pt x="7995077" y="27661"/>
                  <a:pt x="8020289" y="16597"/>
                </a:cubicBezTo>
                <a:cubicBezTo>
                  <a:pt x="8045501" y="5533"/>
                  <a:pt x="8082413" y="0"/>
                  <a:pt x="8131024" y="0"/>
                </a:cubicBezTo>
                <a:close/>
                <a:moveTo>
                  <a:pt x="403218" y="0"/>
                </a:moveTo>
                <a:cubicBezTo>
                  <a:pt x="503704" y="0"/>
                  <a:pt x="582697" y="20315"/>
                  <a:pt x="640196" y="60945"/>
                </a:cubicBezTo>
                <a:cubicBezTo>
                  <a:pt x="697695" y="101576"/>
                  <a:pt x="740411" y="163972"/>
                  <a:pt x="768344" y="248134"/>
                </a:cubicBezTo>
                <a:lnTo>
                  <a:pt x="550683" y="296564"/>
                </a:lnTo>
                <a:cubicBezTo>
                  <a:pt x="543065" y="272258"/>
                  <a:pt x="535084" y="254482"/>
                  <a:pt x="526740" y="243237"/>
                </a:cubicBezTo>
                <a:cubicBezTo>
                  <a:pt x="512955" y="224373"/>
                  <a:pt x="496086" y="209862"/>
                  <a:pt x="476134" y="199704"/>
                </a:cubicBezTo>
                <a:cubicBezTo>
                  <a:pt x="456182" y="189547"/>
                  <a:pt x="433871" y="184468"/>
                  <a:pt x="409203" y="184468"/>
                </a:cubicBezTo>
                <a:cubicBezTo>
                  <a:pt x="353337" y="184468"/>
                  <a:pt x="310530" y="206934"/>
                  <a:pt x="280783" y="251867"/>
                </a:cubicBezTo>
                <a:cubicBezTo>
                  <a:pt x="258291" y="285202"/>
                  <a:pt x="247045" y="337557"/>
                  <a:pt x="247045" y="408931"/>
                </a:cubicBezTo>
                <a:cubicBezTo>
                  <a:pt x="247045" y="497345"/>
                  <a:pt x="260468" y="557947"/>
                  <a:pt x="287313" y="590738"/>
                </a:cubicBezTo>
                <a:cubicBezTo>
                  <a:pt x="314158" y="623529"/>
                  <a:pt x="351886" y="639924"/>
                  <a:pt x="400497" y="639924"/>
                </a:cubicBezTo>
                <a:cubicBezTo>
                  <a:pt x="447657" y="639924"/>
                  <a:pt x="483299" y="626683"/>
                  <a:pt x="507423" y="600201"/>
                </a:cubicBezTo>
                <a:cubicBezTo>
                  <a:pt x="531547" y="573719"/>
                  <a:pt x="549051" y="535265"/>
                  <a:pt x="559933" y="484841"/>
                </a:cubicBezTo>
                <a:lnTo>
                  <a:pt x="775962" y="550139"/>
                </a:lnTo>
                <a:cubicBezTo>
                  <a:pt x="761451" y="610721"/>
                  <a:pt x="738597" y="661327"/>
                  <a:pt x="707399" y="701957"/>
                </a:cubicBezTo>
                <a:cubicBezTo>
                  <a:pt x="676201" y="742588"/>
                  <a:pt x="637475" y="773242"/>
                  <a:pt x="591222" y="793919"/>
                </a:cubicBezTo>
                <a:cubicBezTo>
                  <a:pt x="544969" y="814597"/>
                  <a:pt x="486110" y="824936"/>
                  <a:pt x="414645" y="824936"/>
                </a:cubicBezTo>
                <a:cubicBezTo>
                  <a:pt x="327943" y="824936"/>
                  <a:pt x="257112" y="812338"/>
                  <a:pt x="202153" y="787143"/>
                </a:cubicBezTo>
                <a:cubicBezTo>
                  <a:pt x="147194" y="761948"/>
                  <a:pt x="99761" y="717629"/>
                  <a:pt x="59857" y="654187"/>
                </a:cubicBezTo>
                <a:cubicBezTo>
                  <a:pt x="19952" y="590745"/>
                  <a:pt x="0" y="509537"/>
                  <a:pt x="0" y="410564"/>
                </a:cubicBezTo>
                <a:cubicBezTo>
                  <a:pt x="0" y="278607"/>
                  <a:pt x="35098" y="177190"/>
                  <a:pt x="105294" y="106314"/>
                </a:cubicBezTo>
                <a:cubicBezTo>
                  <a:pt x="175490" y="35438"/>
                  <a:pt x="274797" y="0"/>
                  <a:pt x="403218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139F1B1-66CC-41CC-96D8-E3CF7B840836}"/>
              </a:ext>
            </a:extLst>
          </p:cNvPr>
          <p:cNvSpPr/>
          <p:nvPr/>
        </p:nvSpPr>
        <p:spPr>
          <a:xfrm>
            <a:off x="31750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Infrastructure Requirements: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Extensive new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Deployment is Time consuming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Expensive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1BABB55-0011-44F5-B458-547F2F5B091F}"/>
              </a:ext>
            </a:extLst>
          </p:cNvPr>
          <p:cNvSpPr/>
          <p:nvPr/>
        </p:nvSpPr>
        <p:spPr>
          <a:xfrm>
            <a:off x="310515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Security and Privacy: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More devices connected to the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More security will be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Anti-hacking system must be deployed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DCA0F26-DA78-4682-85CD-589223751B18}"/>
              </a:ext>
            </a:extLst>
          </p:cNvPr>
          <p:cNvSpPr/>
          <p:nvPr/>
        </p:nvSpPr>
        <p:spPr>
          <a:xfrm>
            <a:off x="599440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Digital Divide: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People living in rural and under developed regions will require access to 5G network, which is considered difficult in these areas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B6D83B0-73EE-45FD-BA6B-E213763A7529}"/>
              </a:ext>
            </a:extLst>
          </p:cNvPr>
          <p:cNvSpPr/>
          <p:nvPr/>
        </p:nvSpPr>
        <p:spPr>
          <a:xfrm>
            <a:off x="888365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Energy Consumption: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5G network requires a lot of energy 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Energy consumption of 5G is much more greater than 4G</a:t>
            </a:r>
          </a:p>
        </p:txBody>
      </p:sp>
    </p:spTree>
    <p:extLst>
      <p:ext uri="{BB962C8B-B14F-4D97-AF65-F5344CB8AC3E}">
        <p14:creationId xmlns:p14="http://schemas.microsoft.com/office/powerpoint/2010/main" val="384085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 dir="u"/>
      </p:transition>
    </mc:Choice>
    <mc:Fallback xmlns="">
      <p:transition spd="med">
        <p:push dir="u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57652-8AEE-4E78-BE01-F2F6314B7C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12649200" y="0"/>
            <a:ext cx="792762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B741B-DDD6-437D-B4FF-2FE9DA8E1FDC}"/>
              </a:ext>
            </a:extLst>
          </p:cNvPr>
          <p:cNvSpPr txBox="1"/>
          <p:nvPr/>
        </p:nvSpPr>
        <p:spPr>
          <a:xfrm>
            <a:off x="947281" y="-1747365"/>
            <a:ext cx="8824238" cy="921865"/>
          </a:xfrm>
          <a:custGeom>
            <a:avLst/>
            <a:gdLst/>
            <a:ahLst/>
            <a:cxnLst/>
            <a:rect l="l" t="t" r="r" b="b"/>
            <a:pathLst>
              <a:path w="10316737" h="1045862">
                <a:moveTo>
                  <a:pt x="2017840" y="537079"/>
                </a:moveTo>
                <a:cubicBezTo>
                  <a:pt x="1987367" y="547962"/>
                  <a:pt x="1955625" y="557576"/>
                  <a:pt x="1922613" y="565919"/>
                </a:cubicBezTo>
                <a:cubicBezTo>
                  <a:pt x="1877630" y="577891"/>
                  <a:pt x="1849153" y="589681"/>
                  <a:pt x="1837181" y="601289"/>
                </a:cubicBezTo>
                <a:cubicBezTo>
                  <a:pt x="1824847" y="613261"/>
                  <a:pt x="1818680" y="626864"/>
                  <a:pt x="1818680" y="642101"/>
                </a:cubicBezTo>
                <a:cubicBezTo>
                  <a:pt x="1818680" y="659514"/>
                  <a:pt x="1824756" y="673752"/>
                  <a:pt x="1836909" y="684817"/>
                </a:cubicBezTo>
                <a:cubicBezTo>
                  <a:pt x="1849062" y="695881"/>
                  <a:pt x="1866928" y="701413"/>
                  <a:pt x="1890508" y="701413"/>
                </a:cubicBezTo>
                <a:cubicBezTo>
                  <a:pt x="1915176" y="701413"/>
                  <a:pt x="1938122" y="695428"/>
                  <a:pt x="1959343" y="683456"/>
                </a:cubicBezTo>
                <a:cubicBezTo>
                  <a:pt x="1980566" y="671485"/>
                  <a:pt x="1995620" y="656884"/>
                  <a:pt x="2004508" y="639652"/>
                </a:cubicBezTo>
                <a:cubicBezTo>
                  <a:pt x="2013396" y="622421"/>
                  <a:pt x="2017840" y="600020"/>
                  <a:pt x="2017840" y="572449"/>
                </a:cubicBezTo>
                <a:close/>
                <a:moveTo>
                  <a:pt x="4882441" y="380907"/>
                </a:moveTo>
                <a:cubicBezTo>
                  <a:pt x="4854145" y="380907"/>
                  <a:pt x="4831563" y="391156"/>
                  <a:pt x="4814694" y="411652"/>
                </a:cubicBezTo>
                <a:cubicBezTo>
                  <a:pt x="4797826" y="432148"/>
                  <a:pt x="4789391" y="466158"/>
                  <a:pt x="4789391" y="513681"/>
                </a:cubicBezTo>
                <a:cubicBezTo>
                  <a:pt x="4789391" y="555399"/>
                  <a:pt x="4798279" y="586325"/>
                  <a:pt x="4816055" y="606459"/>
                </a:cubicBezTo>
                <a:cubicBezTo>
                  <a:pt x="4833830" y="626592"/>
                  <a:pt x="4857229" y="636659"/>
                  <a:pt x="4886250" y="636659"/>
                </a:cubicBezTo>
                <a:cubicBezTo>
                  <a:pt x="4913821" y="636659"/>
                  <a:pt x="4936947" y="626230"/>
                  <a:pt x="4955630" y="605370"/>
                </a:cubicBezTo>
                <a:cubicBezTo>
                  <a:pt x="4974312" y="584511"/>
                  <a:pt x="4983654" y="553041"/>
                  <a:pt x="4983654" y="510960"/>
                </a:cubicBezTo>
                <a:cubicBezTo>
                  <a:pt x="4983654" y="468879"/>
                  <a:pt x="4973859" y="436683"/>
                  <a:pt x="4954270" y="414373"/>
                </a:cubicBezTo>
                <a:cubicBezTo>
                  <a:pt x="4934680" y="392062"/>
                  <a:pt x="4910737" y="380907"/>
                  <a:pt x="4882441" y="380907"/>
                </a:cubicBezTo>
                <a:close/>
                <a:moveTo>
                  <a:pt x="7464256" y="372745"/>
                </a:moveTo>
                <a:cubicBezTo>
                  <a:pt x="7431969" y="372745"/>
                  <a:pt x="7405306" y="385170"/>
                  <a:pt x="7384265" y="410020"/>
                </a:cubicBezTo>
                <a:cubicBezTo>
                  <a:pt x="7363225" y="434869"/>
                  <a:pt x="7352705" y="472688"/>
                  <a:pt x="7352705" y="523475"/>
                </a:cubicBezTo>
                <a:cubicBezTo>
                  <a:pt x="7352705" y="574989"/>
                  <a:pt x="7363134" y="613079"/>
                  <a:pt x="7383993" y="637747"/>
                </a:cubicBezTo>
                <a:cubicBezTo>
                  <a:pt x="7404853" y="662416"/>
                  <a:pt x="7431063" y="674750"/>
                  <a:pt x="7462623" y="674750"/>
                </a:cubicBezTo>
                <a:cubicBezTo>
                  <a:pt x="7494547" y="674750"/>
                  <a:pt x="7520757" y="662597"/>
                  <a:pt x="7541253" y="638292"/>
                </a:cubicBezTo>
                <a:cubicBezTo>
                  <a:pt x="7561750" y="613986"/>
                  <a:pt x="7571998" y="574989"/>
                  <a:pt x="7571998" y="521299"/>
                </a:cubicBezTo>
                <a:cubicBezTo>
                  <a:pt x="7571998" y="471237"/>
                  <a:pt x="7561659" y="433962"/>
                  <a:pt x="7540981" y="409475"/>
                </a:cubicBezTo>
                <a:cubicBezTo>
                  <a:pt x="7520304" y="384989"/>
                  <a:pt x="7494728" y="372745"/>
                  <a:pt x="7464256" y="372745"/>
                </a:cubicBezTo>
                <a:close/>
                <a:moveTo>
                  <a:pt x="5646613" y="351523"/>
                </a:moveTo>
                <a:cubicBezTo>
                  <a:pt x="5611425" y="351523"/>
                  <a:pt x="5583310" y="365490"/>
                  <a:pt x="5562270" y="393423"/>
                </a:cubicBezTo>
                <a:cubicBezTo>
                  <a:pt x="5548847" y="410836"/>
                  <a:pt x="5540322" y="436774"/>
                  <a:pt x="5536694" y="471237"/>
                </a:cubicBezTo>
                <a:lnTo>
                  <a:pt x="5754900" y="471237"/>
                </a:lnTo>
                <a:cubicBezTo>
                  <a:pt x="5750547" y="428430"/>
                  <a:pt x="5739029" y="397776"/>
                  <a:pt x="5720346" y="379275"/>
                </a:cubicBezTo>
                <a:cubicBezTo>
                  <a:pt x="5701663" y="360774"/>
                  <a:pt x="5677086" y="351523"/>
                  <a:pt x="5646613" y="351523"/>
                </a:cubicBezTo>
                <a:close/>
                <a:moveTo>
                  <a:pt x="3417764" y="351523"/>
                </a:moveTo>
                <a:cubicBezTo>
                  <a:pt x="3382575" y="351523"/>
                  <a:pt x="3354461" y="365490"/>
                  <a:pt x="3333420" y="393423"/>
                </a:cubicBezTo>
                <a:cubicBezTo>
                  <a:pt x="3319998" y="410836"/>
                  <a:pt x="3311473" y="436774"/>
                  <a:pt x="3307845" y="471237"/>
                </a:cubicBezTo>
                <a:lnTo>
                  <a:pt x="3526050" y="471237"/>
                </a:lnTo>
                <a:cubicBezTo>
                  <a:pt x="3521697" y="428430"/>
                  <a:pt x="3510180" y="397776"/>
                  <a:pt x="3491496" y="379275"/>
                </a:cubicBezTo>
                <a:cubicBezTo>
                  <a:pt x="3472814" y="360774"/>
                  <a:pt x="3448236" y="351523"/>
                  <a:pt x="3417764" y="351523"/>
                </a:cubicBezTo>
                <a:close/>
                <a:moveTo>
                  <a:pt x="7460991" y="220382"/>
                </a:moveTo>
                <a:cubicBezTo>
                  <a:pt x="7576714" y="220382"/>
                  <a:pt x="7664141" y="253938"/>
                  <a:pt x="7723273" y="321051"/>
                </a:cubicBezTo>
                <a:cubicBezTo>
                  <a:pt x="7770795" y="375103"/>
                  <a:pt x="7794557" y="441671"/>
                  <a:pt x="7794557" y="520755"/>
                </a:cubicBezTo>
                <a:cubicBezTo>
                  <a:pt x="7794557" y="609633"/>
                  <a:pt x="7765081" y="682459"/>
                  <a:pt x="7706131" y="739232"/>
                </a:cubicBezTo>
                <a:cubicBezTo>
                  <a:pt x="7647181" y="796005"/>
                  <a:pt x="7565650" y="824392"/>
                  <a:pt x="7461535" y="824392"/>
                </a:cubicBezTo>
                <a:cubicBezTo>
                  <a:pt x="7368666" y="824392"/>
                  <a:pt x="7293573" y="800812"/>
                  <a:pt x="7236256" y="753652"/>
                </a:cubicBezTo>
                <a:cubicBezTo>
                  <a:pt x="7165879" y="695246"/>
                  <a:pt x="7130690" y="618702"/>
                  <a:pt x="7130690" y="524020"/>
                </a:cubicBezTo>
                <a:cubicBezTo>
                  <a:pt x="7130690" y="435867"/>
                  <a:pt x="7160437" y="363222"/>
                  <a:pt x="7219931" y="306086"/>
                </a:cubicBezTo>
                <a:cubicBezTo>
                  <a:pt x="7279425" y="248950"/>
                  <a:pt x="7359779" y="220382"/>
                  <a:pt x="7460991" y="220382"/>
                </a:cubicBezTo>
                <a:close/>
                <a:moveTo>
                  <a:pt x="6347664" y="220382"/>
                </a:moveTo>
                <a:cubicBezTo>
                  <a:pt x="6416590" y="220382"/>
                  <a:pt x="6467468" y="225642"/>
                  <a:pt x="6500298" y="236163"/>
                </a:cubicBezTo>
                <a:cubicBezTo>
                  <a:pt x="6533129" y="246683"/>
                  <a:pt x="6560518" y="263008"/>
                  <a:pt x="6582465" y="285136"/>
                </a:cubicBezTo>
                <a:cubicBezTo>
                  <a:pt x="6604413" y="307265"/>
                  <a:pt x="6622642" y="337194"/>
                  <a:pt x="6637153" y="374922"/>
                </a:cubicBezTo>
                <a:lnTo>
                  <a:pt x="6427110" y="395599"/>
                </a:lnTo>
                <a:cubicBezTo>
                  <a:pt x="6421668" y="377098"/>
                  <a:pt x="6412599" y="363494"/>
                  <a:pt x="6399902" y="354788"/>
                </a:cubicBezTo>
                <a:cubicBezTo>
                  <a:pt x="6382489" y="343179"/>
                  <a:pt x="6361449" y="337375"/>
                  <a:pt x="6336780" y="337375"/>
                </a:cubicBezTo>
                <a:cubicBezTo>
                  <a:pt x="6311749" y="337375"/>
                  <a:pt x="6293520" y="341812"/>
                  <a:pt x="6282093" y="350686"/>
                </a:cubicBezTo>
                <a:cubicBezTo>
                  <a:pt x="6270666" y="359559"/>
                  <a:pt x="6264952" y="370336"/>
                  <a:pt x="6264952" y="383016"/>
                </a:cubicBezTo>
                <a:cubicBezTo>
                  <a:pt x="6264952" y="397141"/>
                  <a:pt x="6272208" y="407826"/>
                  <a:pt x="6286718" y="415070"/>
                </a:cubicBezTo>
                <a:cubicBezTo>
                  <a:pt x="6301229" y="422314"/>
                  <a:pt x="6332790" y="428835"/>
                  <a:pt x="6381401" y="434634"/>
                </a:cubicBezTo>
                <a:cubicBezTo>
                  <a:pt x="6455043" y="442966"/>
                  <a:pt x="6509821" y="454562"/>
                  <a:pt x="6545735" y="469421"/>
                </a:cubicBezTo>
                <a:cubicBezTo>
                  <a:pt x="6581649" y="484281"/>
                  <a:pt x="6609129" y="505482"/>
                  <a:pt x="6628174" y="533024"/>
                </a:cubicBezTo>
                <a:cubicBezTo>
                  <a:pt x="6647220" y="560566"/>
                  <a:pt x="6656742" y="590826"/>
                  <a:pt x="6656742" y="623804"/>
                </a:cubicBezTo>
                <a:cubicBezTo>
                  <a:pt x="6656742" y="657144"/>
                  <a:pt x="6646676" y="689579"/>
                  <a:pt x="6626542" y="721109"/>
                </a:cubicBezTo>
                <a:cubicBezTo>
                  <a:pt x="6606408" y="752639"/>
                  <a:pt x="6574666" y="777735"/>
                  <a:pt x="6531315" y="796398"/>
                </a:cubicBezTo>
                <a:cubicBezTo>
                  <a:pt x="6487964" y="815060"/>
                  <a:pt x="6428924" y="824392"/>
                  <a:pt x="6354193" y="824392"/>
                </a:cubicBezTo>
                <a:cubicBezTo>
                  <a:pt x="6248628" y="824392"/>
                  <a:pt x="6173444" y="809337"/>
                  <a:pt x="6128642" y="779227"/>
                </a:cubicBezTo>
                <a:cubicBezTo>
                  <a:pt x="6083840" y="749117"/>
                  <a:pt x="6055091" y="706311"/>
                  <a:pt x="6042394" y="650807"/>
                </a:cubicBezTo>
                <a:lnTo>
                  <a:pt x="6262232" y="630129"/>
                </a:lnTo>
                <a:cubicBezTo>
                  <a:pt x="6271301" y="656249"/>
                  <a:pt x="6283998" y="674931"/>
                  <a:pt x="6300322" y="686177"/>
                </a:cubicBezTo>
                <a:cubicBezTo>
                  <a:pt x="6316647" y="697423"/>
                  <a:pt x="6338413" y="703046"/>
                  <a:pt x="6365621" y="703046"/>
                </a:cubicBezTo>
                <a:cubicBezTo>
                  <a:pt x="6395368" y="703046"/>
                  <a:pt x="6418403" y="696706"/>
                  <a:pt x="6434728" y="684026"/>
                </a:cubicBezTo>
                <a:cubicBezTo>
                  <a:pt x="6447425" y="674611"/>
                  <a:pt x="6453773" y="662841"/>
                  <a:pt x="6453773" y="648716"/>
                </a:cubicBezTo>
                <a:cubicBezTo>
                  <a:pt x="6453773" y="632776"/>
                  <a:pt x="6445430" y="620459"/>
                  <a:pt x="6428742" y="611764"/>
                </a:cubicBezTo>
                <a:cubicBezTo>
                  <a:pt x="6416771" y="605608"/>
                  <a:pt x="6385029" y="598002"/>
                  <a:pt x="6333516" y="588944"/>
                </a:cubicBezTo>
                <a:cubicBezTo>
                  <a:pt x="6256609" y="575538"/>
                  <a:pt x="6203191" y="563128"/>
                  <a:pt x="6173263" y="551712"/>
                </a:cubicBezTo>
                <a:cubicBezTo>
                  <a:pt x="6143334" y="540296"/>
                  <a:pt x="6118122" y="520998"/>
                  <a:pt x="6097625" y="493819"/>
                </a:cubicBezTo>
                <a:cubicBezTo>
                  <a:pt x="6077129" y="466640"/>
                  <a:pt x="6066881" y="435654"/>
                  <a:pt x="6066881" y="400862"/>
                </a:cubicBezTo>
                <a:cubicBezTo>
                  <a:pt x="6066881" y="362806"/>
                  <a:pt x="6077945" y="330006"/>
                  <a:pt x="6100074" y="302464"/>
                </a:cubicBezTo>
                <a:cubicBezTo>
                  <a:pt x="6122203" y="274922"/>
                  <a:pt x="6152675" y="254356"/>
                  <a:pt x="6191492" y="240767"/>
                </a:cubicBezTo>
                <a:cubicBezTo>
                  <a:pt x="6230308" y="227177"/>
                  <a:pt x="6282365" y="220382"/>
                  <a:pt x="6347664" y="220382"/>
                </a:cubicBezTo>
                <a:close/>
                <a:moveTo>
                  <a:pt x="5637363" y="220382"/>
                </a:moveTo>
                <a:cubicBezTo>
                  <a:pt x="5720074" y="220382"/>
                  <a:pt x="5785372" y="232898"/>
                  <a:pt x="5833258" y="257929"/>
                </a:cubicBezTo>
                <a:cubicBezTo>
                  <a:pt x="5881143" y="282960"/>
                  <a:pt x="5917601" y="319237"/>
                  <a:pt x="5942632" y="366759"/>
                </a:cubicBezTo>
                <a:cubicBezTo>
                  <a:pt x="5967663" y="414282"/>
                  <a:pt x="5980179" y="476134"/>
                  <a:pt x="5980179" y="552315"/>
                </a:cubicBezTo>
                <a:lnTo>
                  <a:pt x="5980179" y="577347"/>
                </a:lnTo>
                <a:lnTo>
                  <a:pt x="5536150" y="577347"/>
                </a:lnTo>
                <a:cubicBezTo>
                  <a:pt x="5540141" y="612898"/>
                  <a:pt x="5549754" y="639380"/>
                  <a:pt x="5564990" y="656793"/>
                </a:cubicBezTo>
                <a:cubicBezTo>
                  <a:pt x="5586394" y="681824"/>
                  <a:pt x="5614327" y="694339"/>
                  <a:pt x="5648790" y="694339"/>
                </a:cubicBezTo>
                <a:cubicBezTo>
                  <a:pt x="5670556" y="694339"/>
                  <a:pt x="5691234" y="688898"/>
                  <a:pt x="5710823" y="678015"/>
                </a:cubicBezTo>
                <a:cubicBezTo>
                  <a:pt x="5722795" y="671122"/>
                  <a:pt x="5735673" y="658969"/>
                  <a:pt x="5749458" y="641557"/>
                </a:cubicBezTo>
                <a:lnTo>
                  <a:pt x="5967663" y="661690"/>
                </a:lnTo>
                <a:cubicBezTo>
                  <a:pt x="5934289" y="719733"/>
                  <a:pt x="5894021" y="761361"/>
                  <a:pt x="5846862" y="786573"/>
                </a:cubicBezTo>
                <a:cubicBezTo>
                  <a:pt x="5799702" y="811786"/>
                  <a:pt x="5732045" y="824392"/>
                  <a:pt x="5643893" y="824392"/>
                </a:cubicBezTo>
                <a:cubicBezTo>
                  <a:pt x="5567348" y="824392"/>
                  <a:pt x="5507129" y="813600"/>
                  <a:pt x="5463234" y="792015"/>
                </a:cubicBezTo>
                <a:cubicBezTo>
                  <a:pt x="5419339" y="770430"/>
                  <a:pt x="5382971" y="736148"/>
                  <a:pt x="5354131" y="689170"/>
                </a:cubicBezTo>
                <a:cubicBezTo>
                  <a:pt x="5325292" y="642191"/>
                  <a:pt x="5310871" y="586960"/>
                  <a:pt x="5310871" y="523475"/>
                </a:cubicBezTo>
                <a:cubicBezTo>
                  <a:pt x="5310871" y="433146"/>
                  <a:pt x="5339802" y="360048"/>
                  <a:pt x="5397663" y="304182"/>
                </a:cubicBezTo>
                <a:cubicBezTo>
                  <a:pt x="5455525" y="248315"/>
                  <a:pt x="5535425" y="220382"/>
                  <a:pt x="5637363" y="220382"/>
                </a:cubicBezTo>
                <a:close/>
                <a:moveTo>
                  <a:pt x="4804628" y="220382"/>
                </a:moveTo>
                <a:cubicBezTo>
                  <a:pt x="4849611" y="220382"/>
                  <a:pt x="4886704" y="228000"/>
                  <a:pt x="4915907" y="243237"/>
                </a:cubicBezTo>
                <a:cubicBezTo>
                  <a:pt x="4945110" y="258473"/>
                  <a:pt x="4972408" y="283685"/>
                  <a:pt x="4997802" y="318874"/>
                </a:cubicBezTo>
                <a:lnTo>
                  <a:pt x="4997802" y="233442"/>
                </a:lnTo>
                <a:lnTo>
                  <a:pt x="5205124" y="233442"/>
                </a:lnTo>
                <a:lnTo>
                  <a:pt x="5205124" y="779227"/>
                </a:lnTo>
                <a:lnTo>
                  <a:pt x="5205668" y="804802"/>
                </a:lnTo>
                <a:cubicBezTo>
                  <a:pt x="5205668" y="841079"/>
                  <a:pt x="5197959" y="875633"/>
                  <a:pt x="5182542" y="908463"/>
                </a:cubicBezTo>
                <a:cubicBezTo>
                  <a:pt x="5167124" y="941294"/>
                  <a:pt x="5146628" y="967867"/>
                  <a:pt x="5121052" y="988182"/>
                </a:cubicBezTo>
                <a:cubicBezTo>
                  <a:pt x="5095477" y="1008497"/>
                  <a:pt x="5063009" y="1023189"/>
                  <a:pt x="5023649" y="1032258"/>
                </a:cubicBezTo>
                <a:cubicBezTo>
                  <a:pt x="4984289" y="1041327"/>
                  <a:pt x="4939215" y="1045862"/>
                  <a:pt x="4888428" y="1045862"/>
                </a:cubicBezTo>
                <a:cubicBezTo>
                  <a:pt x="4772342" y="1045862"/>
                  <a:pt x="4692623" y="1028449"/>
                  <a:pt x="4649272" y="993623"/>
                </a:cubicBezTo>
                <a:cubicBezTo>
                  <a:pt x="4605922" y="958798"/>
                  <a:pt x="4584246" y="912182"/>
                  <a:pt x="4584246" y="853776"/>
                </a:cubicBezTo>
                <a:cubicBezTo>
                  <a:pt x="4584246" y="846521"/>
                  <a:pt x="4584609" y="836726"/>
                  <a:pt x="4585334" y="824392"/>
                </a:cubicBezTo>
                <a:lnTo>
                  <a:pt x="4800275" y="848879"/>
                </a:lnTo>
                <a:cubicBezTo>
                  <a:pt x="4805716" y="868831"/>
                  <a:pt x="4814060" y="882616"/>
                  <a:pt x="4825305" y="890234"/>
                </a:cubicBezTo>
                <a:cubicBezTo>
                  <a:pt x="4841630" y="901480"/>
                  <a:pt x="4862126" y="907103"/>
                  <a:pt x="4886795" y="907103"/>
                </a:cubicBezTo>
                <a:cubicBezTo>
                  <a:pt x="4918718" y="907103"/>
                  <a:pt x="4942570" y="898578"/>
                  <a:pt x="4958351" y="881528"/>
                </a:cubicBezTo>
                <a:cubicBezTo>
                  <a:pt x="4974131" y="864478"/>
                  <a:pt x="4982021" y="834731"/>
                  <a:pt x="4982021" y="792287"/>
                </a:cubicBezTo>
                <a:lnTo>
                  <a:pt x="4982021" y="704678"/>
                </a:lnTo>
                <a:cubicBezTo>
                  <a:pt x="4960255" y="730435"/>
                  <a:pt x="4938489" y="749117"/>
                  <a:pt x="4916723" y="760726"/>
                </a:cubicBezTo>
                <a:cubicBezTo>
                  <a:pt x="4882623" y="778864"/>
                  <a:pt x="4845802" y="787934"/>
                  <a:pt x="4806261" y="787934"/>
                </a:cubicBezTo>
                <a:cubicBezTo>
                  <a:pt x="4728991" y="787934"/>
                  <a:pt x="4666595" y="754196"/>
                  <a:pt x="4619072" y="686721"/>
                </a:cubicBezTo>
                <a:cubicBezTo>
                  <a:pt x="4585334" y="638836"/>
                  <a:pt x="4568466" y="575533"/>
                  <a:pt x="4568466" y="496812"/>
                </a:cubicBezTo>
                <a:cubicBezTo>
                  <a:pt x="4568466" y="406845"/>
                  <a:pt x="4590232" y="338282"/>
                  <a:pt x="4633764" y="291122"/>
                </a:cubicBezTo>
                <a:cubicBezTo>
                  <a:pt x="4677296" y="243962"/>
                  <a:pt x="4734251" y="220382"/>
                  <a:pt x="4804628" y="220382"/>
                </a:cubicBezTo>
                <a:close/>
                <a:moveTo>
                  <a:pt x="4267912" y="220382"/>
                </a:moveTo>
                <a:cubicBezTo>
                  <a:pt x="4329220" y="220382"/>
                  <a:pt x="4377196" y="238611"/>
                  <a:pt x="4411841" y="275070"/>
                </a:cubicBezTo>
                <a:cubicBezTo>
                  <a:pt x="4446485" y="311528"/>
                  <a:pt x="4463807" y="367848"/>
                  <a:pt x="4463807" y="444029"/>
                </a:cubicBezTo>
                <a:lnTo>
                  <a:pt x="4463807" y="811332"/>
                </a:lnTo>
                <a:lnTo>
                  <a:pt x="4241249" y="811332"/>
                </a:lnTo>
                <a:lnTo>
                  <a:pt x="4241249" y="493547"/>
                </a:lnTo>
                <a:cubicBezTo>
                  <a:pt x="4241249" y="457270"/>
                  <a:pt x="4234537" y="431604"/>
                  <a:pt x="4221115" y="416549"/>
                </a:cubicBezTo>
                <a:cubicBezTo>
                  <a:pt x="4207692" y="401494"/>
                  <a:pt x="4188828" y="393967"/>
                  <a:pt x="4164523" y="393967"/>
                </a:cubicBezTo>
                <a:cubicBezTo>
                  <a:pt x="4137678" y="393967"/>
                  <a:pt x="4115912" y="404125"/>
                  <a:pt x="4099225" y="424440"/>
                </a:cubicBezTo>
                <a:cubicBezTo>
                  <a:pt x="4082537" y="444755"/>
                  <a:pt x="4074194" y="481213"/>
                  <a:pt x="4074194" y="533814"/>
                </a:cubicBezTo>
                <a:lnTo>
                  <a:pt x="4074194" y="811332"/>
                </a:lnTo>
                <a:lnTo>
                  <a:pt x="3852723" y="811332"/>
                </a:lnTo>
                <a:lnTo>
                  <a:pt x="3852723" y="233442"/>
                </a:lnTo>
                <a:lnTo>
                  <a:pt x="4058957" y="233442"/>
                </a:lnTo>
                <a:lnTo>
                  <a:pt x="4058957" y="327580"/>
                </a:lnTo>
                <a:cubicBezTo>
                  <a:pt x="4089792" y="289127"/>
                  <a:pt x="4120990" y="261647"/>
                  <a:pt x="4152551" y="245141"/>
                </a:cubicBezTo>
                <a:cubicBezTo>
                  <a:pt x="4184112" y="228635"/>
                  <a:pt x="4222566" y="220382"/>
                  <a:pt x="4267912" y="220382"/>
                </a:cubicBezTo>
                <a:close/>
                <a:moveTo>
                  <a:pt x="3408513" y="220382"/>
                </a:moveTo>
                <a:cubicBezTo>
                  <a:pt x="3491224" y="220382"/>
                  <a:pt x="3556523" y="232898"/>
                  <a:pt x="3604408" y="257929"/>
                </a:cubicBezTo>
                <a:cubicBezTo>
                  <a:pt x="3652293" y="282960"/>
                  <a:pt x="3688752" y="319237"/>
                  <a:pt x="3713783" y="366759"/>
                </a:cubicBezTo>
                <a:cubicBezTo>
                  <a:pt x="3738814" y="414282"/>
                  <a:pt x="3751329" y="476134"/>
                  <a:pt x="3751329" y="552315"/>
                </a:cubicBezTo>
                <a:lnTo>
                  <a:pt x="3751329" y="577347"/>
                </a:lnTo>
                <a:lnTo>
                  <a:pt x="3307301" y="577347"/>
                </a:lnTo>
                <a:cubicBezTo>
                  <a:pt x="3311291" y="612898"/>
                  <a:pt x="3320905" y="639380"/>
                  <a:pt x="3336141" y="656793"/>
                </a:cubicBezTo>
                <a:cubicBezTo>
                  <a:pt x="3357544" y="681824"/>
                  <a:pt x="3385478" y="694339"/>
                  <a:pt x="3419940" y="694339"/>
                </a:cubicBezTo>
                <a:cubicBezTo>
                  <a:pt x="3441706" y="694339"/>
                  <a:pt x="3462384" y="688898"/>
                  <a:pt x="3481974" y="678015"/>
                </a:cubicBezTo>
                <a:cubicBezTo>
                  <a:pt x="3493945" y="671122"/>
                  <a:pt x="3506823" y="658969"/>
                  <a:pt x="3520609" y="641557"/>
                </a:cubicBezTo>
                <a:lnTo>
                  <a:pt x="3738814" y="661690"/>
                </a:lnTo>
                <a:cubicBezTo>
                  <a:pt x="3705439" y="719733"/>
                  <a:pt x="3665172" y="761361"/>
                  <a:pt x="3618012" y="786573"/>
                </a:cubicBezTo>
                <a:cubicBezTo>
                  <a:pt x="3570852" y="811786"/>
                  <a:pt x="3503196" y="824392"/>
                  <a:pt x="3415043" y="824392"/>
                </a:cubicBezTo>
                <a:cubicBezTo>
                  <a:pt x="3338499" y="824392"/>
                  <a:pt x="3278279" y="813600"/>
                  <a:pt x="3234384" y="792015"/>
                </a:cubicBezTo>
                <a:cubicBezTo>
                  <a:pt x="3190490" y="770430"/>
                  <a:pt x="3154122" y="736148"/>
                  <a:pt x="3125282" y="689170"/>
                </a:cubicBezTo>
                <a:cubicBezTo>
                  <a:pt x="3096442" y="642191"/>
                  <a:pt x="3082021" y="586960"/>
                  <a:pt x="3082021" y="523475"/>
                </a:cubicBezTo>
                <a:cubicBezTo>
                  <a:pt x="3082021" y="433146"/>
                  <a:pt x="3110952" y="360048"/>
                  <a:pt x="3168814" y="304182"/>
                </a:cubicBezTo>
                <a:cubicBezTo>
                  <a:pt x="3226675" y="248315"/>
                  <a:pt x="3306575" y="220382"/>
                  <a:pt x="3408513" y="220382"/>
                </a:cubicBezTo>
                <a:close/>
                <a:moveTo>
                  <a:pt x="1912819" y="220382"/>
                </a:moveTo>
                <a:cubicBezTo>
                  <a:pt x="1979205" y="220382"/>
                  <a:pt x="2032532" y="224101"/>
                  <a:pt x="2072799" y="231537"/>
                </a:cubicBezTo>
                <a:cubicBezTo>
                  <a:pt x="2113067" y="238974"/>
                  <a:pt x="2146623" y="254482"/>
                  <a:pt x="2173468" y="278062"/>
                </a:cubicBezTo>
                <a:cubicBezTo>
                  <a:pt x="2192332" y="294387"/>
                  <a:pt x="2207205" y="317514"/>
                  <a:pt x="2218088" y="347442"/>
                </a:cubicBezTo>
                <a:cubicBezTo>
                  <a:pt x="2228971" y="377370"/>
                  <a:pt x="2234413" y="405938"/>
                  <a:pt x="2234413" y="433146"/>
                </a:cubicBezTo>
                <a:lnTo>
                  <a:pt x="2234413" y="688354"/>
                </a:lnTo>
                <a:cubicBezTo>
                  <a:pt x="2234413" y="715561"/>
                  <a:pt x="2236136" y="736874"/>
                  <a:pt x="2239582" y="752292"/>
                </a:cubicBezTo>
                <a:cubicBezTo>
                  <a:pt x="2243029" y="767709"/>
                  <a:pt x="2250556" y="787389"/>
                  <a:pt x="2262165" y="811332"/>
                </a:cubicBezTo>
                <a:lnTo>
                  <a:pt x="2054298" y="811332"/>
                </a:lnTo>
                <a:cubicBezTo>
                  <a:pt x="2045955" y="796459"/>
                  <a:pt x="2040513" y="785122"/>
                  <a:pt x="2037974" y="777323"/>
                </a:cubicBezTo>
                <a:cubicBezTo>
                  <a:pt x="2035434" y="769523"/>
                  <a:pt x="2032895" y="757280"/>
                  <a:pt x="2030356" y="740592"/>
                </a:cubicBezTo>
                <a:cubicBezTo>
                  <a:pt x="2001334" y="768526"/>
                  <a:pt x="1972494" y="788478"/>
                  <a:pt x="1943835" y="800449"/>
                </a:cubicBezTo>
                <a:cubicBezTo>
                  <a:pt x="1904656" y="816411"/>
                  <a:pt x="1859129" y="824392"/>
                  <a:pt x="1807253" y="824392"/>
                </a:cubicBezTo>
                <a:cubicBezTo>
                  <a:pt x="1738327" y="824392"/>
                  <a:pt x="1685997" y="808430"/>
                  <a:pt x="1650265" y="776506"/>
                </a:cubicBezTo>
                <a:cubicBezTo>
                  <a:pt x="1614532" y="744583"/>
                  <a:pt x="1596666" y="705222"/>
                  <a:pt x="1596666" y="658425"/>
                </a:cubicBezTo>
                <a:cubicBezTo>
                  <a:pt x="1596666" y="614530"/>
                  <a:pt x="1609544" y="578435"/>
                  <a:pt x="1635300" y="550139"/>
                </a:cubicBezTo>
                <a:cubicBezTo>
                  <a:pt x="1661057" y="521843"/>
                  <a:pt x="1708580" y="500802"/>
                  <a:pt x="1777869" y="487017"/>
                </a:cubicBezTo>
                <a:cubicBezTo>
                  <a:pt x="1860942" y="470330"/>
                  <a:pt x="1914814" y="458631"/>
                  <a:pt x="1939482" y="451919"/>
                </a:cubicBezTo>
                <a:cubicBezTo>
                  <a:pt x="1964150" y="445208"/>
                  <a:pt x="1990270" y="436411"/>
                  <a:pt x="2017840" y="425528"/>
                </a:cubicBezTo>
                <a:cubicBezTo>
                  <a:pt x="2017840" y="398320"/>
                  <a:pt x="2012217" y="379275"/>
                  <a:pt x="2000971" y="368392"/>
                </a:cubicBezTo>
                <a:cubicBezTo>
                  <a:pt x="1989725" y="357509"/>
                  <a:pt x="1969955" y="352067"/>
                  <a:pt x="1941659" y="352067"/>
                </a:cubicBezTo>
                <a:cubicBezTo>
                  <a:pt x="1905382" y="352067"/>
                  <a:pt x="1878174" y="357872"/>
                  <a:pt x="1860036" y="369480"/>
                </a:cubicBezTo>
                <a:cubicBezTo>
                  <a:pt x="1845888" y="378549"/>
                  <a:pt x="1834460" y="395599"/>
                  <a:pt x="1825754" y="420631"/>
                </a:cubicBezTo>
                <a:lnTo>
                  <a:pt x="1614079" y="398320"/>
                </a:lnTo>
                <a:cubicBezTo>
                  <a:pt x="1622059" y="361318"/>
                  <a:pt x="1633577" y="332206"/>
                  <a:pt x="1648632" y="310984"/>
                </a:cubicBezTo>
                <a:cubicBezTo>
                  <a:pt x="1663687" y="289762"/>
                  <a:pt x="1685363" y="271351"/>
                  <a:pt x="1713659" y="255752"/>
                </a:cubicBezTo>
                <a:cubicBezTo>
                  <a:pt x="1733973" y="244506"/>
                  <a:pt x="1761907" y="235800"/>
                  <a:pt x="1797458" y="229633"/>
                </a:cubicBezTo>
                <a:cubicBezTo>
                  <a:pt x="1833009" y="223466"/>
                  <a:pt x="1871463" y="220382"/>
                  <a:pt x="1912819" y="220382"/>
                </a:cubicBezTo>
                <a:close/>
                <a:moveTo>
                  <a:pt x="8845711" y="13604"/>
                </a:moveTo>
                <a:lnTo>
                  <a:pt x="9371907" y="13604"/>
                </a:lnTo>
                <a:lnTo>
                  <a:pt x="9371907" y="190454"/>
                </a:lnTo>
                <a:lnTo>
                  <a:pt x="9015487" y="190454"/>
                </a:lnTo>
                <a:lnTo>
                  <a:pt x="8996441" y="310167"/>
                </a:lnTo>
                <a:cubicBezTo>
                  <a:pt x="9021110" y="298559"/>
                  <a:pt x="9045505" y="289852"/>
                  <a:pt x="9069630" y="284048"/>
                </a:cubicBezTo>
                <a:cubicBezTo>
                  <a:pt x="9093754" y="278244"/>
                  <a:pt x="9117605" y="275342"/>
                  <a:pt x="9141186" y="275342"/>
                </a:cubicBezTo>
                <a:cubicBezTo>
                  <a:pt x="9220994" y="275342"/>
                  <a:pt x="9285748" y="299466"/>
                  <a:pt x="9335448" y="347714"/>
                </a:cubicBezTo>
                <a:cubicBezTo>
                  <a:pt x="9385148" y="395962"/>
                  <a:pt x="9409997" y="456726"/>
                  <a:pt x="9409997" y="530005"/>
                </a:cubicBezTo>
                <a:cubicBezTo>
                  <a:pt x="9409997" y="581518"/>
                  <a:pt x="9397210" y="631036"/>
                  <a:pt x="9371635" y="678559"/>
                </a:cubicBezTo>
                <a:cubicBezTo>
                  <a:pt x="9346059" y="726082"/>
                  <a:pt x="9309783" y="762358"/>
                  <a:pt x="9262804" y="787389"/>
                </a:cubicBezTo>
                <a:cubicBezTo>
                  <a:pt x="9215825" y="812421"/>
                  <a:pt x="9155696" y="824936"/>
                  <a:pt x="9082417" y="824936"/>
                </a:cubicBezTo>
                <a:cubicBezTo>
                  <a:pt x="9029816" y="824936"/>
                  <a:pt x="8984742" y="819948"/>
                  <a:pt x="8947195" y="809972"/>
                </a:cubicBezTo>
                <a:cubicBezTo>
                  <a:pt x="8909649" y="799996"/>
                  <a:pt x="8877726" y="785122"/>
                  <a:pt x="8851424" y="765351"/>
                </a:cubicBezTo>
                <a:cubicBezTo>
                  <a:pt x="8825124" y="745580"/>
                  <a:pt x="8803811" y="723179"/>
                  <a:pt x="8787486" y="698148"/>
                </a:cubicBezTo>
                <a:cubicBezTo>
                  <a:pt x="8771162" y="673117"/>
                  <a:pt x="8757558" y="641919"/>
                  <a:pt x="8746675" y="604554"/>
                </a:cubicBezTo>
                <a:lnTo>
                  <a:pt x="8970866" y="580067"/>
                </a:lnTo>
                <a:cubicBezTo>
                  <a:pt x="8976308" y="615981"/>
                  <a:pt x="8989005" y="643280"/>
                  <a:pt x="9008957" y="661962"/>
                </a:cubicBezTo>
                <a:cubicBezTo>
                  <a:pt x="9028908" y="680645"/>
                  <a:pt x="9052671" y="689986"/>
                  <a:pt x="9080241" y="689986"/>
                </a:cubicBezTo>
                <a:cubicBezTo>
                  <a:pt x="9111075" y="689986"/>
                  <a:pt x="9136561" y="678287"/>
                  <a:pt x="9156694" y="654888"/>
                </a:cubicBezTo>
                <a:cubicBezTo>
                  <a:pt x="9176828" y="631490"/>
                  <a:pt x="9186895" y="596573"/>
                  <a:pt x="9186895" y="550139"/>
                </a:cubicBezTo>
                <a:cubicBezTo>
                  <a:pt x="9186895" y="502616"/>
                  <a:pt x="9176738" y="467790"/>
                  <a:pt x="9156422" y="445662"/>
                </a:cubicBezTo>
                <a:cubicBezTo>
                  <a:pt x="9136106" y="423533"/>
                  <a:pt x="9109081" y="412468"/>
                  <a:pt x="9075343" y="412468"/>
                </a:cubicBezTo>
                <a:cubicBezTo>
                  <a:pt x="9053939" y="412468"/>
                  <a:pt x="9033262" y="417728"/>
                  <a:pt x="9013310" y="428249"/>
                </a:cubicBezTo>
                <a:cubicBezTo>
                  <a:pt x="8998436" y="435867"/>
                  <a:pt x="8982111" y="449652"/>
                  <a:pt x="8964336" y="469604"/>
                </a:cubicBezTo>
                <a:lnTo>
                  <a:pt x="8775515" y="442397"/>
                </a:lnTo>
                <a:close/>
                <a:moveTo>
                  <a:pt x="2745917" y="13604"/>
                </a:moveTo>
                <a:lnTo>
                  <a:pt x="2967931" y="13604"/>
                </a:lnTo>
                <a:lnTo>
                  <a:pt x="2967931" y="811332"/>
                </a:lnTo>
                <a:lnTo>
                  <a:pt x="2745917" y="811332"/>
                </a:lnTo>
                <a:close/>
                <a:moveTo>
                  <a:pt x="2374441" y="13604"/>
                </a:moveTo>
                <a:lnTo>
                  <a:pt x="2596456" y="13604"/>
                </a:lnTo>
                <a:lnTo>
                  <a:pt x="2596456" y="811332"/>
                </a:lnTo>
                <a:lnTo>
                  <a:pt x="2374441" y="811332"/>
                </a:lnTo>
                <a:close/>
                <a:moveTo>
                  <a:pt x="880923" y="13604"/>
                </a:moveTo>
                <a:lnTo>
                  <a:pt x="1102393" y="13604"/>
                </a:lnTo>
                <a:lnTo>
                  <a:pt x="1102393" y="307447"/>
                </a:lnTo>
                <a:cubicBezTo>
                  <a:pt x="1132503" y="276249"/>
                  <a:pt x="1162432" y="253938"/>
                  <a:pt x="1192179" y="240516"/>
                </a:cubicBezTo>
                <a:cubicBezTo>
                  <a:pt x="1221926" y="227094"/>
                  <a:pt x="1257114" y="220382"/>
                  <a:pt x="1297744" y="220382"/>
                </a:cubicBezTo>
                <a:cubicBezTo>
                  <a:pt x="1357964" y="220382"/>
                  <a:pt x="1405396" y="238702"/>
                  <a:pt x="1440040" y="275342"/>
                </a:cubicBezTo>
                <a:cubicBezTo>
                  <a:pt x="1474685" y="311981"/>
                  <a:pt x="1492007" y="368210"/>
                  <a:pt x="1492007" y="444029"/>
                </a:cubicBezTo>
                <a:lnTo>
                  <a:pt x="1492007" y="811332"/>
                </a:lnTo>
                <a:lnTo>
                  <a:pt x="1269448" y="811332"/>
                </a:lnTo>
                <a:lnTo>
                  <a:pt x="1269448" y="493547"/>
                </a:lnTo>
                <a:cubicBezTo>
                  <a:pt x="1269448" y="457270"/>
                  <a:pt x="1262737" y="431604"/>
                  <a:pt x="1249315" y="416549"/>
                </a:cubicBezTo>
                <a:cubicBezTo>
                  <a:pt x="1235892" y="401494"/>
                  <a:pt x="1217028" y="393967"/>
                  <a:pt x="1192723" y="393967"/>
                </a:cubicBezTo>
                <a:cubicBezTo>
                  <a:pt x="1165878" y="393967"/>
                  <a:pt x="1144112" y="404125"/>
                  <a:pt x="1127424" y="424440"/>
                </a:cubicBezTo>
                <a:cubicBezTo>
                  <a:pt x="1110737" y="444755"/>
                  <a:pt x="1102393" y="481213"/>
                  <a:pt x="1102393" y="533814"/>
                </a:cubicBezTo>
                <a:lnTo>
                  <a:pt x="1102393" y="811332"/>
                </a:lnTo>
                <a:lnTo>
                  <a:pt x="880923" y="811332"/>
                </a:lnTo>
                <a:close/>
                <a:moveTo>
                  <a:pt x="9934198" y="0"/>
                </a:moveTo>
                <a:cubicBezTo>
                  <a:pt x="10022351" y="0"/>
                  <a:pt x="10088284" y="7981"/>
                  <a:pt x="10131997" y="23943"/>
                </a:cubicBezTo>
                <a:cubicBezTo>
                  <a:pt x="10175711" y="39905"/>
                  <a:pt x="10211988" y="64664"/>
                  <a:pt x="10240828" y="98220"/>
                </a:cubicBezTo>
                <a:cubicBezTo>
                  <a:pt x="10269668" y="131776"/>
                  <a:pt x="10291344" y="174311"/>
                  <a:pt x="10305854" y="225824"/>
                </a:cubicBezTo>
                <a:lnTo>
                  <a:pt x="10068059" y="268268"/>
                </a:lnTo>
                <a:cubicBezTo>
                  <a:pt x="10058265" y="238158"/>
                  <a:pt x="10041668" y="215122"/>
                  <a:pt x="10018269" y="199160"/>
                </a:cubicBezTo>
                <a:cubicBezTo>
                  <a:pt x="9994871" y="183198"/>
                  <a:pt x="9965033" y="175218"/>
                  <a:pt x="9928756" y="175218"/>
                </a:cubicBezTo>
                <a:cubicBezTo>
                  <a:pt x="9874704" y="175218"/>
                  <a:pt x="9831625" y="193991"/>
                  <a:pt x="9799520" y="231537"/>
                </a:cubicBezTo>
                <a:cubicBezTo>
                  <a:pt x="9767415" y="269084"/>
                  <a:pt x="9751363" y="328487"/>
                  <a:pt x="9751363" y="409747"/>
                </a:cubicBezTo>
                <a:cubicBezTo>
                  <a:pt x="9751363" y="496086"/>
                  <a:pt x="9767596" y="557757"/>
                  <a:pt x="9800064" y="594759"/>
                </a:cubicBezTo>
                <a:cubicBezTo>
                  <a:pt x="9832532" y="631762"/>
                  <a:pt x="9877787" y="650263"/>
                  <a:pt x="9935830" y="650263"/>
                </a:cubicBezTo>
                <a:cubicBezTo>
                  <a:pt x="9963401" y="650263"/>
                  <a:pt x="9989701" y="646273"/>
                  <a:pt x="10014732" y="638292"/>
                </a:cubicBezTo>
                <a:cubicBezTo>
                  <a:pt x="10039764" y="630311"/>
                  <a:pt x="10068422" y="616707"/>
                  <a:pt x="10100709" y="597480"/>
                </a:cubicBezTo>
                <a:lnTo>
                  <a:pt x="10100709" y="522387"/>
                </a:lnTo>
                <a:lnTo>
                  <a:pt x="9935830" y="522387"/>
                </a:lnTo>
                <a:lnTo>
                  <a:pt x="9935830" y="356420"/>
                </a:lnTo>
                <a:lnTo>
                  <a:pt x="10316737" y="356420"/>
                </a:lnTo>
                <a:lnTo>
                  <a:pt x="10316737" y="696516"/>
                </a:lnTo>
                <a:cubicBezTo>
                  <a:pt x="10243821" y="746215"/>
                  <a:pt x="10179339" y="780043"/>
                  <a:pt x="10123291" y="798000"/>
                </a:cubicBezTo>
                <a:cubicBezTo>
                  <a:pt x="10067243" y="815958"/>
                  <a:pt x="10000766" y="824936"/>
                  <a:pt x="9923859" y="824936"/>
                </a:cubicBezTo>
                <a:cubicBezTo>
                  <a:pt x="9829176" y="824936"/>
                  <a:pt x="9751997" y="808793"/>
                  <a:pt x="9692323" y="776506"/>
                </a:cubicBezTo>
                <a:cubicBezTo>
                  <a:pt x="9632647" y="744220"/>
                  <a:pt x="9586393" y="696153"/>
                  <a:pt x="9553564" y="632306"/>
                </a:cubicBezTo>
                <a:cubicBezTo>
                  <a:pt x="9520732" y="568459"/>
                  <a:pt x="9504318" y="495179"/>
                  <a:pt x="9504318" y="412468"/>
                </a:cubicBezTo>
                <a:cubicBezTo>
                  <a:pt x="9504318" y="325404"/>
                  <a:pt x="9522275" y="249676"/>
                  <a:pt x="9558189" y="185284"/>
                </a:cubicBezTo>
                <a:cubicBezTo>
                  <a:pt x="9594103" y="120893"/>
                  <a:pt x="9646704" y="72010"/>
                  <a:pt x="9715993" y="38635"/>
                </a:cubicBezTo>
                <a:cubicBezTo>
                  <a:pt x="9770045" y="12879"/>
                  <a:pt x="9842780" y="0"/>
                  <a:pt x="9934198" y="0"/>
                </a:cubicBezTo>
                <a:close/>
                <a:moveTo>
                  <a:pt x="8131024" y="0"/>
                </a:moveTo>
                <a:cubicBezTo>
                  <a:pt x="8169841" y="0"/>
                  <a:pt x="8226251" y="4535"/>
                  <a:pt x="8300256" y="13604"/>
                </a:cubicBezTo>
                <a:lnTo>
                  <a:pt x="8275769" y="147466"/>
                </a:lnTo>
                <a:cubicBezTo>
                  <a:pt x="8249287" y="143113"/>
                  <a:pt x="8227883" y="140936"/>
                  <a:pt x="8211559" y="140936"/>
                </a:cubicBezTo>
                <a:cubicBezTo>
                  <a:pt x="8191607" y="140936"/>
                  <a:pt x="8177277" y="144292"/>
                  <a:pt x="8168571" y="151003"/>
                </a:cubicBezTo>
                <a:cubicBezTo>
                  <a:pt x="8159865" y="157714"/>
                  <a:pt x="8153697" y="168325"/>
                  <a:pt x="8150069" y="182836"/>
                </a:cubicBezTo>
                <a:cubicBezTo>
                  <a:pt x="8148255" y="190817"/>
                  <a:pt x="8147349" y="207685"/>
                  <a:pt x="8147349" y="233442"/>
                </a:cubicBezTo>
                <a:lnTo>
                  <a:pt x="8252914" y="233442"/>
                </a:lnTo>
                <a:lnTo>
                  <a:pt x="8252914" y="395599"/>
                </a:lnTo>
                <a:lnTo>
                  <a:pt x="8147349" y="395599"/>
                </a:lnTo>
                <a:lnTo>
                  <a:pt x="8147349" y="811332"/>
                </a:lnTo>
                <a:lnTo>
                  <a:pt x="7925335" y="811332"/>
                </a:lnTo>
                <a:lnTo>
                  <a:pt x="7925335" y="395599"/>
                </a:lnTo>
                <a:lnTo>
                  <a:pt x="7842623" y="395599"/>
                </a:lnTo>
                <a:lnTo>
                  <a:pt x="7842623" y="233442"/>
                </a:lnTo>
                <a:lnTo>
                  <a:pt x="7925335" y="233442"/>
                </a:lnTo>
                <a:lnTo>
                  <a:pt x="7925335" y="207323"/>
                </a:lnTo>
                <a:cubicBezTo>
                  <a:pt x="7925335" y="183743"/>
                  <a:pt x="7927874" y="157805"/>
                  <a:pt x="7932953" y="129509"/>
                </a:cubicBezTo>
                <a:cubicBezTo>
                  <a:pt x="7938031" y="101213"/>
                  <a:pt x="7947554" y="78086"/>
                  <a:pt x="7961521" y="60129"/>
                </a:cubicBezTo>
                <a:cubicBezTo>
                  <a:pt x="7975487" y="42172"/>
                  <a:pt x="7995077" y="27661"/>
                  <a:pt x="8020289" y="16597"/>
                </a:cubicBezTo>
                <a:cubicBezTo>
                  <a:pt x="8045501" y="5533"/>
                  <a:pt x="8082413" y="0"/>
                  <a:pt x="8131024" y="0"/>
                </a:cubicBezTo>
                <a:close/>
                <a:moveTo>
                  <a:pt x="403218" y="0"/>
                </a:moveTo>
                <a:cubicBezTo>
                  <a:pt x="503704" y="0"/>
                  <a:pt x="582697" y="20315"/>
                  <a:pt x="640196" y="60945"/>
                </a:cubicBezTo>
                <a:cubicBezTo>
                  <a:pt x="697695" y="101576"/>
                  <a:pt x="740411" y="163972"/>
                  <a:pt x="768344" y="248134"/>
                </a:cubicBezTo>
                <a:lnTo>
                  <a:pt x="550683" y="296564"/>
                </a:lnTo>
                <a:cubicBezTo>
                  <a:pt x="543065" y="272258"/>
                  <a:pt x="535084" y="254482"/>
                  <a:pt x="526740" y="243237"/>
                </a:cubicBezTo>
                <a:cubicBezTo>
                  <a:pt x="512955" y="224373"/>
                  <a:pt x="496086" y="209862"/>
                  <a:pt x="476134" y="199704"/>
                </a:cubicBezTo>
                <a:cubicBezTo>
                  <a:pt x="456182" y="189547"/>
                  <a:pt x="433871" y="184468"/>
                  <a:pt x="409203" y="184468"/>
                </a:cubicBezTo>
                <a:cubicBezTo>
                  <a:pt x="353337" y="184468"/>
                  <a:pt x="310530" y="206934"/>
                  <a:pt x="280783" y="251867"/>
                </a:cubicBezTo>
                <a:cubicBezTo>
                  <a:pt x="258291" y="285202"/>
                  <a:pt x="247045" y="337557"/>
                  <a:pt x="247045" y="408931"/>
                </a:cubicBezTo>
                <a:cubicBezTo>
                  <a:pt x="247045" y="497345"/>
                  <a:pt x="260468" y="557947"/>
                  <a:pt x="287313" y="590738"/>
                </a:cubicBezTo>
                <a:cubicBezTo>
                  <a:pt x="314158" y="623529"/>
                  <a:pt x="351886" y="639924"/>
                  <a:pt x="400497" y="639924"/>
                </a:cubicBezTo>
                <a:cubicBezTo>
                  <a:pt x="447657" y="639924"/>
                  <a:pt x="483299" y="626683"/>
                  <a:pt x="507423" y="600201"/>
                </a:cubicBezTo>
                <a:cubicBezTo>
                  <a:pt x="531547" y="573719"/>
                  <a:pt x="549051" y="535265"/>
                  <a:pt x="559933" y="484841"/>
                </a:cubicBezTo>
                <a:lnTo>
                  <a:pt x="775962" y="550139"/>
                </a:lnTo>
                <a:cubicBezTo>
                  <a:pt x="761451" y="610721"/>
                  <a:pt x="738597" y="661327"/>
                  <a:pt x="707399" y="701957"/>
                </a:cubicBezTo>
                <a:cubicBezTo>
                  <a:pt x="676201" y="742588"/>
                  <a:pt x="637475" y="773242"/>
                  <a:pt x="591222" y="793919"/>
                </a:cubicBezTo>
                <a:cubicBezTo>
                  <a:pt x="544969" y="814597"/>
                  <a:pt x="486110" y="824936"/>
                  <a:pt x="414645" y="824936"/>
                </a:cubicBezTo>
                <a:cubicBezTo>
                  <a:pt x="327943" y="824936"/>
                  <a:pt x="257112" y="812338"/>
                  <a:pt x="202153" y="787143"/>
                </a:cubicBezTo>
                <a:cubicBezTo>
                  <a:pt x="147194" y="761948"/>
                  <a:pt x="99761" y="717629"/>
                  <a:pt x="59857" y="654187"/>
                </a:cubicBezTo>
                <a:cubicBezTo>
                  <a:pt x="19952" y="590745"/>
                  <a:pt x="0" y="509537"/>
                  <a:pt x="0" y="410564"/>
                </a:cubicBezTo>
                <a:cubicBezTo>
                  <a:pt x="0" y="278607"/>
                  <a:pt x="35098" y="177190"/>
                  <a:pt x="105294" y="106314"/>
                </a:cubicBezTo>
                <a:cubicBezTo>
                  <a:pt x="175490" y="35438"/>
                  <a:pt x="274797" y="0"/>
                  <a:pt x="403218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139F1B1-66CC-41CC-96D8-E3CF7B840836}"/>
              </a:ext>
            </a:extLst>
          </p:cNvPr>
          <p:cNvSpPr/>
          <p:nvPr/>
        </p:nvSpPr>
        <p:spPr>
          <a:xfrm>
            <a:off x="31750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Health and Environment Concerns: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Increased radio frequency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Environment will be affected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1BABB55-0011-44F5-B458-547F2F5B091F}"/>
              </a:ext>
            </a:extLst>
          </p:cNvPr>
          <p:cNvSpPr/>
          <p:nvPr/>
        </p:nvSpPr>
        <p:spPr>
          <a:xfrm>
            <a:off x="310515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Regulatory and Policy Concern: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Government Approvals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Legal Challenges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DCA0F26-DA78-4682-85CD-589223751B18}"/>
              </a:ext>
            </a:extLst>
          </p:cNvPr>
          <p:cNvSpPr/>
          <p:nvPr/>
        </p:nvSpPr>
        <p:spPr>
          <a:xfrm>
            <a:off x="599440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Adoption and Awareness: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Consumer Hesitation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Enterprise Integration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B6D83B0-73EE-45FD-BA6B-E213763A7529}"/>
              </a:ext>
            </a:extLst>
          </p:cNvPr>
          <p:cNvSpPr/>
          <p:nvPr/>
        </p:nvSpPr>
        <p:spPr>
          <a:xfrm>
            <a:off x="8883650" y="10541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Technological Concerns: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Device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Backwards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Latency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1328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57652-8AEE-4E78-BE01-F2F6314B7C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/>
          <a:stretch/>
        </p:blipFill>
        <p:spPr>
          <a:xfrm>
            <a:off x="12649200" y="0"/>
            <a:ext cx="792762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B741B-DDD6-437D-B4FF-2FE9DA8E1FDC}"/>
              </a:ext>
            </a:extLst>
          </p:cNvPr>
          <p:cNvSpPr txBox="1"/>
          <p:nvPr/>
        </p:nvSpPr>
        <p:spPr>
          <a:xfrm>
            <a:off x="947281" y="-1747365"/>
            <a:ext cx="8824238" cy="921865"/>
          </a:xfrm>
          <a:custGeom>
            <a:avLst/>
            <a:gdLst/>
            <a:ahLst/>
            <a:cxnLst/>
            <a:rect l="l" t="t" r="r" b="b"/>
            <a:pathLst>
              <a:path w="10316737" h="1045862">
                <a:moveTo>
                  <a:pt x="2017840" y="537079"/>
                </a:moveTo>
                <a:cubicBezTo>
                  <a:pt x="1987367" y="547962"/>
                  <a:pt x="1955625" y="557576"/>
                  <a:pt x="1922613" y="565919"/>
                </a:cubicBezTo>
                <a:cubicBezTo>
                  <a:pt x="1877630" y="577891"/>
                  <a:pt x="1849153" y="589681"/>
                  <a:pt x="1837181" y="601289"/>
                </a:cubicBezTo>
                <a:cubicBezTo>
                  <a:pt x="1824847" y="613261"/>
                  <a:pt x="1818680" y="626864"/>
                  <a:pt x="1818680" y="642101"/>
                </a:cubicBezTo>
                <a:cubicBezTo>
                  <a:pt x="1818680" y="659514"/>
                  <a:pt x="1824756" y="673752"/>
                  <a:pt x="1836909" y="684817"/>
                </a:cubicBezTo>
                <a:cubicBezTo>
                  <a:pt x="1849062" y="695881"/>
                  <a:pt x="1866928" y="701413"/>
                  <a:pt x="1890508" y="701413"/>
                </a:cubicBezTo>
                <a:cubicBezTo>
                  <a:pt x="1915176" y="701413"/>
                  <a:pt x="1938122" y="695428"/>
                  <a:pt x="1959343" y="683456"/>
                </a:cubicBezTo>
                <a:cubicBezTo>
                  <a:pt x="1980566" y="671485"/>
                  <a:pt x="1995620" y="656884"/>
                  <a:pt x="2004508" y="639652"/>
                </a:cubicBezTo>
                <a:cubicBezTo>
                  <a:pt x="2013396" y="622421"/>
                  <a:pt x="2017840" y="600020"/>
                  <a:pt x="2017840" y="572449"/>
                </a:cubicBezTo>
                <a:close/>
                <a:moveTo>
                  <a:pt x="4882441" y="380907"/>
                </a:moveTo>
                <a:cubicBezTo>
                  <a:pt x="4854145" y="380907"/>
                  <a:pt x="4831563" y="391156"/>
                  <a:pt x="4814694" y="411652"/>
                </a:cubicBezTo>
                <a:cubicBezTo>
                  <a:pt x="4797826" y="432148"/>
                  <a:pt x="4789391" y="466158"/>
                  <a:pt x="4789391" y="513681"/>
                </a:cubicBezTo>
                <a:cubicBezTo>
                  <a:pt x="4789391" y="555399"/>
                  <a:pt x="4798279" y="586325"/>
                  <a:pt x="4816055" y="606459"/>
                </a:cubicBezTo>
                <a:cubicBezTo>
                  <a:pt x="4833830" y="626592"/>
                  <a:pt x="4857229" y="636659"/>
                  <a:pt x="4886250" y="636659"/>
                </a:cubicBezTo>
                <a:cubicBezTo>
                  <a:pt x="4913821" y="636659"/>
                  <a:pt x="4936947" y="626230"/>
                  <a:pt x="4955630" y="605370"/>
                </a:cubicBezTo>
                <a:cubicBezTo>
                  <a:pt x="4974312" y="584511"/>
                  <a:pt x="4983654" y="553041"/>
                  <a:pt x="4983654" y="510960"/>
                </a:cubicBezTo>
                <a:cubicBezTo>
                  <a:pt x="4983654" y="468879"/>
                  <a:pt x="4973859" y="436683"/>
                  <a:pt x="4954270" y="414373"/>
                </a:cubicBezTo>
                <a:cubicBezTo>
                  <a:pt x="4934680" y="392062"/>
                  <a:pt x="4910737" y="380907"/>
                  <a:pt x="4882441" y="380907"/>
                </a:cubicBezTo>
                <a:close/>
                <a:moveTo>
                  <a:pt x="7464256" y="372745"/>
                </a:moveTo>
                <a:cubicBezTo>
                  <a:pt x="7431969" y="372745"/>
                  <a:pt x="7405306" y="385170"/>
                  <a:pt x="7384265" y="410020"/>
                </a:cubicBezTo>
                <a:cubicBezTo>
                  <a:pt x="7363225" y="434869"/>
                  <a:pt x="7352705" y="472688"/>
                  <a:pt x="7352705" y="523475"/>
                </a:cubicBezTo>
                <a:cubicBezTo>
                  <a:pt x="7352705" y="574989"/>
                  <a:pt x="7363134" y="613079"/>
                  <a:pt x="7383993" y="637747"/>
                </a:cubicBezTo>
                <a:cubicBezTo>
                  <a:pt x="7404853" y="662416"/>
                  <a:pt x="7431063" y="674750"/>
                  <a:pt x="7462623" y="674750"/>
                </a:cubicBezTo>
                <a:cubicBezTo>
                  <a:pt x="7494547" y="674750"/>
                  <a:pt x="7520757" y="662597"/>
                  <a:pt x="7541253" y="638292"/>
                </a:cubicBezTo>
                <a:cubicBezTo>
                  <a:pt x="7561750" y="613986"/>
                  <a:pt x="7571998" y="574989"/>
                  <a:pt x="7571998" y="521299"/>
                </a:cubicBezTo>
                <a:cubicBezTo>
                  <a:pt x="7571998" y="471237"/>
                  <a:pt x="7561659" y="433962"/>
                  <a:pt x="7540981" y="409475"/>
                </a:cubicBezTo>
                <a:cubicBezTo>
                  <a:pt x="7520304" y="384989"/>
                  <a:pt x="7494728" y="372745"/>
                  <a:pt x="7464256" y="372745"/>
                </a:cubicBezTo>
                <a:close/>
                <a:moveTo>
                  <a:pt x="5646613" y="351523"/>
                </a:moveTo>
                <a:cubicBezTo>
                  <a:pt x="5611425" y="351523"/>
                  <a:pt x="5583310" y="365490"/>
                  <a:pt x="5562270" y="393423"/>
                </a:cubicBezTo>
                <a:cubicBezTo>
                  <a:pt x="5548847" y="410836"/>
                  <a:pt x="5540322" y="436774"/>
                  <a:pt x="5536694" y="471237"/>
                </a:cubicBezTo>
                <a:lnTo>
                  <a:pt x="5754900" y="471237"/>
                </a:lnTo>
                <a:cubicBezTo>
                  <a:pt x="5750547" y="428430"/>
                  <a:pt x="5739029" y="397776"/>
                  <a:pt x="5720346" y="379275"/>
                </a:cubicBezTo>
                <a:cubicBezTo>
                  <a:pt x="5701663" y="360774"/>
                  <a:pt x="5677086" y="351523"/>
                  <a:pt x="5646613" y="351523"/>
                </a:cubicBezTo>
                <a:close/>
                <a:moveTo>
                  <a:pt x="3417764" y="351523"/>
                </a:moveTo>
                <a:cubicBezTo>
                  <a:pt x="3382575" y="351523"/>
                  <a:pt x="3354461" y="365490"/>
                  <a:pt x="3333420" y="393423"/>
                </a:cubicBezTo>
                <a:cubicBezTo>
                  <a:pt x="3319998" y="410836"/>
                  <a:pt x="3311473" y="436774"/>
                  <a:pt x="3307845" y="471237"/>
                </a:cubicBezTo>
                <a:lnTo>
                  <a:pt x="3526050" y="471237"/>
                </a:lnTo>
                <a:cubicBezTo>
                  <a:pt x="3521697" y="428430"/>
                  <a:pt x="3510180" y="397776"/>
                  <a:pt x="3491496" y="379275"/>
                </a:cubicBezTo>
                <a:cubicBezTo>
                  <a:pt x="3472814" y="360774"/>
                  <a:pt x="3448236" y="351523"/>
                  <a:pt x="3417764" y="351523"/>
                </a:cubicBezTo>
                <a:close/>
                <a:moveTo>
                  <a:pt x="7460991" y="220382"/>
                </a:moveTo>
                <a:cubicBezTo>
                  <a:pt x="7576714" y="220382"/>
                  <a:pt x="7664141" y="253938"/>
                  <a:pt x="7723273" y="321051"/>
                </a:cubicBezTo>
                <a:cubicBezTo>
                  <a:pt x="7770795" y="375103"/>
                  <a:pt x="7794557" y="441671"/>
                  <a:pt x="7794557" y="520755"/>
                </a:cubicBezTo>
                <a:cubicBezTo>
                  <a:pt x="7794557" y="609633"/>
                  <a:pt x="7765081" y="682459"/>
                  <a:pt x="7706131" y="739232"/>
                </a:cubicBezTo>
                <a:cubicBezTo>
                  <a:pt x="7647181" y="796005"/>
                  <a:pt x="7565650" y="824392"/>
                  <a:pt x="7461535" y="824392"/>
                </a:cubicBezTo>
                <a:cubicBezTo>
                  <a:pt x="7368666" y="824392"/>
                  <a:pt x="7293573" y="800812"/>
                  <a:pt x="7236256" y="753652"/>
                </a:cubicBezTo>
                <a:cubicBezTo>
                  <a:pt x="7165879" y="695246"/>
                  <a:pt x="7130690" y="618702"/>
                  <a:pt x="7130690" y="524020"/>
                </a:cubicBezTo>
                <a:cubicBezTo>
                  <a:pt x="7130690" y="435867"/>
                  <a:pt x="7160437" y="363222"/>
                  <a:pt x="7219931" y="306086"/>
                </a:cubicBezTo>
                <a:cubicBezTo>
                  <a:pt x="7279425" y="248950"/>
                  <a:pt x="7359779" y="220382"/>
                  <a:pt x="7460991" y="220382"/>
                </a:cubicBezTo>
                <a:close/>
                <a:moveTo>
                  <a:pt x="6347664" y="220382"/>
                </a:moveTo>
                <a:cubicBezTo>
                  <a:pt x="6416590" y="220382"/>
                  <a:pt x="6467468" y="225642"/>
                  <a:pt x="6500298" y="236163"/>
                </a:cubicBezTo>
                <a:cubicBezTo>
                  <a:pt x="6533129" y="246683"/>
                  <a:pt x="6560518" y="263008"/>
                  <a:pt x="6582465" y="285136"/>
                </a:cubicBezTo>
                <a:cubicBezTo>
                  <a:pt x="6604413" y="307265"/>
                  <a:pt x="6622642" y="337194"/>
                  <a:pt x="6637153" y="374922"/>
                </a:cubicBezTo>
                <a:lnTo>
                  <a:pt x="6427110" y="395599"/>
                </a:lnTo>
                <a:cubicBezTo>
                  <a:pt x="6421668" y="377098"/>
                  <a:pt x="6412599" y="363494"/>
                  <a:pt x="6399902" y="354788"/>
                </a:cubicBezTo>
                <a:cubicBezTo>
                  <a:pt x="6382489" y="343179"/>
                  <a:pt x="6361449" y="337375"/>
                  <a:pt x="6336780" y="337375"/>
                </a:cubicBezTo>
                <a:cubicBezTo>
                  <a:pt x="6311749" y="337375"/>
                  <a:pt x="6293520" y="341812"/>
                  <a:pt x="6282093" y="350686"/>
                </a:cubicBezTo>
                <a:cubicBezTo>
                  <a:pt x="6270666" y="359559"/>
                  <a:pt x="6264952" y="370336"/>
                  <a:pt x="6264952" y="383016"/>
                </a:cubicBezTo>
                <a:cubicBezTo>
                  <a:pt x="6264952" y="397141"/>
                  <a:pt x="6272208" y="407826"/>
                  <a:pt x="6286718" y="415070"/>
                </a:cubicBezTo>
                <a:cubicBezTo>
                  <a:pt x="6301229" y="422314"/>
                  <a:pt x="6332790" y="428835"/>
                  <a:pt x="6381401" y="434634"/>
                </a:cubicBezTo>
                <a:cubicBezTo>
                  <a:pt x="6455043" y="442966"/>
                  <a:pt x="6509821" y="454562"/>
                  <a:pt x="6545735" y="469421"/>
                </a:cubicBezTo>
                <a:cubicBezTo>
                  <a:pt x="6581649" y="484281"/>
                  <a:pt x="6609129" y="505482"/>
                  <a:pt x="6628174" y="533024"/>
                </a:cubicBezTo>
                <a:cubicBezTo>
                  <a:pt x="6647220" y="560566"/>
                  <a:pt x="6656742" y="590826"/>
                  <a:pt x="6656742" y="623804"/>
                </a:cubicBezTo>
                <a:cubicBezTo>
                  <a:pt x="6656742" y="657144"/>
                  <a:pt x="6646676" y="689579"/>
                  <a:pt x="6626542" y="721109"/>
                </a:cubicBezTo>
                <a:cubicBezTo>
                  <a:pt x="6606408" y="752639"/>
                  <a:pt x="6574666" y="777735"/>
                  <a:pt x="6531315" y="796398"/>
                </a:cubicBezTo>
                <a:cubicBezTo>
                  <a:pt x="6487964" y="815060"/>
                  <a:pt x="6428924" y="824392"/>
                  <a:pt x="6354193" y="824392"/>
                </a:cubicBezTo>
                <a:cubicBezTo>
                  <a:pt x="6248628" y="824392"/>
                  <a:pt x="6173444" y="809337"/>
                  <a:pt x="6128642" y="779227"/>
                </a:cubicBezTo>
                <a:cubicBezTo>
                  <a:pt x="6083840" y="749117"/>
                  <a:pt x="6055091" y="706311"/>
                  <a:pt x="6042394" y="650807"/>
                </a:cubicBezTo>
                <a:lnTo>
                  <a:pt x="6262232" y="630129"/>
                </a:lnTo>
                <a:cubicBezTo>
                  <a:pt x="6271301" y="656249"/>
                  <a:pt x="6283998" y="674931"/>
                  <a:pt x="6300322" y="686177"/>
                </a:cubicBezTo>
                <a:cubicBezTo>
                  <a:pt x="6316647" y="697423"/>
                  <a:pt x="6338413" y="703046"/>
                  <a:pt x="6365621" y="703046"/>
                </a:cubicBezTo>
                <a:cubicBezTo>
                  <a:pt x="6395368" y="703046"/>
                  <a:pt x="6418403" y="696706"/>
                  <a:pt x="6434728" y="684026"/>
                </a:cubicBezTo>
                <a:cubicBezTo>
                  <a:pt x="6447425" y="674611"/>
                  <a:pt x="6453773" y="662841"/>
                  <a:pt x="6453773" y="648716"/>
                </a:cubicBezTo>
                <a:cubicBezTo>
                  <a:pt x="6453773" y="632776"/>
                  <a:pt x="6445430" y="620459"/>
                  <a:pt x="6428742" y="611764"/>
                </a:cubicBezTo>
                <a:cubicBezTo>
                  <a:pt x="6416771" y="605608"/>
                  <a:pt x="6385029" y="598002"/>
                  <a:pt x="6333516" y="588944"/>
                </a:cubicBezTo>
                <a:cubicBezTo>
                  <a:pt x="6256609" y="575538"/>
                  <a:pt x="6203191" y="563128"/>
                  <a:pt x="6173263" y="551712"/>
                </a:cubicBezTo>
                <a:cubicBezTo>
                  <a:pt x="6143334" y="540296"/>
                  <a:pt x="6118122" y="520998"/>
                  <a:pt x="6097625" y="493819"/>
                </a:cubicBezTo>
                <a:cubicBezTo>
                  <a:pt x="6077129" y="466640"/>
                  <a:pt x="6066881" y="435654"/>
                  <a:pt x="6066881" y="400862"/>
                </a:cubicBezTo>
                <a:cubicBezTo>
                  <a:pt x="6066881" y="362806"/>
                  <a:pt x="6077945" y="330006"/>
                  <a:pt x="6100074" y="302464"/>
                </a:cubicBezTo>
                <a:cubicBezTo>
                  <a:pt x="6122203" y="274922"/>
                  <a:pt x="6152675" y="254356"/>
                  <a:pt x="6191492" y="240767"/>
                </a:cubicBezTo>
                <a:cubicBezTo>
                  <a:pt x="6230308" y="227177"/>
                  <a:pt x="6282365" y="220382"/>
                  <a:pt x="6347664" y="220382"/>
                </a:cubicBezTo>
                <a:close/>
                <a:moveTo>
                  <a:pt x="5637363" y="220382"/>
                </a:moveTo>
                <a:cubicBezTo>
                  <a:pt x="5720074" y="220382"/>
                  <a:pt x="5785372" y="232898"/>
                  <a:pt x="5833258" y="257929"/>
                </a:cubicBezTo>
                <a:cubicBezTo>
                  <a:pt x="5881143" y="282960"/>
                  <a:pt x="5917601" y="319237"/>
                  <a:pt x="5942632" y="366759"/>
                </a:cubicBezTo>
                <a:cubicBezTo>
                  <a:pt x="5967663" y="414282"/>
                  <a:pt x="5980179" y="476134"/>
                  <a:pt x="5980179" y="552315"/>
                </a:cubicBezTo>
                <a:lnTo>
                  <a:pt x="5980179" y="577347"/>
                </a:lnTo>
                <a:lnTo>
                  <a:pt x="5536150" y="577347"/>
                </a:lnTo>
                <a:cubicBezTo>
                  <a:pt x="5540141" y="612898"/>
                  <a:pt x="5549754" y="639380"/>
                  <a:pt x="5564990" y="656793"/>
                </a:cubicBezTo>
                <a:cubicBezTo>
                  <a:pt x="5586394" y="681824"/>
                  <a:pt x="5614327" y="694339"/>
                  <a:pt x="5648790" y="694339"/>
                </a:cubicBezTo>
                <a:cubicBezTo>
                  <a:pt x="5670556" y="694339"/>
                  <a:pt x="5691234" y="688898"/>
                  <a:pt x="5710823" y="678015"/>
                </a:cubicBezTo>
                <a:cubicBezTo>
                  <a:pt x="5722795" y="671122"/>
                  <a:pt x="5735673" y="658969"/>
                  <a:pt x="5749458" y="641557"/>
                </a:cubicBezTo>
                <a:lnTo>
                  <a:pt x="5967663" y="661690"/>
                </a:lnTo>
                <a:cubicBezTo>
                  <a:pt x="5934289" y="719733"/>
                  <a:pt x="5894021" y="761361"/>
                  <a:pt x="5846862" y="786573"/>
                </a:cubicBezTo>
                <a:cubicBezTo>
                  <a:pt x="5799702" y="811786"/>
                  <a:pt x="5732045" y="824392"/>
                  <a:pt x="5643893" y="824392"/>
                </a:cubicBezTo>
                <a:cubicBezTo>
                  <a:pt x="5567348" y="824392"/>
                  <a:pt x="5507129" y="813600"/>
                  <a:pt x="5463234" y="792015"/>
                </a:cubicBezTo>
                <a:cubicBezTo>
                  <a:pt x="5419339" y="770430"/>
                  <a:pt x="5382971" y="736148"/>
                  <a:pt x="5354131" y="689170"/>
                </a:cubicBezTo>
                <a:cubicBezTo>
                  <a:pt x="5325292" y="642191"/>
                  <a:pt x="5310871" y="586960"/>
                  <a:pt x="5310871" y="523475"/>
                </a:cubicBezTo>
                <a:cubicBezTo>
                  <a:pt x="5310871" y="433146"/>
                  <a:pt x="5339802" y="360048"/>
                  <a:pt x="5397663" y="304182"/>
                </a:cubicBezTo>
                <a:cubicBezTo>
                  <a:pt x="5455525" y="248315"/>
                  <a:pt x="5535425" y="220382"/>
                  <a:pt x="5637363" y="220382"/>
                </a:cubicBezTo>
                <a:close/>
                <a:moveTo>
                  <a:pt x="4804628" y="220382"/>
                </a:moveTo>
                <a:cubicBezTo>
                  <a:pt x="4849611" y="220382"/>
                  <a:pt x="4886704" y="228000"/>
                  <a:pt x="4915907" y="243237"/>
                </a:cubicBezTo>
                <a:cubicBezTo>
                  <a:pt x="4945110" y="258473"/>
                  <a:pt x="4972408" y="283685"/>
                  <a:pt x="4997802" y="318874"/>
                </a:cubicBezTo>
                <a:lnTo>
                  <a:pt x="4997802" y="233442"/>
                </a:lnTo>
                <a:lnTo>
                  <a:pt x="5205124" y="233442"/>
                </a:lnTo>
                <a:lnTo>
                  <a:pt x="5205124" y="779227"/>
                </a:lnTo>
                <a:lnTo>
                  <a:pt x="5205668" y="804802"/>
                </a:lnTo>
                <a:cubicBezTo>
                  <a:pt x="5205668" y="841079"/>
                  <a:pt x="5197959" y="875633"/>
                  <a:pt x="5182542" y="908463"/>
                </a:cubicBezTo>
                <a:cubicBezTo>
                  <a:pt x="5167124" y="941294"/>
                  <a:pt x="5146628" y="967867"/>
                  <a:pt x="5121052" y="988182"/>
                </a:cubicBezTo>
                <a:cubicBezTo>
                  <a:pt x="5095477" y="1008497"/>
                  <a:pt x="5063009" y="1023189"/>
                  <a:pt x="5023649" y="1032258"/>
                </a:cubicBezTo>
                <a:cubicBezTo>
                  <a:pt x="4984289" y="1041327"/>
                  <a:pt x="4939215" y="1045862"/>
                  <a:pt x="4888428" y="1045862"/>
                </a:cubicBezTo>
                <a:cubicBezTo>
                  <a:pt x="4772342" y="1045862"/>
                  <a:pt x="4692623" y="1028449"/>
                  <a:pt x="4649272" y="993623"/>
                </a:cubicBezTo>
                <a:cubicBezTo>
                  <a:pt x="4605922" y="958798"/>
                  <a:pt x="4584246" y="912182"/>
                  <a:pt x="4584246" y="853776"/>
                </a:cubicBezTo>
                <a:cubicBezTo>
                  <a:pt x="4584246" y="846521"/>
                  <a:pt x="4584609" y="836726"/>
                  <a:pt x="4585334" y="824392"/>
                </a:cubicBezTo>
                <a:lnTo>
                  <a:pt x="4800275" y="848879"/>
                </a:lnTo>
                <a:cubicBezTo>
                  <a:pt x="4805716" y="868831"/>
                  <a:pt x="4814060" y="882616"/>
                  <a:pt x="4825305" y="890234"/>
                </a:cubicBezTo>
                <a:cubicBezTo>
                  <a:pt x="4841630" y="901480"/>
                  <a:pt x="4862126" y="907103"/>
                  <a:pt x="4886795" y="907103"/>
                </a:cubicBezTo>
                <a:cubicBezTo>
                  <a:pt x="4918718" y="907103"/>
                  <a:pt x="4942570" y="898578"/>
                  <a:pt x="4958351" y="881528"/>
                </a:cubicBezTo>
                <a:cubicBezTo>
                  <a:pt x="4974131" y="864478"/>
                  <a:pt x="4982021" y="834731"/>
                  <a:pt x="4982021" y="792287"/>
                </a:cubicBezTo>
                <a:lnTo>
                  <a:pt x="4982021" y="704678"/>
                </a:lnTo>
                <a:cubicBezTo>
                  <a:pt x="4960255" y="730435"/>
                  <a:pt x="4938489" y="749117"/>
                  <a:pt x="4916723" y="760726"/>
                </a:cubicBezTo>
                <a:cubicBezTo>
                  <a:pt x="4882623" y="778864"/>
                  <a:pt x="4845802" y="787934"/>
                  <a:pt x="4806261" y="787934"/>
                </a:cubicBezTo>
                <a:cubicBezTo>
                  <a:pt x="4728991" y="787934"/>
                  <a:pt x="4666595" y="754196"/>
                  <a:pt x="4619072" y="686721"/>
                </a:cubicBezTo>
                <a:cubicBezTo>
                  <a:pt x="4585334" y="638836"/>
                  <a:pt x="4568466" y="575533"/>
                  <a:pt x="4568466" y="496812"/>
                </a:cubicBezTo>
                <a:cubicBezTo>
                  <a:pt x="4568466" y="406845"/>
                  <a:pt x="4590232" y="338282"/>
                  <a:pt x="4633764" y="291122"/>
                </a:cubicBezTo>
                <a:cubicBezTo>
                  <a:pt x="4677296" y="243962"/>
                  <a:pt x="4734251" y="220382"/>
                  <a:pt x="4804628" y="220382"/>
                </a:cubicBezTo>
                <a:close/>
                <a:moveTo>
                  <a:pt x="4267912" y="220382"/>
                </a:moveTo>
                <a:cubicBezTo>
                  <a:pt x="4329220" y="220382"/>
                  <a:pt x="4377196" y="238611"/>
                  <a:pt x="4411841" y="275070"/>
                </a:cubicBezTo>
                <a:cubicBezTo>
                  <a:pt x="4446485" y="311528"/>
                  <a:pt x="4463807" y="367848"/>
                  <a:pt x="4463807" y="444029"/>
                </a:cubicBezTo>
                <a:lnTo>
                  <a:pt x="4463807" y="811332"/>
                </a:lnTo>
                <a:lnTo>
                  <a:pt x="4241249" y="811332"/>
                </a:lnTo>
                <a:lnTo>
                  <a:pt x="4241249" y="493547"/>
                </a:lnTo>
                <a:cubicBezTo>
                  <a:pt x="4241249" y="457270"/>
                  <a:pt x="4234537" y="431604"/>
                  <a:pt x="4221115" y="416549"/>
                </a:cubicBezTo>
                <a:cubicBezTo>
                  <a:pt x="4207692" y="401494"/>
                  <a:pt x="4188828" y="393967"/>
                  <a:pt x="4164523" y="393967"/>
                </a:cubicBezTo>
                <a:cubicBezTo>
                  <a:pt x="4137678" y="393967"/>
                  <a:pt x="4115912" y="404125"/>
                  <a:pt x="4099225" y="424440"/>
                </a:cubicBezTo>
                <a:cubicBezTo>
                  <a:pt x="4082537" y="444755"/>
                  <a:pt x="4074194" y="481213"/>
                  <a:pt x="4074194" y="533814"/>
                </a:cubicBezTo>
                <a:lnTo>
                  <a:pt x="4074194" y="811332"/>
                </a:lnTo>
                <a:lnTo>
                  <a:pt x="3852723" y="811332"/>
                </a:lnTo>
                <a:lnTo>
                  <a:pt x="3852723" y="233442"/>
                </a:lnTo>
                <a:lnTo>
                  <a:pt x="4058957" y="233442"/>
                </a:lnTo>
                <a:lnTo>
                  <a:pt x="4058957" y="327580"/>
                </a:lnTo>
                <a:cubicBezTo>
                  <a:pt x="4089792" y="289127"/>
                  <a:pt x="4120990" y="261647"/>
                  <a:pt x="4152551" y="245141"/>
                </a:cubicBezTo>
                <a:cubicBezTo>
                  <a:pt x="4184112" y="228635"/>
                  <a:pt x="4222566" y="220382"/>
                  <a:pt x="4267912" y="220382"/>
                </a:cubicBezTo>
                <a:close/>
                <a:moveTo>
                  <a:pt x="3408513" y="220382"/>
                </a:moveTo>
                <a:cubicBezTo>
                  <a:pt x="3491224" y="220382"/>
                  <a:pt x="3556523" y="232898"/>
                  <a:pt x="3604408" y="257929"/>
                </a:cubicBezTo>
                <a:cubicBezTo>
                  <a:pt x="3652293" y="282960"/>
                  <a:pt x="3688752" y="319237"/>
                  <a:pt x="3713783" y="366759"/>
                </a:cubicBezTo>
                <a:cubicBezTo>
                  <a:pt x="3738814" y="414282"/>
                  <a:pt x="3751329" y="476134"/>
                  <a:pt x="3751329" y="552315"/>
                </a:cubicBezTo>
                <a:lnTo>
                  <a:pt x="3751329" y="577347"/>
                </a:lnTo>
                <a:lnTo>
                  <a:pt x="3307301" y="577347"/>
                </a:lnTo>
                <a:cubicBezTo>
                  <a:pt x="3311291" y="612898"/>
                  <a:pt x="3320905" y="639380"/>
                  <a:pt x="3336141" y="656793"/>
                </a:cubicBezTo>
                <a:cubicBezTo>
                  <a:pt x="3357544" y="681824"/>
                  <a:pt x="3385478" y="694339"/>
                  <a:pt x="3419940" y="694339"/>
                </a:cubicBezTo>
                <a:cubicBezTo>
                  <a:pt x="3441706" y="694339"/>
                  <a:pt x="3462384" y="688898"/>
                  <a:pt x="3481974" y="678015"/>
                </a:cubicBezTo>
                <a:cubicBezTo>
                  <a:pt x="3493945" y="671122"/>
                  <a:pt x="3506823" y="658969"/>
                  <a:pt x="3520609" y="641557"/>
                </a:cubicBezTo>
                <a:lnTo>
                  <a:pt x="3738814" y="661690"/>
                </a:lnTo>
                <a:cubicBezTo>
                  <a:pt x="3705439" y="719733"/>
                  <a:pt x="3665172" y="761361"/>
                  <a:pt x="3618012" y="786573"/>
                </a:cubicBezTo>
                <a:cubicBezTo>
                  <a:pt x="3570852" y="811786"/>
                  <a:pt x="3503196" y="824392"/>
                  <a:pt x="3415043" y="824392"/>
                </a:cubicBezTo>
                <a:cubicBezTo>
                  <a:pt x="3338499" y="824392"/>
                  <a:pt x="3278279" y="813600"/>
                  <a:pt x="3234384" y="792015"/>
                </a:cubicBezTo>
                <a:cubicBezTo>
                  <a:pt x="3190490" y="770430"/>
                  <a:pt x="3154122" y="736148"/>
                  <a:pt x="3125282" y="689170"/>
                </a:cubicBezTo>
                <a:cubicBezTo>
                  <a:pt x="3096442" y="642191"/>
                  <a:pt x="3082021" y="586960"/>
                  <a:pt x="3082021" y="523475"/>
                </a:cubicBezTo>
                <a:cubicBezTo>
                  <a:pt x="3082021" y="433146"/>
                  <a:pt x="3110952" y="360048"/>
                  <a:pt x="3168814" y="304182"/>
                </a:cubicBezTo>
                <a:cubicBezTo>
                  <a:pt x="3226675" y="248315"/>
                  <a:pt x="3306575" y="220382"/>
                  <a:pt x="3408513" y="220382"/>
                </a:cubicBezTo>
                <a:close/>
                <a:moveTo>
                  <a:pt x="1912819" y="220382"/>
                </a:moveTo>
                <a:cubicBezTo>
                  <a:pt x="1979205" y="220382"/>
                  <a:pt x="2032532" y="224101"/>
                  <a:pt x="2072799" y="231537"/>
                </a:cubicBezTo>
                <a:cubicBezTo>
                  <a:pt x="2113067" y="238974"/>
                  <a:pt x="2146623" y="254482"/>
                  <a:pt x="2173468" y="278062"/>
                </a:cubicBezTo>
                <a:cubicBezTo>
                  <a:pt x="2192332" y="294387"/>
                  <a:pt x="2207205" y="317514"/>
                  <a:pt x="2218088" y="347442"/>
                </a:cubicBezTo>
                <a:cubicBezTo>
                  <a:pt x="2228971" y="377370"/>
                  <a:pt x="2234413" y="405938"/>
                  <a:pt x="2234413" y="433146"/>
                </a:cubicBezTo>
                <a:lnTo>
                  <a:pt x="2234413" y="688354"/>
                </a:lnTo>
                <a:cubicBezTo>
                  <a:pt x="2234413" y="715561"/>
                  <a:pt x="2236136" y="736874"/>
                  <a:pt x="2239582" y="752292"/>
                </a:cubicBezTo>
                <a:cubicBezTo>
                  <a:pt x="2243029" y="767709"/>
                  <a:pt x="2250556" y="787389"/>
                  <a:pt x="2262165" y="811332"/>
                </a:cubicBezTo>
                <a:lnTo>
                  <a:pt x="2054298" y="811332"/>
                </a:lnTo>
                <a:cubicBezTo>
                  <a:pt x="2045955" y="796459"/>
                  <a:pt x="2040513" y="785122"/>
                  <a:pt x="2037974" y="777323"/>
                </a:cubicBezTo>
                <a:cubicBezTo>
                  <a:pt x="2035434" y="769523"/>
                  <a:pt x="2032895" y="757280"/>
                  <a:pt x="2030356" y="740592"/>
                </a:cubicBezTo>
                <a:cubicBezTo>
                  <a:pt x="2001334" y="768526"/>
                  <a:pt x="1972494" y="788478"/>
                  <a:pt x="1943835" y="800449"/>
                </a:cubicBezTo>
                <a:cubicBezTo>
                  <a:pt x="1904656" y="816411"/>
                  <a:pt x="1859129" y="824392"/>
                  <a:pt x="1807253" y="824392"/>
                </a:cubicBezTo>
                <a:cubicBezTo>
                  <a:pt x="1738327" y="824392"/>
                  <a:pt x="1685997" y="808430"/>
                  <a:pt x="1650265" y="776506"/>
                </a:cubicBezTo>
                <a:cubicBezTo>
                  <a:pt x="1614532" y="744583"/>
                  <a:pt x="1596666" y="705222"/>
                  <a:pt x="1596666" y="658425"/>
                </a:cubicBezTo>
                <a:cubicBezTo>
                  <a:pt x="1596666" y="614530"/>
                  <a:pt x="1609544" y="578435"/>
                  <a:pt x="1635300" y="550139"/>
                </a:cubicBezTo>
                <a:cubicBezTo>
                  <a:pt x="1661057" y="521843"/>
                  <a:pt x="1708580" y="500802"/>
                  <a:pt x="1777869" y="487017"/>
                </a:cubicBezTo>
                <a:cubicBezTo>
                  <a:pt x="1860942" y="470330"/>
                  <a:pt x="1914814" y="458631"/>
                  <a:pt x="1939482" y="451919"/>
                </a:cubicBezTo>
                <a:cubicBezTo>
                  <a:pt x="1964150" y="445208"/>
                  <a:pt x="1990270" y="436411"/>
                  <a:pt x="2017840" y="425528"/>
                </a:cubicBezTo>
                <a:cubicBezTo>
                  <a:pt x="2017840" y="398320"/>
                  <a:pt x="2012217" y="379275"/>
                  <a:pt x="2000971" y="368392"/>
                </a:cubicBezTo>
                <a:cubicBezTo>
                  <a:pt x="1989725" y="357509"/>
                  <a:pt x="1969955" y="352067"/>
                  <a:pt x="1941659" y="352067"/>
                </a:cubicBezTo>
                <a:cubicBezTo>
                  <a:pt x="1905382" y="352067"/>
                  <a:pt x="1878174" y="357872"/>
                  <a:pt x="1860036" y="369480"/>
                </a:cubicBezTo>
                <a:cubicBezTo>
                  <a:pt x="1845888" y="378549"/>
                  <a:pt x="1834460" y="395599"/>
                  <a:pt x="1825754" y="420631"/>
                </a:cubicBezTo>
                <a:lnTo>
                  <a:pt x="1614079" y="398320"/>
                </a:lnTo>
                <a:cubicBezTo>
                  <a:pt x="1622059" y="361318"/>
                  <a:pt x="1633577" y="332206"/>
                  <a:pt x="1648632" y="310984"/>
                </a:cubicBezTo>
                <a:cubicBezTo>
                  <a:pt x="1663687" y="289762"/>
                  <a:pt x="1685363" y="271351"/>
                  <a:pt x="1713659" y="255752"/>
                </a:cubicBezTo>
                <a:cubicBezTo>
                  <a:pt x="1733973" y="244506"/>
                  <a:pt x="1761907" y="235800"/>
                  <a:pt x="1797458" y="229633"/>
                </a:cubicBezTo>
                <a:cubicBezTo>
                  <a:pt x="1833009" y="223466"/>
                  <a:pt x="1871463" y="220382"/>
                  <a:pt x="1912819" y="220382"/>
                </a:cubicBezTo>
                <a:close/>
                <a:moveTo>
                  <a:pt x="8845711" y="13604"/>
                </a:moveTo>
                <a:lnTo>
                  <a:pt x="9371907" y="13604"/>
                </a:lnTo>
                <a:lnTo>
                  <a:pt x="9371907" y="190454"/>
                </a:lnTo>
                <a:lnTo>
                  <a:pt x="9015487" y="190454"/>
                </a:lnTo>
                <a:lnTo>
                  <a:pt x="8996441" y="310167"/>
                </a:lnTo>
                <a:cubicBezTo>
                  <a:pt x="9021110" y="298559"/>
                  <a:pt x="9045505" y="289852"/>
                  <a:pt x="9069630" y="284048"/>
                </a:cubicBezTo>
                <a:cubicBezTo>
                  <a:pt x="9093754" y="278244"/>
                  <a:pt x="9117605" y="275342"/>
                  <a:pt x="9141186" y="275342"/>
                </a:cubicBezTo>
                <a:cubicBezTo>
                  <a:pt x="9220994" y="275342"/>
                  <a:pt x="9285748" y="299466"/>
                  <a:pt x="9335448" y="347714"/>
                </a:cubicBezTo>
                <a:cubicBezTo>
                  <a:pt x="9385148" y="395962"/>
                  <a:pt x="9409997" y="456726"/>
                  <a:pt x="9409997" y="530005"/>
                </a:cubicBezTo>
                <a:cubicBezTo>
                  <a:pt x="9409997" y="581518"/>
                  <a:pt x="9397210" y="631036"/>
                  <a:pt x="9371635" y="678559"/>
                </a:cubicBezTo>
                <a:cubicBezTo>
                  <a:pt x="9346059" y="726082"/>
                  <a:pt x="9309783" y="762358"/>
                  <a:pt x="9262804" y="787389"/>
                </a:cubicBezTo>
                <a:cubicBezTo>
                  <a:pt x="9215825" y="812421"/>
                  <a:pt x="9155696" y="824936"/>
                  <a:pt x="9082417" y="824936"/>
                </a:cubicBezTo>
                <a:cubicBezTo>
                  <a:pt x="9029816" y="824936"/>
                  <a:pt x="8984742" y="819948"/>
                  <a:pt x="8947195" y="809972"/>
                </a:cubicBezTo>
                <a:cubicBezTo>
                  <a:pt x="8909649" y="799996"/>
                  <a:pt x="8877726" y="785122"/>
                  <a:pt x="8851424" y="765351"/>
                </a:cubicBezTo>
                <a:cubicBezTo>
                  <a:pt x="8825124" y="745580"/>
                  <a:pt x="8803811" y="723179"/>
                  <a:pt x="8787486" y="698148"/>
                </a:cubicBezTo>
                <a:cubicBezTo>
                  <a:pt x="8771162" y="673117"/>
                  <a:pt x="8757558" y="641919"/>
                  <a:pt x="8746675" y="604554"/>
                </a:cubicBezTo>
                <a:lnTo>
                  <a:pt x="8970866" y="580067"/>
                </a:lnTo>
                <a:cubicBezTo>
                  <a:pt x="8976308" y="615981"/>
                  <a:pt x="8989005" y="643280"/>
                  <a:pt x="9008957" y="661962"/>
                </a:cubicBezTo>
                <a:cubicBezTo>
                  <a:pt x="9028908" y="680645"/>
                  <a:pt x="9052671" y="689986"/>
                  <a:pt x="9080241" y="689986"/>
                </a:cubicBezTo>
                <a:cubicBezTo>
                  <a:pt x="9111075" y="689986"/>
                  <a:pt x="9136561" y="678287"/>
                  <a:pt x="9156694" y="654888"/>
                </a:cubicBezTo>
                <a:cubicBezTo>
                  <a:pt x="9176828" y="631490"/>
                  <a:pt x="9186895" y="596573"/>
                  <a:pt x="9186895" y="550139"/>
                </a:cubicBezTo>
                <a:cubicBezTo>
                  <a:pt x="9186895" y="502616"/>
                  <a:pt x="9176738" y="467790"/>
                  <a:pt x="9156422" y="445662"/>
                </a:cubicBezTo>
                <a:cubicBezTo>
                  <a:pt x="9136106" y="423533"/>
                  <a:pt x="9109081" y="412468"/>
                  <a:pt x="9075343" y="412468"/>
                </a:cubicBezTo>
                <a:cubicBezTo>
                  <a:pt x="9053939" y="412468"/>
                  <a:pt x="9033262" y="417728"/>
                  <a:pt x="9013310" y="428249"/>
                </a:cubicBezTo>
                <a:cubicBezTo>
                  <a:pt x="8998436" y="435867"/>
                  <a:pt x="8982111" y="449652"/>
                  <a:pt x="8964336" y="469604"/>
                </a:cubicBezTo>
                <a:lnTo>
                  <a:pt x="8775515" y="442397"/>
                </a:lnTo>
                <a:close/>
                <a:moveTo>
                  <a:pt x="2745917" y="13604"/>
                </a:moveTo>
                <a:lnTo>
                  <a:pt x="2967931" y="13604"/>
                </a:lnTo>
                <a:lnTo>
                  <a:pt x="2967931" y="811332"/>
                </a:lnTo>
                <a:lnTo>
                  <a:pt x="2745917" y="811332"/>
                </a:lnTo>
                <a:close/>
                <a:moveTo>
                  <a:pt x="2374441" y="13604"/>
                </a:moveTo>
                <a:lnTo>
                  <a:pt x="2596456" y="13604"/>
                </a:lnTo>
                <a:lnTo>
                  <a:pt x="2596456" y="811332"/>
                </a:lnTo>
                <a:lnTo>
                  <a:pt x="2374441" y="811332"/>
                </a:lnTo>
                <a:close/>
                <a:moveTo>
                  <a:pt x="880923" y="13604"/>
                </a:moveTo>
                <a:lnTo>
                  <a:pt x="1102393" y="13604"/>
                </a:lnTo>
                <a:lnTo>
                  <a:pt x="1102393" y="307447"/>
                </a:lnTo>
                <a:cubicBezTo>
                  <a:pt x="1132503" y="276249"/>
                  <a:pt x="1162432" y="253938"/>
                  <a:pt x="1192179" y="240516"/>
                </a:cubicBezTo>
                <a:cubicBezTo>
                  <a:pt x="1221926" y="227094"/>
                  <a:pt x="1257114" y="220382"/>
                  <a:pt x="1297744" y="220382"/>
                </a:cubicBezTo>
                <a:cubicBezTo>
                  <a:pt x="1357964" y="220382"/>
                  <a:pt x="1405396" y="238702"/>
                  <a:pt x="1440040" y="275342"/>
                </a:cubicBezTo>
                <a:cubicBezTo>
                  <a:pt x="1474685" y="311981"/>
                  <a:pt x="1492007" y="368210"/>
                  <a:pt x="1492007" y="444029"/>
                </a:cubicBezTo>
                <a:lnTo>
                  <a:pt x="1492007" y="811332"/>
                </a:lnTo>
                <a:lnTo>
                  <a:pt x="1269448" y="811332"/>
                </a:lnTo>
                <a:lnTo>
                  <a:pt x="1269448" y="493547"/>
                </a:lnTo>
                <a:cubicBezTo>
                  <a:pt x="1269448" y="457270"/>
                  <a:pt x="1262737" y="431604"/>
                  <a:pt x="1249315" y="416549"/>
                </a:cubicBezTo>
                <a:cubicBezTo>
                  <a:pt x="1235892" y="401494"/>
                  <a:pt x="1217028" y="393967"/>
                  <a:pt x="1192723" y="393967"/>
                </a:cubicBezTo>
                <a:cubicBezTo>
                  <a:pt x="1165878" y="393967"/>
                  <a:pt x="1144112" y="404125"/>
                  <a:pt x="1127424" y="424440"/>
                </a:cubicBezTo>
                <a:cubicBezTo>
                  <a:pt x="1110737" y="444755"/>
                  <a:pt x="1102393" y="481213"/>
                  <a:pt x="1102393" y="533814"/>
                </a:cubicBezTo>
                <a:lnTo>
                  <a:pt x="1102393" y="811332"/>
                </a:lnTo>
                <a:lnTo>
                  <a:pt x="880923" y="811332"/>
                </a:lnTo>
                <a:close/>
                <a:moveTo>
                  <a:pt x="9934198" y="0"/>
                </a:moveTo>
                <a:cubicBezTo>
                  <a:pt x="10022351" y="0"/>
                  <a:pt x="10088284" y="7981"/>
                  <a:pt x="10131997" y="23943"/>
                </a:cubicBezTo>
                <a:cubicBezTo>
                  <a:pt x="10175711" y="39905"/>
                  <a:pt x="10211988" y="64664"/>
                  <a:pt x="10240828" y="98220"/>
                </a:cubicBezTo>
                <a:cubicBezTo>
                  <a:pt x="10269668" y="131776"/>
                  <a:pt x="10291344" y="174311"/>
                  <a:pt x="10305854" y="225824"/>
                </a:cubicBezTo>
                <a:lnTo>
                  <a:pt x="10068059" y="268268"/>
                </a:lnTo>
                <a:cubicBezTo>
                  <a:pt x="10058265" y="238158"/>
                  <a:pt x="10041668" y="215122"/>
                  <a:pt x="10018269" y="199160"/>
                </a:cubicBezTo>
                <a:cubicBezTo>
                  <a:pt x="9994871" y="183198"/>
                  <a:pt x="9965033" y="175218"/>
                  <a:pt x="9928756" y="175218"/>
                </a:cubicBezTo>
                <a:cubicBezTo>
                  <a:pt x="9874704" y="175218"/>
                  <a:pt x="9831625" y="193991"/>
                  <a:pt x="9799520" y="231537"/>
                </a:cubicBezTo>
                <a:cubicBezTo>
                  <a:pt x="9767415" y="269084"/>
                  <a:pt x="9751363" y="328487"/>
                  <a:pt x="9751363" y="409747"/>
                </a:cubicBezTo>
                <a:cubicBezTo>
                  <a:pt x="9751363" y="496086"/>
                  <a:pt x="9767596" y="557757"/>
                  <a:pt x="9800064" y="594759"/>
                </a:cubicBezTo>
                <a:cubicBezTo>
                  <a:pt x="9832532" y="631762"/>
                  <a:pt x="9877787" y="650263"/>
                  <a:pt x="9935830" y="650263"/>
                </a:cubicBezTo>
                <a:cubicBezTo>
                  <a:pt x="9963401" y="650263"/>
                  <a:pt x="9989701" y="646273"/>
                  <a:pt x="10014732" y="638292"/>
                </a:cubicBezTo>
                <a:cubicBezTo>
                  <a:pt x="10039764" y="630311"/>
                  <a:pt x="10068422" y="616707"/>
                  <a:pt x="10100709" y="597480"/>
                </a:cubicBezTo>
                <a:lnTo>
                  <a:pt x="10100709" y="522387"/>
                </a:lnTo>
                <a:lnTo>
                  <a:pt x="9935830" y="522387"/>
                </a:lnTo>
                <a:lnTo>
                  <a:pt x="9935830" y="356420"/>
                </a:lnTo>
                <a:lnTo>
                  <a:pt x="10316737" y="356420"/>
                </a:lnTo>
                <a:lnTo>
                  <a:pt x="10316737" y="696516"/>
                </a:lnTo>
                <a:cubicBezTo>
                  <a:pt x="10243821" y="746215"/>
                  <a:pt x="10179339" y="780043"/>
                  <a:pt x="10123291" y="798000"/>
                </a:cubicBezTo>
                <a:cubicBezTo>
                  <a:pt x="10067243" y="815958"/>
                  <a:pt x="10000766" y="824936"/>
                  <a:pt x="9923859" y="824936"/>
                </a:cubicBezTo>
                <a:cubicBezTo>
                  <a:pt x="9829176" y="824936"/>
                  <a:pt x="9751997" y="808793"/>
                  <a:pt x="9692323" y="776506"/>
                </a:cubicBezTo>
                <a:cubicBezTo>
                  <a:pt x="9632647" y="744220"/>
                  <a:pt x="9586393" y="696153"/>
                  <a:pt x="9553564" y="632306"/>
                </a:cubicBezTo>
                <a:cubicBezTo>
                  <a:pt x="9520732" y="568459"/>
                  <a:pt x="9504318" y="495179"/>
                  <a:pt x="9504318" y="412468"/>
                </a:cubicBezTo>
                <a:cubicBezTo>
                  <a:pt x="9504318" y="325404"/>
                  <a:pt x="9522275" y="249676"/>
                  <a:pt x="9558189" y="185284"/>
                </a:cubicBezTo>
                <a:cubicBezTo>
                  <a:pt x="9594103" y="120893"/>
                  <a:pt x="9646704" y="72010"/>
                  <a:pt x="9715993" y="38635"/>
                </a:cubicBezTo>
                <a:cubicBezTo>
                  <a:pt x="9770045" y="12879"/>
                  <a:pt x="9842780" y="0"/>
                  <a:pt x="9934198" y="0"/>
                </a:cubicBezTo>
                <a:close/>
                <a:moveTo>
                  <a:pt x="8131024" y="0"/>
                </a:moveTo>
                <a:cubicBezTo>
                  <a:pt x="8169841" y="0"/>
                  <a:pt x="8226251" y="4535"/>
                  <a:pt x="8300256" y="13604"/>
                </a:cubicBezTo>
                <a:lnTo>
                  <a:pt x="8275769" y="147466"/>
                </a:lnTo>
                <a:cubicBezTo>
                  <a:pt x="8249287" y="143113"/>
                  <a:pt x="8227883" y="140936"/>
                  <a:pt x="8211559" y="140936"/>
                </a:cubicBezTo>
                <a:cubicBezTo>
                  <a:pt x="8191607" y="140936"/>
                  <a:pt x="8177277" y="144292"/>
                  <a:pt x="8168571" y="151003"/>
                </a:cubicBezTo>
                <a:cubicBezTo>
                  <a:pt x="8159865" y="157714"/>
                  <a:pt x="8153697" y="168325"/>
                  <a:pt x="8150069" y="182836"/>
                </a:cubicBezTo>
                <a:cubicBezTo>
                  <a:pt x="8148255" y="190817"/>
                  <a:pt x="8147349" y="207685"/>
                  <a:pt x="8147349" y="233442"/>
                </a:cubicBezTo>
                <a:lnTo>
                  <a:pt x="8252914" y="233442"/>
                </a:lnTo>
                <a:lnTo>
                  <a:pt x="8252914" y="395599"/>
                </a:lnTo>
                <a:lnTo>
                  <a:pt x="8147349" y="395599"/>
                </a:lnTo>
                <a:lnTo>
                  <a:pt x="8147349" y="811332"/>
                </a:lnTo>
                <a:lnTo>
                  <a:pt x="7925335" y="811332"/>
                </a:lnTo>
                <a:lnTo>
                  <a:pt x="7925335" y="395599"/>
                </a:lnTo>
                <a:lnTo>
                  <a:pt x="7842623" y="395599"/>
                </a:lnTo>
                <a:lnTo>
                  <a:pt x="7842623" y="233442"/>
                </a:lnTo>
                <a:lnTo>
                  <a:pt x="7925335" y="233442"/>
                </a:lnTo>
                <a:lnTo>
                  <a:pt x="7925335" y="207323"/>
                </a:lnTo>
                <a:cubicBezTo>
                  <a:pt x="7925335" y="183743"/>
                  <a:pt x="7927874" y="157805"/>
                  <a:pt x="7932953" y="129509"/>
                </a:cubicBezTo>
                <a:cubicBezTo>
                  <a:pt x="7938031" y="101213"/>
                  <a:pt x="7947554" y="78086"/>
                  <a:pt x="7961521" y="60129"/>
                </a:cubicBezTo>
                <a:cubicBezTo>
                  <a:pt x="7975487" y="42172"/>
                  <a:pt x="7995077" y="27661"/>
                  <a:pt x="8020289" y="16597"/>
                </a:cubicBezTo>
                <a:cubicBezTo>
                  <a:pt x="8045501" y="5533"/>
                  <a:pt x="8082413" y="0"/>
                  <a:pt x="8131024" y="0"/>
                </a:cubicBezTo>
                <a:close/>
                <a:moveTo>
                  <a:pt x="403218" y="0"/>
                </a:moveTo>
                <a:cubicBezTo>
                  <a:pt x="503704" y="0"/>
                  <a:pt x="582697" y="20315"/>
                  <a:pt x="640196" y="60945"/>
                </a:cubicBezTo>
                <a:cubicBezTo>
                  <a:pt x="697695" y="101576"/>
                  <a:pt x="740411" y="163972"/>
                  <a:pt x="768344" y="248134"/>
                </a:cubicBezTo>
                <a:lnTo>
                  <a:pt x="550683" y="296564"/>
                </a:lnTo>
                <a:cubicBezTo>
                  <a:pt x="543065" y="272258"/>
                  <a:pt x="535084" y="254482"/>
                  <a:pt x="526740" y="243237"/>
                </a:cubicBezTo>
                <a:cubicBezTo>
                  <a:pt x="512955" y="224373"/>
                  <a:pt x="496086" y="209862"/>
                  <a:pt x="476134" y="199704"/>
                </a:cubicBezTo>
                <a:cubicBezTo>
                  <a:pt x="456182" y="189547"/>
                  <a:pt x="433871" y="184468"/>
                  <a:pt x="409203" y="184468"/>
                </a:cubicBezTo>
                <a:cubicBezTo>
                  <a:pt x="353337" y="184468"/>
                  <a:pt x="310530" y="206934"/>
                  <a:pt x="280783" y="251867"/>
                </a:cubicBezTo>
                <a:cubicBezTo>
                  <a:pt x="258291" y="285202"/>
                  <a:pt x="247045" y="337557"/>
                  <a:pt x="247045" y="408931"/>
                </a:cubicBezTo>
                <a:cubicBezTo>
                  <a:pt x="247045" y="497345"/>
                  <a:pt x="260468" y="557947"/>
                  <a:pt x="287313" y="590738"/>
                </a:cubicBezTo>
                <a:cubicBezTo>
                  <a:pt x="314158" y="623529"/>
                  <a:pt x="351886" y="639924"/>
                  <a:pt x="400497" y="639924"/>
                </a:cubicBezTo>
                <a:cubicBezTo>
                  <a:pt x="447657" y="639924"/>
                  <a:pt x="483299" y="626683"/>
                  <a:pt x="507423" y="600201"/>
                </a:cubicBezTo>
                <a:cubicBezTo>
                  <a:pt x="531547" y="573719"/>
                  <a:pt x="549051" y="535265"/>
                  <a:pt x="559933" y="484841"/>
                </a:cubicBezTo>
                <a:lnTo>
                  <a:pt x="775962" y="550139"/>
                </a:lnTo>
                <a:cubicBezTo>
                  <a:pt x="761451" y="610721"/>
                  <a:pt x="738597" y="661327"/>
                  <a:pt x="707399" y="701957"/>
                </a:cubicBezTo>
                <a:cubicBezTo>
                  <a:pt x="676201" y="742588"/>
                  <a:pt x="637475" y="773242"/>
                  <a:pt x="591222" y="793919"/>
                </a:cubicBezTo>
                <a:cubicBezTo>
                  <a:pt x="544969" y="814597"/>
                  <a:pt x="486110" y="824936"/>
                  <a:pt x="414645" y="824936"/>
                </a:cubicBezTo>
                <a:cubicBezTo>
                  <a:pt x="327943" y="824936"/>
                  <a:pt x="257112" y="812338"/>
                  <a:pt x="202153" y="787143"/>
                </a:cubicBezTo>
                <a:cubicBezTo>
                  <a:pt x="147194" y="761948"/>
                  <a:pt x="99761" y="717629"/>
                  <a:pt x="59857" y="654187"/>
                </a:cubicBezTo>
                <a:cubicBezTo>
                  <a:pt x="19952" y="590745"/>
                  <a:pt x="0" y="509537"/>
                  <a:pt x="0" y="410564"/>
                </a:cubicBezTo>
                <a:cubicBezTo>
                  <a:pt x="0" y="278607"/>
                  <a:pt x="35098" y="177190"/>
                  <a:pt x="105294" y="106314"/>
                </a:cubicBezTo>
                <a:cubicBezTo>
                  <a:pt x="175490" y="35438"/>
                  <a:pt x="274797" y="0"/>
                  <a:pt x="403218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sz="8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139F1B1-66CC-41CC-96D8-E3CF7B840836}"/>
              </a:ext>
            </a:extLst>
          </p:cNvPr>
          <p:cNvSpPr/>
          <p:nvPr/>
        </p:nvSpPr>
        <p:spPr>
          <a:xfrm>
            <a:off x="88900" y="69723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Health and Environment Concerns: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Increased radio frequency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Environment will be affected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1BABB55-0011-44F5-B458-547F2F5B091F}"/>
              </a:ext>
            </a:extLst>
          </p:cNvPr>
          <p:cNvSpPr/>
          <p:nvPr/>
        </p:nvSpPr>
        <p:spPr>
          <a:xfrm>
            <a:off x="2876550" y="69723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Regulatory and Policy Concern: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Government Approvals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Legal Challenges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DCA0F26-DA78-4682-85CD-589223751B18}"/>
              </a:ext>
            </a:extLst>
          </p:cNvPr>
          <p:cNvSpPr/>
          <p:nvPr/>
        </p:nvSpPr>
        <p:spPr>
          <a:xfrm>
            <a:off x="5765800" y="69723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Adoption and Awareness: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Consumer Hesitation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Enterprise Integration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B6D83B0-73EE-45FD-BA6B-E213763A7529}"/>
              </a:ext>
            </a:extLst>
          </p:cNvPr>
          <p:cNvSpPr/>
          <p:nvPr/>
        </p:nvSpPr>
        <p:spPr>
          <a:xfrm>
            <a:off x="8655050" y="6972300"/>
            <a:ext cx="2476500" cy="5435600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Technological Concerns: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Device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Backwards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Latency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8E3EF-B8B2-4DEC-A3FE-83F513566369}"/>
              </a:ext>
            </a:extLst>
          </p:cNvPr>
          <p:cNvSpPr txBox="1"/>
          <p:nvPr/>
        </p:nvSpPr>
        <p:spPr>
          <a:xfrm>
            <a:off x="385283" y="304800"/>
            <a:ext cx="4591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86305-5CFE-4D98-B780-A02B4C4F1E0C}"/>
              </a:ext>
            </a:extLst>
          </p:cNvPr>
          <p:cNvSpPr txBox="1"/>
          <p:nvPr/>
        </p:nvSpPr>
        <p:spPr>
          <a:xfrm>
            <a:off x="2876550" y="1932444"/>
            <a:ext cx="6508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5G Network Technology is a new emerging technology. It is an </a:t>
            </a:r>
            <a:r>
              <a:rPr lang="en-US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intrusting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technology to study. We Hope that this will soon become the standard of Mobile Networking and will be popular among people.</a:t>
            </a:r>
          </a:p>
        </p:txBody>
      </p:sp>
    </p:spTree>
    <p:extLst>
      <p:ext uri="{BB962C8B-B14F-4D97-AF65-F5344CB8AC3E}">
        <p14:creationId xmlns:p14="http://schemas.microsoft.com/office/powerpoint/2010/main" val="1663563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830C63-E603-43AD-87EB-78DB4028057C}"/>
              </a:ext>
            </a:extLst>
          </p:cNvPr>
          <p:cNvSpPr txBox="1"/>
          <p:nvPr/>
        </p:nvSpPr>
        <p:spPr>
          <a:xfrm>
            <a:off x="1559341" y="2644170"/>
            <a:ext cx="90733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Arial Black" panose="020B0A04020102020204" pitchFamily="34" charset="0"/>
              </a:rPr>
              <a:t>Any Queries?</a:t>
            </a:r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667601"/>
      </p:ext>
    </p:extLst>
  </p:cSld>
  <p:clrMapOvr>
    <a:masterClrMapping/>
  </p:clrMapOvr>
  <p:transition spd="slow">
    <p:cover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5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2257</Words>
  <Application>Microsoft Office PowerPoint</Application>
  <PresentationFormat>Widescreen</PresentationFormat>
  <Paragraphs>440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Black</vt:lpstr>
      <vt:lpstr>Arial Rounded MT Bold</vt:lpstr>
      <vt:lpstr>Calibri</vt:lpstr>
      <vt:lpstr>Calibri Light</vt:lpstr>
      <vt:lpstr>Forte</vt:lpstr>
      <vt:lpstr>MV Boli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Haani Bin Qaiser</dc:creator>
  <cp:lastModifiedBy>Haani Bin Qaiser</cp:lastModifiedBy>
  <cp:revision>73</cp:revision>
  <dcterms:created xsi:type="dcterms:W3CDTF">2024-12-16T18:15:24Z</dcterms:created>
  <dcterms:modified xsi:type="dcterms:W3CDTF">2025-01-02T18:36:22Z</dcterms:modified>
</cp:coreProperties>
</file>